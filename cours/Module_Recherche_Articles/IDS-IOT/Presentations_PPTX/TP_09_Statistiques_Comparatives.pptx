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09 — Statistiques comparatives (Tables II–IX)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09 — Module IDS-IOT / RPL-ClusterIDS
Durée : 2 séances
Prérequis : TP 07-08, données agrégées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Générer les tables LaTeX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python3 scripts/generer_tables_article.py \
 --input results/pilot/ --output results/tables/ --format latex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Tables générées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table_II_detection_rate.tex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table_III_false_alarm_rate.tex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table_IV_f1_score.tex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table_V_energy_consumption.tex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table_VI_context_policy.tex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table_VII_latency.tex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table_VIII_cpu_ram.tex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table_IX_ablation_study.tex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Examiner Table II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cat results/tables/table_II_detection_rate.tex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MAIN a le DR le plus élevé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B1 a le DR le plus 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Ablations : performances intermédiaires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Scénario 'none' : DR=1.0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965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Comment l'étude d'ablation (Table IX) isole-t-elle la contribution de chaque composant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