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Formation des clusters et fonction d'affinité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03 — Module IDS-IOT / RPL-ClusterIDS
Auteur : Dr. Madani BELACEL
Durée : 1 séance
Objectif : Comprendre clus_form.c : fonction d'affinité (Eq. 1) et re-clustering (Eq. 2)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Fonction d'affinité (Eq. 1)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Topologie ×3 : poids dominant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Énergie ×2 : terme inversé (plus d'énergie = meilleur score)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Trafic ×1 : profil C0-C3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Score 0-99, seuil de stabilité &gt; 70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Re-clustering (Eq. 2)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/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Paramètres clés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Seuil de stabilité : score &gt; 70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Période de re-cluster : 120 ticks (~10 min)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Poids : topo ×3, énergie ×2, trafic ×1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val="0C5460"/&gt;</a:solidFill>
              </a:rPr>
              <a:t>[VERIF] Vérification : Vérifiez que clus_form_should_recluster() retourne 1 après 120 ticks consécutifs avec affinity_score &gt; 70. Simulez avec node_id=1, traffic_class=2, nre_x100=80.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Limitations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Implémentation purement locale (pas de communication inter-nœuds)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Intégration LQI réservée pour travaux futurs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Poids calibrés sur simulation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2529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 réflexive : Comment le re-clustering périodique affecte-t-il la stabilité du réseau RPL ? Quels compromis entre stabilité et adaptabilité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