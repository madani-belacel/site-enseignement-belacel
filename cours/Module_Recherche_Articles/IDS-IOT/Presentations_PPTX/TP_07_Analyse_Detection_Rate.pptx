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07 — Analyse du taux de détection (DR, FAR)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07 — Module IDS-IOT / RPL-ClusterIDS
Durée : 2 séances
Prérequis : TP 06, CSV disponible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Agrégation par variante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/home/madani/contiki-ng/examples/IDS_IOT
python3 scripts/analyse_logs_campagne.py \
 --input results/pilot/ --output results/analysis/ \
 --csv results/analysis/aggregated.csv --aggregate variant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Matrice de confusion détaillée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python3 -c "
import csv
from collections import defaultdict
stats = defaultdict(lambda: {'tp':0,'fp':0,'tn':0,'fn':0})
with open('results/analysis/metrics.csv') as f:
 for row in csv.DictReader(f):
 k = (row['variant'], row['scenario'])
 stats[k]['tp']+=int(row['tp'])
 stats[k]['fp']+=int(row['fp'])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Visualisation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python3 scripts/analyse_logs_campagne.py \
 --input results/pilot/ --output results/analysis/ --plot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DR de MAIN significativement &gt; 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FAR de MAIN &lt; B2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Barres d'erreur (écart-type) petites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Quelle variante recommander pour un réseau IoT critique à très faible tolérance aux FP ? Pourquoi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