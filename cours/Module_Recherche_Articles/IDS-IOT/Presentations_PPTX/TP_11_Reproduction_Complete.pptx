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11 — Reproduction complète de la campagne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11 — Module IDS-IOT / RPL-ClusterIDS
Durée : 2 séances
Prérequis : TP 10, pipeline complet opérationnel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Script de reproduction complet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#!/bin/bash
# reproduce_campaign.sh — Reproduction complète de RPL-ClusterIDS
set -e
BASE=/home/madani/contiki-ng/examples/IDS_IOT
CONTIKI=/home/madani/contiki-ng
# Étape 1: Compiler tous les variants
cd $BASE/code_source_RPL_ClusterIDS
for v in MAIN B1 B2 B3 NOCLUS NOCTX NOENR NOML; do
 make IDS_V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Exécution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chmod +x reproduce_campaign.sh
# ATTENTION: cette campagne complète peut prendre plusieurs heures
# ./reproduce_campaign.sh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Estimation du temps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8 variants × 6 scénarios × 10 seeds = 480 simulations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~10 min par simulation × 480 / 4 workers = ~20 heures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Prévoir une exécution overnight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Vérification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results/campaign/*.log (480 fichiers)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results/tables/table_II*.tex à table_IX*.tex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results/figures/fig_*.tex (11 fichiers)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Dépannage : Si la campagne est trop longue, réduisez à 3 seeds (au lieu de 10) pour un test plus rapide.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Pourquoi la reproductibilité est-elle cruciale en recherche sur les IDS ? Quels facteurs peuvent rendre une campagne non reproductible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