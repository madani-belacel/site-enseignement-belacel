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Métriques d'évaluation et perspectives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10 — Module IDS-IOT / RPL-ClusterIDS
Auteur : Dr. Madani BELACEL
Durée : 1 séance
Objectif : Maîtriser les métriques de détection et identifier les perspectives de recherche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Métriques de détection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Métrique | Formule
DR (Detection Rate) | TP / (TP + FN)
FAR (False Alarm Rate) | FP / (FP + TN)
Précision | TP / (TP + FP)
F1-Score | 2×TP / (2×TP + FP + FN)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Métriques système (logs METRIC)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DET : TP, FP, TN, FN,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NRG : rôle, mode, CPU%, RAM, énergie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LAT : latence moyenne 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ALERT : nœuds, alarmes/heure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CLUST : temps, tenure CH, re-cluster, NRE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TEMP : phase (stab/attack/recovery),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MODE : mode contextuel, DR, FAR, CPU%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Format METRIC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Pipeline de traitement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Parse logs METRIC → CSV structuré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Calcule DR, FAR, F1 par variante et scénario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Génère Tables II–IX (LaTeX)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Génère 11 figures TikZ/PGFPlots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Perspectives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Apprentissage automatique embarqué (forêt aléatoire, SVM léger)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Intégration LQI dans l'affinité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Validation matérielle (Zolertia RE-Mote, Energest réel)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Nouvelles attaques : sybil, hello flood, sinkhole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Déploiement multi-saut &gt; 100 nœuds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Quelle métrique est la plus importante pour un IDS en IoT critique (surveillance médicale) : DR, FAR ou F1 ? Justifiez.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