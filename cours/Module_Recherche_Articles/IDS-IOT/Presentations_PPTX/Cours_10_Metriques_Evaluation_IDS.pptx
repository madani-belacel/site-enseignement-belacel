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Métriques d'évaluation IDS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10 — Module IDS-IOT / RPL-ClusterIDSAuteur : Dr. Madani BELACELTables : Tables II–IX dans l'article Elsevier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Matrice de confusion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métriques de détection sont basées sur la matrice de confusion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VP (Vrai Positif) — Attaque détectée correctement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FP (Faux Positif) — Alerte pour un comportement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VN (Vrai Négatif) — Comportement normal correctement identifié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FN (Faux Négatif) — Attaque non détectée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Detection Rate (DR) / Recall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taux de détection mesure la proportion d'attaques correctement identifiées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Un DR élevé (proche de 1) signifie que l'IDS détecte la plupart des attaques. RPL-ClusterIDS vise DR &gt; 90% pour les attaques simples, &gt; 80% pour les attaques mixtes.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False Positive Rate (FPR)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taux de faux positifs mesure la proportion de comportements normaux incorrectement signalés comme attaques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Un FPR bas (idéalement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Précision (Precision)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précision mesure la proportion d'alertes qui sont correctes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F1-Score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F1-Score est la moyenne harmonique de la précision et du rappel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Cette métrique unique permet de comparer globalement les variantes. Un F1 &gt; 0.85 est considéré comme excellent.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Overhead énergétique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L'overhead énergétique mesure l'énergie supplémentaire consommée par le mécanisme IDS par rapport à RPL standard (B1)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Mesuré via le modèle d'énergie de Cooja (energest). Les overheads typiques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Full mode : 15-20%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Balanced mode : 8-10%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Eco mode : 3-5%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7. Latence de détection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latence de détection est le temps entre le début d'une attaque et la première alerte générée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Elle dépend de la politique contextuelle et de la période de rapport LAS. En mode Full, la latence moyenne est de 5-15 secondes simulées.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8. Tables de l'article (Tables II-IX)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L'article présente 8 tables comparatives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Table | Contenu
II | DR par variant et type d'attaque
III | FPR par variant et type d'attaque
IV | F1-Score par variant
V | Overhead énergétique par variant
VI | Latence de détection par politique conte
VII | Impact du nombre de nœuds malveillants
VIII | Comparaison avec l'état de l'art
IX | Résumé des ablation studies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9. Interpretation des résultats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résultats préliminaires (pilot campaign) montrent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DR &gt; 94% pour l'attaque rank en mode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FPR &lt; 6% pour toutes les attaques en mode Full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CLUSTERIDS (MAIN) surpasse systématiquement les ablations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L'agrégation CH améliore le F1-Score de 0.12 à 0.15 par rapport à la détection locale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82496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val="34495E"/&gt;</a:solidFill>
              </a:rPr>
              <a:t>"Note : Ces résultats sont préliminaires (phase 2.1). La campagne complète permettra de les consolider statistiquement sur 30+ seeds."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