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Variants et études d'ablation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09 — Module IDS-IOT / RPL-ClusterIDS
Auteur : Dr. Madani BELACEL
Durée : 2 séances
Objectif : Comprendre les 8 variantes et l'impact de chaque composant par ablation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Les huit variantes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Variante | Label | Description | Macro
B1 | B1 | Centralisé border router | IDS_VARIANT_B1
B2 | B2 | Flat distribué | IDS_VARIANT_B2
B3 | B3 | Centralisé vérification | IDS_VARIANT_B3
MAIN | MAIN | Complet (clustering + CH) | IDS_VARIANT_MAIN
NOCLUS | NO_CLUST | Sans clustering | IDS_ABLATION_NOCLUS
NOCTX | FIXED_MODE | Sans politique contextuelle | IDS_ABLATION_NOCTX
NOENR | FIXED_NRG | Énergie fixe (NRE=80) | IDS_ABLATION_NOENR
NOML | MEMBERS | Sans confirmation CH | IDS_ABLATION_NOML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Sélection par variante dans run_ids_overlay()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Effet attendu des ablations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NOCLUS : chaque nœud est CH → surcoût énergétique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NOCTX : pas d'adaptation → consommation constante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NOENR : NRE fixe → pas d'energy-scaling du 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NOML : pas de confirmation CH → plus de FP, conso réduite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Si NOML (MEMBERS) a plus de FP mais une conso réduite, dans quel scénario est-ce acceptable ? Comment l'ablation aide-t-elle à décider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