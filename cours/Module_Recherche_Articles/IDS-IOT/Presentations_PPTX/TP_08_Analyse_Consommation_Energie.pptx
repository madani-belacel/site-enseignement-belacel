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08 — Analyse de la consommation d'énergie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08 — Module IDS-IOT / RPL-ClusterIDS
Durée : 2 séances
Prérequis : TP 06, logs NRG disponibles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Extraire les métriques NRG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cd /home/madani/contiki-ng/examples/IDS_IOT
grep "METRIC,NRG" results/pilot/MAIN_mixed_seed1.log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955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Format : METRIC,NRG,seed,variant,role,mode,cpu_pct,ram_kb,energest_delta_pct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CH vs membres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python3 -c "
import re
ch_cpu,mem_cpu=[],[]; ch_ram,mem_ram=[],[]; ch_ener,mem_ener=[],[]
with open('results/pilot/MAIN_mixed_seed1.log') as f:
 for line in f:
 if 'METRIC,NRG' in line:
 p=line.strip().split(',')
 role=int(p[5]); cpu=int(p[7]); ram=int(p[8]); ener=int(p[9])
 if role==1:
 ch_cpu.appe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Impact des politiques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python3 -c "
from collections import defaultdict
ms=defaultdict(lambda:{'cpu':[],'ener':[]})
with open('results/pilot/MAIN_mixed_seed1.log') as f:
 for line in f:
 if 'METRIC,NRG' in line:
 p=line.strip().split(','); mode=int(p[6]); cpu=int(p[7]); ener=int(p[9])
 ms[mode]['cpu'].append(cpu); ms[mode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01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CH consomment plus que membres (surcharge 20-30%)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Eco &lt; Full (économie 30-40%)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13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MAIN consomme plus que B1 (plus de traitement distribué)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94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CPU entre 3-12% (réaliste)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254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val="856404"/&gt;</a:solidFill>
              </a:rPr>
              <a:t>[TROUBLE] Dépannage : Si CPU&gt;100% ou RAM&gt;65535, vérifiez IDS_CONF_CAMPAIGN_METRICS=1 à la compilation.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6382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La surcharge CH de +24% est-elle acceptable ? Compromis sécurité vs durée de vie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