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Agrégation au niveau Cluster Head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06 — Module IDS-IOT / RPL-ClusterIDS
Auteur : Dr. Madani BELACEL
Durée : 1 séance
Objectif : Comprendre ids_ch.c : confirmation des alertes, agrégation LAS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Code de confirmation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Table de décision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Alarme | LAS&gt;50 | Attaque | Résultat
1 | Oui | Oui | TP — attaque confirmée
1 | Oui | Non | FP — fausse alarme
0 | Non | Oui | FN — attaque manquée
0 | Non | Non | TN — normal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Comparaison des variants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B1 : border router uniquement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B2 : plat (flat), chaque nœud pour soi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B3 : border router vérifie (centralisé)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MAIN : CH vérifie (distribué hiérarchique)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Comment l'agrégation CH réduit-elle les FP par rapport à B2 ? Quel est le surcoût en communication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