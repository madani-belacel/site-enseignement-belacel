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Types d'attaques RPL simulées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08 — Module IDS-IOT / RPL-ClusterIDS
Auteur : Dr. Madani BELACEL
Durée : 1 séance
Objectif : Comprendre les 5 types d'attaques dans ids_attack.c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Activation temporelle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10% des nœuds sont malveillants (aléatoire à l'init).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Signaux d'attaque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Rank Attack (R1)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Selective Forwarding (R2)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DAO Flood (R3)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Wormhole (R4)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Scénarios de campagne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none — pas d'attaque (contrôle)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rank — Rank Attack uniquement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sel_fwd — Selective Forwarding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dao_flood — DAO Flood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wormhole — Wormhole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mixed — tous les types simultanément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Signal rank=80, EWMA initial=0, 80&gt;0+15 → vrai. LAS = (80×3)/4 = 60 &gt; 50 → alarme.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le wormhole a-t-il 25% de silence ? Impact sur le DR par rapport à un signal continu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