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01 — Explorer le dépôt IDS-IOT et le code source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01 — Module IDS-IOT / RPL-ClusterIDS
Durée : 1 séance
Prérequis : Git, Ubuntu 22.04+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Structure racine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/home/madani/contiki-ng/examples/IDS_IOT
ls -la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955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Identifiez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main.tex — Manuscrit Elsevier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code_source_RPL_ClusterIDS/ — Firmware Contiki-NG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SIMULATION_CAMPAIGN_READY/ — Scripts de campagne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data/ — Données de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scripts/ — Scripts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768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Figures/ — 11 figures TikZ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tables/ — Tables II–IX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docker/ — Support Docker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Explorer le code source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code_source_RPL_ClusterIDS
ls -la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9552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Fichier | Rôle | Lignes
clusterids-node.c | Processus principal | 267
clus_form.c/h | Formation clusters | 51+11
ch_elect.c/h | Élection CH | 98+13
ids_member.c/h | Détection membre | 97+12
ids_ch.c/h | Agrégation CH | 63+11
ctx_policy.c/h | Politiques contextuelles | 53+17
ids_attack.c/h | Attaques | 80+14
ids_campaign_log.c/h | Log METRIC | 164+20
ids_conf.h | Configuration | 38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Examiner les variantes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ls variants/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9552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Fichier | Label | Rôle
imacros-B1.h | B1 | Centralisé border router
imacros-B2.h | B2 | Flat distribué
imacros-B3.h | B3 | Centralisé vérification
imacros-CLUSTERIDS.h | MAIN | Complet
imacros-NOCLUS.h | NO_CLUST | Sans clustering
imacros-NOCTX.h | FIXED_MODE | Sans contexte
imacros-NOENR.h | FIXED_NRG | Énergie fixe
imacros-NOML.h | MEMBERS | Sans CH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Lire la configuration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cat ids_conf.h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Vérification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Vérification : Produisez structure_depot.txt avec l'arborescence commentée (≥15 lignes).
Exemple :
IDS_IOT/
├── main.tex # Manuscrit Elsevier
├── code_source_RPL_ClusterIDS/
│ ├── clusterids-node.c # Processus principal
│ ├── clus_form.c # Formation clusters
│ ├── ch_elect.c # Élection CH
│ ├── ids_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Questions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Combien de fichiers .c dans code_source_RPL_ClusterIDS/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fichier contient les seuils de détection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Rôle de ch_elect.c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Combien de variantes ? Citez-les.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Pourquoi le dépôt contient-il un manuscrit LaTeX ET le firmware C ? Comment les deux parties sont-elles liées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