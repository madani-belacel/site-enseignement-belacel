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04 — Génération de scénarios Cooja avec scripts Python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04 — Module IDS-IOT / RPL-ClusterIDS
Durée : 2 séances
Prérequis : Python 3, TP 03, scripts/ disponibles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Explorer les scripts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ls scripts/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Générer un scénario test (5 nœuds)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scripts/generer_scenarios_cooja.py \
 --output sim/test/ --variants MAIN --scenarios mixed --nodes 5 --seed 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le .csc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cat sim/test/MAIN_mixed_seed1.csc | head -30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Générer la campagne complète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scripts/generer_scenarios_cooja.py \
 --output sim/campaign/ \
 --variants MAIN B1 B2 B3 NOCLUS NOCTX NOENR NOML \
 --scenarios none rank sel_fwd dao_flood wormhole mixed \
 --nodes 50 --seeds 1 2 3 4 5 6 7 8 9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Vérifiez la présence des variables dans le .csc : grep 'IDS_CAMPAIGN_' sim/test/MAIN_mixed_seed1.csc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ModuleNotFoundError, installez les dépendances : pip install -r scripts/requirements.txt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7685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est-il important de varier les seeds aléatoires ? Impact d'une seule seed sur les conclusions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