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Élection des Cluster Heads — Fitness (Eq. 3)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04 — Module IDS-IOT / RPL-ClusterIDS
Auteur : Dr. Madani BELACEL
Durée : 1 séance
Objectif : Comprendre l'élection des CH basée sur la fonction de fitness (Eq. 3)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Initialisation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Fonction de fitness (Eq. 3)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Logique de rotation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Métriques exposées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ch_elect_is_head() : 1 si 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ch_elect_tenure_s() : temps de tenure (secondes)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ch_elect_recluster_events() : nombre de re-clusterings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val="856404"/&gt;</a:solidFill>
              </a:rPr>
              <a:t>[TROUBLE] Dépannage : Si la rotation des CH ne se produit jamais, vérifiez que clus_form_should_recluster() retourne 1 ET rotation_counter &gt; 10.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64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Comment le mécanisme de rotation périodique équilibre-t-il la charge énergétique ? Impact d'un seuil trop bas ou trop haut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