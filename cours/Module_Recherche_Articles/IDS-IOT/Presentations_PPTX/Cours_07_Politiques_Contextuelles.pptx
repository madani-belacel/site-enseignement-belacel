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Politiques contextuelles (Full/Balanced/Eco)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07 — Module IDS-IOT / RPL-ClusterIDS
Auteur : Dr. Madani BELACEL
Durée : 1 séance
Objectif : Comprendre l'adaptation contextuelle du niveau de détection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Les trois modes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Mode | Masque | Règles | Consommation
Full (0) | 0x0F | R1+R2+R3+R4 | Élevée
Balanced (1) | 0x07 | R1+R2+R3 | Moyenne
Eco (2) | 0x03 | R1+R2 | Faible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Logique de transition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Ablation NOCTX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variant NOCTX (FIXED_MODE) désactive ctx_policy_tick(). Le mode reste Balanced toute la simulation.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Test : nre_x100=20 (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Quel est l'impact d'une politique Eco prolongée sur la détection des attaques wormhole (R4) ? Acceptable selon le contexte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