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02 — Compilation des 8 variants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02 — Module IDS-IOT / RPL-ClusterIDS
Durée : 1 séance
Prérequis : Contiki-NG, toolchain ARM, TP 01 réalisé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Préparation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/home/madani/contiki-ng/examples/IDS_IOT/code_source_RPL_ClusterIDS
export CONTIKI=/home/madani/contiki-ng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Compiler MAIN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make IDS_VARIANT=MAIN TARGET=cooja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Résultat attendu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Compiling platform Cooja
Compiling clusterids-node.c
Compiling clus_form.c ... Linking clusterids-node.cooja
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Vérification : ls -la clusterids-node.cooja (taille ~250-350 Ko).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Compiler toutes les variantes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make IDS_VARIANT=B1 TARGET=cooja clean &amp;&amp; make IDS_VARIANT=B1 TARGET=cooja
cp clusterids-node.cooja clusterids-node-B1.cooja
make IDS_VARIANT=B2 TARGET=cooja clean &amp;&amp; make IDS_VARIANT=B2 TARGET=cooja
cp clusterids-node.cooja clusterids-node-B2.cooja
make IDS_VARIANT=B3 TARGET=cooja clean &amp;&amp; make IDS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Compilation avec logs de campagne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make IDS_VARIANT=MAIN TARGET=cooja clean
make IDS_VARIANT=MAIN TARGET=cooja IDS_CONF_CAMPAIGN_METRICS=1 IDS_CAMPAIGN_SEED=1 IDS_CAMPAIGN_SCENARIO=mixed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Vérification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Vérification : Comparez les tailles des binaires. B1 (centralisé) devrait être légèrement plus petit que MAIN.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Dépannage : Si erreur 'contiki.h: No such file', vérifiez que CONTIKI pointe vers /home/madani/contiki-ng.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61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Pourquoi le binaire B1 est-il plus petit que MAIN ? Quels composants sont exclus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