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12 — Projet de synthèse — Évaluation complète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12 — Module IDS-IOT / RPL-ClusterIDS
Durée : 3 séances
Prérequis : Tous les TP précédents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Objectifs du projet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Ce projet de synthèse vous demande de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Reproduire une campagne complète (ou sous-ensemble significatif)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Produire un rapport d'analyse incluant : tables, figures, interprétation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Identifier les forces et faiblesses de RPL-ClusterIDS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6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Proposer au moins 3 améliorations concrètes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Livrables attendus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2.1 Rapport d'analyse (PDF, 8-12 pages)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Introduction et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Méthodologie : variants, scénarios, métriques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Résultats : Tables II-IX, Figures 1-11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6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 : DR, FAR, F1, énergie, latence,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824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Discussion : forces, faiblesses, 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Améliorations proposées (≥3)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505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2.2 Code produit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Script de reproduction (reproduce_campaign.sh)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07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Script d'analyse personnalisé (optionnel)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Grille d'évaluation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Critère | Points
Campagne exécutée (minimum 3 variants ×  | 20%
Tables générées et correctes | 15%
Figures générées et interprétées | 15%
Analyse critique (forces/faiblesses) | 25%
Propositions d'amélioration (≥3, argumen | 25%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Pistes d'amélioration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ML embarqué : remplacer R1-R4 par une forêt aléatoire ou SVM léger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LQI dans l'affinité : améliorer la formation des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Détection multi-échelle : ajouter une fenêtre temporelle 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Rotation CH adaptative : basée sur l'énergie prédite plutôt que fixe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Nouvelles attaques : implémenter sybil, hello flood, version 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Validation matérielle : déployer sur Zolertia RE-Mote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Interface utilisateur : dashboard temps réel des alertes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Exemple de structure de rapport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Remarques importantes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rapport doit être rédigé en français ou en anglais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Citez les équations (Eq. 1-4) et les tables/figures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Soyez critique : identifiez les limitations réelles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Les améliorations doivent être réalisables (pas de "solution miracle")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7. Vérification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rapport compile sans erreur LaTeX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Toutes les tables et figures sont référencées dans le 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Les métriques DR, FAR, F1 sont correctement calculées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Au moins 3 améliorations sont proposées et argumentées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script de reproduction est exécutable (chmod +x)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Dépannage : Si vous manquez de temps pour la campagne complète (480 sims) :
- Réduisez à 3 variants (MAIN, B1, B2) × 2 scénarios (none, mixed) × 3 seeds = 18 sims
- Utilisez les données precomputées dans data/ si disponibles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7802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Si vous deviez ne retenir qu'un seul résultat de ce module, quel serait-il et pourquoi ? Quelle est la contribution la plus importante de RPL-ClusterIDS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