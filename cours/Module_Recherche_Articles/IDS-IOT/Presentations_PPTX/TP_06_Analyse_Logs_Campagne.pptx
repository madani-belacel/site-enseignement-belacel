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06 — Analyse des logs METRIC de campagne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06 — Module IDS-IOT / RPL-ClusterIDS
Durée : 2 séances
Prérequis : TP 05, results/pilot/ disponible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Analyse des logs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python3 scripts/analyse_logs_campagne.py \
 --input results/pilot/ --output results/analysis/ \
 --csv results/analysis/metrics.csv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Examiner le CSV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cat results/analysis/metrics.csv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Comparaison MAIN vs B1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python3 -c "
import csv
with open('results/analysis/metrics.csv') as f:
 for row in csv.DictReader(f):
 if row['scenario']=='mixed':
 print(f\"{row['variant']:&gt;8} DR={row['dr']:.4f} FAR={row['far']:.4f} F1={row['f1']:.4f}\")
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MAIN DR &gt; B1 (détection distribuée plus efficace)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MAIN FAR &lt; B1 (confirmation CH réduit les FP)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Scénario 'none' : DR=1.0, FAR=0.0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CSV vide, vérifiez les logs avec : grep -c 'METRIC,DET' results/pilot/*.log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Interprétez la différence DR entre MAIN (0.9375) et B1 (0.6640) pour mixed. Pourquoi le système complet détecte-t-il mieux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