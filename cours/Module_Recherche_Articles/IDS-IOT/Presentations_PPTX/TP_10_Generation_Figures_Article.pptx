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TP 10 — Génération de figures LaTeX/TikZ pour l'article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TP 10 — Module IDS-IOT / RPL-ClusterIDS
Durée : 2 séances
Prérequis : TP 09, tables générées, LaTeX installé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Figures du papier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fig_dr_comparison — DR par variante et scénario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fig_far_comparison — FAR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fig_f1_comparison — F1-Score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252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fig_energy_ch_vs_member — Énergie CH vs membre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fig_context_policy_impact — Distribution des modes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fig_latency_comparison — Latence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933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fig_cpu_ram_usage — CPU et 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942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fig_cluster_stability — Stabilité des clusters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0545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fig_detection_timeline — Timeline stab/attack/recovery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6148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fig_ablation_radar — Radar d'ablation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17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fig_roc_curve — Courbe ROC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Générer toutes les figures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cd /home/madani/contiki-ng/examples/IDS_IOT
python3 scripts/generer_figures_article.py \
 --input results/pilot/ --output results/figures/ --format tikz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Examiner fig_dr_comparison.tex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cat results/figures/fig_dr_comparison.tex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4. Compiler le manuscrit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cd /home/madani/contiki-ng/examples/IDS_IOT
pdflatex main.tex &amp;&amp; pdflatex main.tex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9552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val="0C5460"/&gt;</a:solidFill>
              </a:rPr>
              <a:t>[VERIF] Vérification : Vérifiez que les figures sont correctement incluses dans le PDF :
pdflatex main.tex # Deux passes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35024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Question réflexive : Quelle figure est la plus informative pour comparer les 8 variantes ? Pourquoi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