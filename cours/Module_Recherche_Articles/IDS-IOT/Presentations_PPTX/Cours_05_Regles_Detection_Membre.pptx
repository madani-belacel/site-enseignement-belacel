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Règles de détection au niveau membre (R1–R4)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05 — Module IDS-IOT / RPL-ClusterIDS
Auteur : Dr. Madani BELACEL
Durée : 2 séances
Objectif : Comprendre les 4 règles de détection, le LAS (Eq. 4), EWMA, matrice de confusion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Les quatre règles (R1–R4)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Règle | Bit | Attaque | Signal
R1 | 0x01 | Rank Attack | 75-85
R2 | 0x02 | Selective Forwarding | 35-75 (selon classe)
R3 | 0x04 | DAO Flood | 60-70
R4 | 0x08 | Wormhole | 70-80 (25% silence)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Lissage EWMA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Facteur 7/8 = 0.875, seuil de détection = EWMA + 15.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Score LAS (Eq. 4)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Poids : R1×3 (rank, le plus dangereux), R2×2 (selective forwarding), R3×1, R4×1.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Si NRE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Alarme et matrice de confusion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Masques selon politique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Mode | Masque | Règles
Full | 0x0F | R1+R2+R3+R4
Balanced | 0x07 | R1+R2+R3
Eco | 0x03 | R1+R2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val="0C5460"/&gt;</a:solidFill>
              </a:rPr>
              <a:t>[VERIF] Vérification : Rank attack signal=80, ewma=30 → 80 &gt; 45 → vrai. LAS = (80×3)/4 = 60 &gt; 50 → alarme.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4708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val="856404"/&gt;</a:solidFill>
              </a:rPr>
              <a:t>[TROUBLE] Dépannage : Si le taux de FP est trop élevé, augmentez le seuil EWMA+15 ou IDS_THRESHOLD_LAS dans ids_conf.h.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8658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 réflexive : Pourquoi utiliser un EWMA plutôt que la valeur brute ? Comment le facteur 7/8 influence-t-il la réactivité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