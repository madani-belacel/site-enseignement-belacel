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03 — Simulation test avec 3 nœuds dans Cooja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03 — Module IDS-IOT / RPL-ClusterIDS
Durée : 2 séances
Prérequis : TP 02, Contiki-NG avec Cooja, Java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Lancer Cooja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
ant run # ou java -jar tools/cooja/dist/cooja.jar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Créer la simulation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File → New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Nom : IDS-IOT-test-3nodes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Radio medium : UDGM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Créer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Ajouter les nœuds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Mote → Add motes → Sky mote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Firmware : code_source_RPL_ClusterIDS/clusterids-node.cooja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Ajoutez 3 motes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Positions : N1(50,50) root, N2(80,50) membre, N3(50,80) membre.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Lancer la simulation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# Cliquez Start dans Cooja
# Observation des logs UDP et METRIC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Logs attendus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METRIC,DET,0,MAIN,none,12,0,48,0,1.0000
METRIC,NRG,0,MAIN,1,0,8,4200,62
METRIC,LAT,0,MAIN,none,18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Vérification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3 nœuds forment un DODAG 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Node 1 (ID=1) est 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Paquets UDP échangés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Logs METRIC toutes les 60s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Dépannage : Si pas de communication, vérifiez portée UDGM (≥50m). Si pas de root, vérifiez node_id==1 dans clusterids-node.c.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08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Pourquoi 3 nœuds seulement ? Quels aspects ne peuvent pas être validés avec si peu de nœuds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