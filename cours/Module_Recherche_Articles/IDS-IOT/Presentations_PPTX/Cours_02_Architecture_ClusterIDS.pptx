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Architecture distribuée de RPL-ClusterIDS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02 — Module IDS-IOT / RPL-ClusterIDS
Auteur : Dr. Madani BELACEL
Durée : 2 séances
Objectif : Comprendre l'architecture modulaire de RPL-ClusterIDS dans Contiki-NG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Vue d'ensemble des modules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Fichier | Rôle | Lignes
clusterids-node.c | Processus principal Contiki-NG | 267
clus_form.c/h | Formation des clusters (Eq. 1-2) | 51+11
ch_elect.c/h | Élection CH (Eq. 3) | 98+13
ids_member.c/h | Détection membre (R1-R4, LAS, EWMA) | 97+12
ids_ch.c/h | Agrégation CH et confirmation | 63+11
ctx_policy.c/h | Politiques Full/Balanced/Eco | 53+17
ids_attack.c/h | Générateurs de signaux d'attaque | 80+14
ids_campaign_log.c/h | Log structuré METRIC | 164+20
ids_conf.h | Configuration centrale (seuils, durées) | 38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Diagramme de flux du processus principal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Cheminement des données de détection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ids_attack_tick() active/désactive les signaux selon sim_seconds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ids_member_tick() lit 4 signaux, applique masque (policy), EWMA, calcule 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Si LAS &gt; 50 → alarme membre =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ids_ch_tick() confirme si alarme ET LAS &gt;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emit_campaign_metrics() log toutes les 60s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Configuration ids_conf.h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 réflexive : Pourquoi la fonction d'affinité utilise-t-elle des poids (topologie ×3, énergie ×2, trafic ×1) ? Comment ces poids influencent-ils la stabilité du cluster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