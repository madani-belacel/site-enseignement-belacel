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Pipeline de reproductibilité scientifique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11 — Module IDS-IOT / RPL-ClusterIDSAuteur : Dr. Madani BELACELObjectif : Comprendre le pipeline complet de la simulation à la publication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Principes de la reproductibilité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La reproductibilité scientifique est un enjeu majeur pour la recherche en réseaux. RPL-ClusterIDS a été conçu selon les principes FAIR (Findable, Accessible, Interoperable, Reusable) avec un pipeline entièrement automatisé qui permet de reproduire l'intégralité des résultats, de la simulation à la génération du manuscrit.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Pipeline complet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Génération de scénarios (generate_campaign_csc.py) — Produit les fichiers .csc pour chaque combinaison variant × attaque × seed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Compilation du firmware (build_variant.sh) — Compile les 8 variantes pour la plateforme Cooja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Simulation Cooja (run_ids_campaign.sh) — Exécute les simulations en mode headless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Parsing des logs (parse_cooja_ids_metrics.py) — Extrait les métriques structurées des fichiers COOJA.testlog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Calcul des statistiques (compute_statistics.py) — Produit les Tables II-IX au format LaTeX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Génération des figures (generate_figures.py) — Produit les 11 figures TikZ/PGFPlots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Compilation du manuscrit (pdflatex + bibtex) — Assemble le document final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Structure des données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Les données suivent une hiérarchie claire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Support Docker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Un environnement Docker est fourni pour garantir la reproductibilité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Dockerfile installe toutes les dépendances nécessaires : Contiki-NG, Cooja, Python 3, pandas, matplotlib, LaTeX (texlive), TikZ/PGFPlots.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Script de pipeline unifié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Un script run_pipeline.sh orchestre l'ensemble des étapes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Gestion des seeds aléatoires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Pour garantir la reproductibilité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Chaque seed est explicitement définie dans le fichier CSC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Les seeds sont enregistrées dans un fichier seeds.txt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 script de campagne peut reprendre à partir d'un seed spécifique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7. Validation des résultats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pipeline inclut des vérifications automatiques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Vérification que tous les fichiers CSC existent avant la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Vérification que les logs contiennent des lignes 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Comparaison avec les données estimées pour détecter les anomalies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264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Rapport de validation généré après chaque étape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8. Bonnes pratiques pour la recherche reproductible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Versionner le code source et les scripts (Git)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Documenter toutes les dépendances et versions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Utiliser des seeds fixes et documentées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Automatiser le pipeline (pas de manipulation manuelle)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Fournir un environnement conteneurisé (Docker)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Publier les données brutes et les résultats intermédiaires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9339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val="34495E"/&gt;</a:solidFill>
              </a:rPr>
              <a:t>"Référence : Le dépôt IDS-IOT suit les recommandations du ACM Artifact Review and Badging et vise le badge "Artifacts Available" et "Results Reproduced"."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