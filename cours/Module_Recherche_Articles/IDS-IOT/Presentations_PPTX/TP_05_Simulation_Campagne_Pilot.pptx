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05 — Simulation campagne pilote (50 nœuds)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05 — Module IDS-IOT / RPL-ClusterIDS
Durée : 2 séances
Prérequis : TP 04, scénarios .csc générés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Générer les scénarios pilotes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cd /home/madani/contiki-ng/examples/IDS_IOT
python3 scripts/generer_scenarios_cooja.py \
 --output sim/pilot/ \
 --variants MAIN B1 B2 \
 --scenarios none mixed \
 --nodes 50 --seeds 1 2 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Lancer en mode headless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cd /home/madani/contiki-ng
java -mx512m -jar tools/cooja/dist/cooja.jar \
 -nogui="/home/madani/contiki-ng/examples/IDS_IOT/sim/pilot/MAIN_none_seed1.csc" \
 -contiki=/home/madani/contiki-ng &gt; pilot_MAIN_none_1.log 2&gt;&amp;1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Script parallèle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cd /home/madani/contiki-ng/examples/IDS_IOT
python3 scripts/run_campaign_parallel.py \
 --input sim/pilot/ --output results/pilot/ --workers 4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Vérification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Vérification : Vérifiez : fichiers .log non vides, ≥10 lignes METRIC,DET, champs seed/variant/scenario corrects.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9669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val="856404"/&gt;</a:solidFill>
              </a:rPr>
              <a:t>[TROUBLE] Dépannage : Si Cooja échoue en headless, vérifiez Java 11+ et augmentez -mx à 1g.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3502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Pourquoi 3 seeds ? Effet de la seed sur TP/FP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