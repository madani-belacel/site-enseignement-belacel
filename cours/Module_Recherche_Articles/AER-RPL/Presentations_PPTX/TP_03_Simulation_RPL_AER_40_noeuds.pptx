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03 : Simulation RPL-AER avec 40 nœuds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03 — Simulation RPL-AER avec 40 nœuds
 Auteur : Dr. Madani BELACEL
 Durée estimée : 1h00
 Objectifs : Simuler RPL-AER avec 40 nœuds et collecter les logs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Génération du scénario de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Générez un fichier de simulation Cooja avec 40 nœuds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Alternativement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Où : -n 39 = 39 clients + 1 sink = 40 nœuds, -s 0.3 = 30% solaires, -m 0.3 = 30% mobiles.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Générer un scénario de simulation Cooja avec des paramètres configurables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Lancer une simulation avec 40 nœuds (39 clients + 1 sink)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Observer les logs MCS, énergie et sécurité en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Collecter les logs pour analyse ultérieure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Lancement de la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Cooja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Vérifiez que les 40 nœuds sont déployés dans la zone de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Cliquez sur "Start" pour démarrer la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Observez les logs dans la console "Mote output"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Laissez la simulation tourner pendant 10 minutes (temps simulé)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Observation des logs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Pendant la simulation, vous devriez voir des logs comme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Sauvegarde des logs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Cooja, allez dans "Tools" → "Serial Socket" → "Log to file" et sauvegardez dans cooja_results/rpl-aer-output.log.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 fichier de log a été créé avec une taille non nulle : ls -la cooja_results/rpl-aer-output.log.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9786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Cooja ne s'affiche pas : assurez-vous d'avoir un serveur X (X11 forwarding si SSH). Si generate_csc.py est introuvable, utilisez le chemin absolu.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utilise-t-on 39 clients et 1 sink (40 nœuds au total)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de l'option -s 0.3 (30% solaire) sur le réseau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se passe-t-il si on augmente la mobilité à 50% (-m 0.5)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temps simulé faut-il pour observer des variations significatives du MCS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les logs sont-ils structurés ? Quels champs contiennent-ils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8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Fichier cooja_results/rpl-aer-output.log contenant au moins 5 minutes de simulation avec logs MCS, énergie et performance.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