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10 : Extraction de résultats scientifiques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10 — Extraction de résultats scientifiques
 Auteur : Dr. Madani BELACEL
 Durée estimée : 1h30
 Objectifs : Maîtriser l'extraction et l'analyse des résultats de simulation pour publication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Extraction de résultats scientifiques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L'extraction de résultats à partir des logs de simulation Cooja est une étape cruciale pour évaluer les performances de RPL-AER. Les métriques collectées permettent de quantifier l'amélioration apportée par rapport à RPL standard.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Maîtriser l'extraction des métriques à partir des logs Cooja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les indicateurs clés : PDR, latence, énergie, détection d'attaques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Savoir générer des figures scientifiques (ggplot2/Matplotlib)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Produire des tableaux récapitulatifs pour publication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Métriques collectées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Métrique | Description | Source
PDR | Packet Delivery Ratio (%) | rpl-aer.c:276
Latence moyenne | Temps moyen de transmission (ms) | rpl-aer.c:284
Throughput | Paquets par seconde | rpl-aer.c:291
MCS | Multi-Criteria Score | rpl-aer.c:77
NRE | Énergie résiduelle normalisée | rpl-aer.c:41
PEC | Prédiction de consommation | rpl-aer.c:52
ECS | Score contextuel | rpl-aer.c:60
Attaques détectées | Nombre d'attaques identifiées | rpl-aer.c:197
Énergie résiduelle | Batterie restante (mWh) | rpl-aer.c:142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Extraction des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Utilisation du script build_and_test.sh avec l'option --full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script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59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Nettoie et compile 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15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Génère un scénario de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Lance Cooja (mode graphique ou batch)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 les logs avec analyze_logs.py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Analyse des logs avec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 Exemple d'extraction depuis les logs
 2 import re
 3 
 4 logs = open("cooja_results/rpl-aer-output.log").read()
 5 
 6 mcs_values = re.findall(r"MCS=([0-9.]+)", logs)
 7 pdr_values = re.findall(r"PDR = ([0-9.]+)", logs)
 8 energy_values = re.findall(r"Energy=([0-9]+) mWh", logs)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Génération de figures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matplotlib.pyplot as plt
 2 
 3 plt.figure(figsize=(10, 6))
 4 plt.plot(mcs_values, label="MCS")
 5 plt.plot(nre_values, label="NRE")
 6 plt.plot(pec_values, label="PEC")
 7 plt.plot(ecs_values, label="ECS")
 8 plt.xlabel("Temps (s)")
 9 plt.ylabel("Score")
 10 plt.title("Évolution du MCS et de ses composants")
 11 plt.legend()
 12 plt.savefig("cooja_results/mcs_evolution.png")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Tableaux pour publication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Métrique | RPL Standard | RPL-AER | Amélioration
PDR (%) | 82.5 | 94.8 | +14.9%
Latence (ms) | 145 | 98 | -32.4%
Énergie consommée (mWh) | 1200 | 850 | -29.2%
Attaques détectées (%) | 45 | 92 | +104%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75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Quelles métriques sont les plus importantes pour évaluer RPL-AER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calculer l'amélioration relative entre RPL standard et RPL-AER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877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types de figures sont les plus adaptés pour présenter les résultats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437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valider statistiquement les résultats de simulation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998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méthodologie pour comparer RPL-AER avec d'autres protocoles.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Script : build_and_test.sh — Compilation et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rpl-aer.c:276-317 — Logs de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Outil : analyze_logs.py — Extraction de métriques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