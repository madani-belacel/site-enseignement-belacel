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01 : Cloner et explorer le dépôt RPL-AER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01 — Cloner et explorer le dépôt RPL-AER
 Auteur : Dr. Madani BELACEL
 Durée estimée : 45 minutes
 Objectifs : Cloner le dépôt, explorer la structure, comprendre chaque fichier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Cloner le dépôt GitHub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Cloner le dépôt RPL-AER depuis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Explorer la structure du projet et ses fichiers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le rôle de chaque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Se familiariser avec les outils de développement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Explorer la structure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Examiner les fichiers principaux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3.1. rpl-aer.c et rpl-aer.h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Résultat attendu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3.2. mcs_calculator.h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3.3. lstm_predictor.h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Examiner les fichiers de configuration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Examiner les scripts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Vérification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Vérifiez que tous les fichiers listés ci-dessus existent et sont lisibles. Utilisez `ls -la` pour confirmer la présence des 15+ fichiers sources.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9786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Dépannage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Si le dépôt n'est pas trouvé, vérifiez le chemin : `ls /home/madani/contiki-ng/examples/projet_madani/`. Si le dossier RPL-AER-main n'existe pas, lancez : `git clone https://github.com/madani-belacel/RPL-AER.git`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95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Combien de fichiers sources C contient le projet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Quels paramètres prend la fonction mcs_calculator_compute()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est la taille de la fenêtre LSTM (LSTM_WINDOW_SIZE)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Quels types d'attaques sont définis dans attack_detector.h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le harvest_module simule-t-il le cycle jour/nuit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Livrables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1401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Fichier exploration.txt contenant : la liste complète des fichiers avec leur rôle, les réponses aux questions ci-dessus, et un diagramme textuel de l'architecture (modules et leurs interactions).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