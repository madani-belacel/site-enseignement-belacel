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12 : TP de synthèse RPL-AER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12 — TP de synthèse RPL-AER
 Auteur : Dr. Madani BELACEL
 Durée estimée : 2h00
 Objectifs : Réaliser une campagne complète de simulations et produire un rapport d'analyse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TP de synthèse RPL-AER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 TP de synthèse vise à réaliser une campagne complète de simulations et d'analyses pour évaluer RPL-AER dans différents scénarios, et produire un rapport scientifique structuré.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Réaliser une campagne complète de simulations RPL-AER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l'impact des paramètres (énergie, mobilité, attaques) sur les performances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Synthétiser les résultats sous forme de rapport scientifique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Préparer une présentation des résultats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Plan de la campagne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Réalisez les simulations suivantes (30 minutes chacune)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Scénario | Nœuds | % Solaire | % Mobile | Attaques
Baseline | 20 | 0% | 0% | Non
Solaire | 40 | 50% | 0% | Non
Mobilité | 40 | 30% | 50% | Non
Attaques | 40 | 30% | 0% | Oui
Complet | 60 | 40% | 30% | Oui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Métriques à collecter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PDR (Packet Delivery Ratio) — pour chaque scénario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Latence moyenne (ms)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Énergie résiduelle finale (mWh)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Nombre d'attaques détectées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Évolution du MCS dans le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Nombre de changements de parent (mobilité)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Analyse comparative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json
 2 
 3 with open("cooja_results/all_metrics.json") as f:
 4 data = json.load(f)
 5 
 6 print("=== RAPPORT DE SYNTHÈSE RPL-AER ===\n")
 7 for scenario, metrics in data.items():
 8 print(f"Scénario: {scenario}")
 9 if metrics["pdr"]:
 10 print(f" PDR moyen: {metrics['pdr']['mean']:.1f}%")
 11 if metrics["latency"]:
 12 print(f" Latence moyenne: {metrics['latency']['mean']:.1f} ms")
 13 if metrics["energy"]:
 14 print(f" Énergie initiale: {metrics['energy']['initial']} mWh")
 15 print(f" Énergie finale: {metrics['energy']['final']} mWh")
 16 print()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Structure du rapport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rapport doit contenir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Introduction : contexte et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Méthodologie : description des scénarios et paramètres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Résultats : tableaux et figures pour chaque métrique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Discussion : analyse des résultats et comparaisons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82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Conclusion : enseignements et perspectives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Grille d'évaluation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Critère | Points | Description
Simulations complètes | 4 | 5 scénarios simulés avec logs
Extraction des métriques | 3 | Scripts Python fonctionnels
Figures | 3 | Au moins 3 figures de qualité
Analyse | 5 | Interprétation correcte des résultats
Rapport | 5 | Rapport structuré et clair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0428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tous les logs sont présents dans cooja_results/ et que les scripts Python produisent des sorties cohérentes.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066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Si une simulation échoue, vérifiez les logs d'erreur dans la console Cooja. Réduisez le nombre de nœuds si nécessaire.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scénario donne les meilleures performances globales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cumulé de la mobilité et des attaques sur le PDR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les résultats de RPL-AER se comparent-ils à RPL standard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Quelles sont les limitations de votre campagne de simulation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des améliorations pour une future version de RPL-AER.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7685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Rapport scientifique complet (PDF ou Markdown) contenant : introduction, méthodologie, résultats (tableaux + figures), discussion, conclusion. Tous les scripts Python utilisés. Fichiers de logs des 5 scénarios.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