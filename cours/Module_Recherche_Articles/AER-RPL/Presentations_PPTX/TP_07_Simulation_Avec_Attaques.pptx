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07 : Simulation avec attaques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07 — Simulation avec attaques
 Auteur : Dr. Madani BELACEL
 Durée estimée : 1h00
 Objectifs : Activer les attaques et analyser leur impact sur les performances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Simulation avec 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Activer et configurer les attaques dans la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Observer l'impact des attaques sur les métriques réseau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l'efficacité du module de détection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Comparer le PDR avec et sans 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Configuration des probabilités d'attaque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#define ATTACK_PROBABILITY 0.2
 2 #define SELECTIVE_FORWARDING_PROBABILITY 0.15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Lancement de la simulation avec 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Analyse des logs d'attaques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re
 2 
 3 with open("cooja_results/rpl-aer-output.log") as f:
 4 logs = f.read()
 5 
 6 attack_pattern = r"Attack=(\d), Anomaly=(\d)"
 7 attacks = re.findall(attack_pattern, logs)
 8 
 9 attack_states = [int(a[0]) for a in attacks]
 10 anomalies = [int(a[1]) for a in attacks]
 11 
 12 attack_count = sum(1 for a in attack_states if a &gt; 0)
 13 sinkhole_count = sum(1 for a in attack_states if a == 1)
 14 sel_forward_count = sum(1 for a in attack_states if a == 2)
 15 
 16 print(f"Total échantillons: {len(attacks)}")
 17 print(f"Attaques détectées: {attack_count}")
 18 print(f" Sinkhole: {sinkhole_count}")
 19 print(f" Selective Forwarding: {sel_forward_count}")
 20 print(f"Anomalies RSSI: {sum(anomalies)}")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Visualisation de l'impact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matplotlib.pyplot as plt
 2 
 3 plt.figure(figsize=(12, 5))
 4 plt.plot(attack_states, 'r-', linewidth=1)
 5 plt.yticks([0, 1, 2], ["Aucune", "Sinkhole", "Sel. Forwarding"])
 6 plt.xlabel("Temps")
 7 plt.ylabel("Type d'attaque")
 8 plt.title("Détection d'attaques au fil du temps")
 9 plt.grid(True, alpha=0.3)
 10 plt.savefig("cooja_results/attack_timeline.png", dpi=150)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nombre d'attaques détectées est cohérent avec la probabilité configurée (≈35% des échantillons).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01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Aucune attaque détectée : vérifiez que -DATTACK_SIMULATION=1 est présent dans le Makefile. Augmentez ATTACK_PROBABILITY si nécessaire.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d'une attaque sinkhole sur le PDR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d'une attaque selective forwarding sur la latence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module de détection parvient-il à identifier correctement les attaques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des faux positifs (anomalie détectée sans attaque)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améliorer le taux de détection des attaques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analyze_attacks.py, fichier attack_statistics.txt, et graphique attack_timeline.png.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