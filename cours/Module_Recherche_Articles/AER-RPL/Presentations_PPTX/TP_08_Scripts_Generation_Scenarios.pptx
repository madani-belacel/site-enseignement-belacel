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08 : Scripts de génération de scénarios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08 — Scripts de génération de scénarios
 Auteur : Dr. Madani BELACEL
 Durée estimée : 45 minutes
 Objectifs : Générer des scénarios de simulation avec des paramètres variés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Scripts de génération de scénarios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 script generate_csc.py permet de générer des fichiers de simulation Cooja avec des paramètres personnalisés.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966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Comprendre le fonctionnement du script generate_csc.py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52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Générer des scénarios avec différentes configurations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Analyser l'impact des paramètres sur la topologie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Automatiser la génération de multiples scénarios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Exploration du script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Paramètres disponibles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-n : Nombre de nœuds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-s : Proportion de nœuds solaires (0.0 à 1.0)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-m : Proportion de nœuds mobiles (0.0 à 1.0)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264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-o : Fichier de sortie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Génération de scénarios variés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Script d'automatisation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#!/usr/bin/env python3
 2 import subprocess
 3 import os
 4 
 5 configs = [
 6 {"n": 19, "s": 0.3, "m": 0.1, "name": "20_static"},
 7 {"n": 39, "s": 0.5, "m": 0.3, "name": "40_mixed"},
 8 {"n": 59, "s": 0.7, "m": 0.5, "name": "60_advanced"},
 9 {"n": 79, "s": 0.4, "m": 0.2, "name": "80_dense"},
 10 ]
 11 
 12 for cfg in configs:
 13 output = f"scenario_{cfg['name']}.csc"
 14 cmd = ["python3", "generate_csc.py",
 15 "-n", str(cfg["n"]),
 16 "-s", str(cfg["s"]),
 17 "-m", str(cfg["m"]),
 18 "-o", output]
 19 print(f"Génération de {output}...")
 20 subprocess.run(cmd, check=True)
 21 print(f" Fichier créé: {os.path.getsize(output)} octets")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Analyse de la topologie générée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Vérification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9552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Vérifiez que chaque fichier .csc généré a une taille non nulle. Utilisez grep -c '' *.csc pour compter les nœuds.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669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Dépannage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3502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Erreur 'script not found' : assurez-vous d'exécuter depuis le répertoire racine du projet RPL-AER.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Questions de réflexion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955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la position aléatoire des nœuds affecte-t-elle la topologie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est l'impact du nombre de nœuds sur la congestion réseau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07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la proportion de nœuds solaires influence-t-elle le DODAG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636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Quelle configuration recommanderiez-vous pour un champ de 2 hectares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96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valider qu'un fichier .csc est correctement formaté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7568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Livrables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1401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Script batch_generate.py, 4 fichiers .csc avec différentes configurations, fichier topology_report.txt décrivant chaque scénario.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