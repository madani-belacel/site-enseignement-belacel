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07 : Architecture détaillée du code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07 — Architecture détaillée du code
 Auteur : Dr. Madani BELACEL
 Durée estimée : 1h30
 Objectifs : Comprendre l'architecture du code source de RPL-AER et l'interaction entre les modules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Structure du dépôt RPL-AER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dépôt RPL-AER est structuré comme une application Contiki-NG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l'architecture modulaire du code RPL-AER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 rôle de chaque fichier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les interactions entre les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Maîtriser la configuration via project-conf.h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rpl-aer.c — Logique principale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fichier est le cœur du protocole (332 lignes). Il gère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L'initialisation du contexte (rpl_aer_init(), ligne 321)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calcul périodique du MCS via des timers (ctimer, lignes 239-263)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 mise à jour de l'énergie et la simulation solaire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 détection d'attaques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logs de performance (PDR, latence, throughput, lignes 276-293)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Le processus d'initialisation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rpl_aer_init() (rpl-aer.c:321-332)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rpl_aer_init(void) {
 2 rpl_aer_context_init();
 3 rpl_aer_performance_init();
 4 ctimer_set(&amp;mcs_timer, RPL_AER_MCS_UPDATE_INTERVAL, mcs_update_callback, NULL);
 5 ctimer_set(&amp;energy_timer, RPL_AER_ENERGY_UPDATE_INTERVAL, energy_update_callback, NULL);
 6 ctimer_set(&amp;security_timer, RPL_AER_SECURITY_UPDATE_INTERVAL, security_update_callback, NULL);
 7 ctimer_set(&amp;performance_timer, RPL_AER_PERFORMANCE_UPDATE_INTERVAL, performance_update_callback, NULL);
 8 LOG_INFO("RPL-AER: Protocol initialized successfully\n");
 9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Interaction entre les modules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rpl-aer.c appelle mcs_calculator_compute() via mcs_calculator.h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mcs_calculator sollicite harvest_module pour l'ECS, lstm_predictor pour le 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trust_module surveille les voisins et ajuste le MCS via un facteur de confiance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attack_detector analyse les logs RSSI et les taux d'ACK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sink collecte les métriques via la structure partagée rpl_aer_context_t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Configuration dans project-conf.h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paramètres ajustables sont centralisés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#define RPL_AER_MCS_ALPHA 0.5
 2 #define RPL_AER_MCS_BETA 0.3
 3 #define RPL_AER_MCS_GAMMA 0.2
 4 #define RPL_AER_LSTM_WINDOW 5
 5 #define RPL_AER_TRUST_ENABLED 1
 6 #define RPL_AER_HARVEST_ENABLED 1
 7 #define RPL_AER_MOBILITY_ENABLED 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Les timers périodiques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Timer | Intervalle | Callback | Action
mcs_timer | 10 secondes | mcs_update_callback | Recalcule MCS et log
energy_timer | 5 secondes | energy_update_callback | Met à jour énergie et log
security_timer | 2 secondes | security_update_callback | Détection d'attaques et log
performance_timer | 30 secondes | performance_update_callback | PDR, latence,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75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le timer de sécurité est-il le plus fréquent (2s)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les quatre timers interagissent-ils dans le processus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87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passe-t-il si le MCS n'est jamais recalculé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43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l'avantage d'avoir des timers séparés plutôt qu'un seul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998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 nouvel intervalle pour le timer MCS et justifier.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 — 332 lignes, logique principale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 — 145 lignes, déclarations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Makefile : compilation et cibles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