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val="34495E"/&gt;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val="FFFFFF"/&gt;</a:solidFill>
              </a:rPr>
              <a:t>Cours 03 : NRE — Normalized Residual Energy</a:t>
            </a:r>
          </a:p>
          <a:p>
            <a:pPr algn="ctr">
              <a:spcBef>
                <a:spcPts val="1600"/>
              </a:spcBef>
            </a:pPr>
            <a:r>
              <a:rPr sz="1400">
                <a:solidFill>val="9AA7B6"/&gt;</a:solidFill>
              </a:rPr>
              <a:t>Cours 03 — NRE — Normalized Residual Energy
 Auteur : Dr. Madani BELACEL
 Durée estimée : 1h30
 Objectifs : Comprendre le NRE, son calcul et son rôle dans la métrique MCS</a:t>
            </a:r>
          </a:p>
          <a:p>
            <a:pPr algn="ctr">
              <a:spcBef>
                <a:spcPts val="800"/>
              </a:spcBef>
            </a:pPr>
            <a:r>
              <a:rPr sz="1200">
                <a:solidFill>val="9AA7B6"/&gt;</a:solidFill>
              </a:rPr>
              <a:t>Dr. BELACEL Madani | Universite de Mostaganem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22860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1. Définition du NRE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NRE (Normalized Residual Energy) représente l'énergie résiduelle normalisée d'un nœud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658368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1">
                <a:solidFill>val="34495E"/&gt;</a:solidFill>
              </a:rPr>
              <a:t>"NRE = Énergie résiduelle / Énergie totale"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50976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Le NRE est un nombre flottant entre 0.0 (batterie épuisée) et 1.0 (batterie pleine).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5214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Objectifs pédagogiques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Comprendre le rôle du NRE dans la métrique MCS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Analyser l'implémentation du calcul d'énergie résiduelle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Étudier le mécanisme de récolte d'énergie solaire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Interpréter les logs d'énergie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2. Structures de données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Dans rpl-aer.h:30-36, la structure rpl_aer_energy_t stocke l'état énergétique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typedef struct {
 2 uint32_t residual_energy; // Current energy in mWh
 3 uint32_t total_energy; // Total capacity in mWh
 4 float consumption_rate; // Energy consumption rate
 5 uint8_t energy_source; // 0: Battery, 1: Solar
 6 float solar_irradiance; // Current solar irradiance
 7 } rpl_aer_energy_t;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structure MCS utilise le NRE comme premier composant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typedef struct {
 2 float nre; // Normalized Residual Energy
 3 float pec; // Predictive Energy Consumption
 4 float ecs; // Environmental Context Score
 5 float mcs; // Multi-Criteria Score
 6 } rpl_aer_mcs_t;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3. Calcul du NRE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rpl_aer_calculate_nre() dans rpl-aer.c:41-50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float rpl_aer_calculate_nre(void) {
 2 float residual = (float)rpl_aer_ctx.energy.residual_energy;
 3 float total = (float)rpl_aer_ctx.energy.total_energy;
 4 
 5 if (total &gt; 0) {
 6 rpl_aer_ctx.mcs.nre = residual / total;
 7 }
 8 
 9 return rpl_aer_ctx.mcs.nre;
 10 }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4. Mise à jour de l'énergie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rpl_aer_energy_update() (rpl-aer.c:100-123) consomme de l'énergie et simule la récolte solaire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rpl_aer_energy_update(void) {
 2 uint32_t consumption = (uint32_t)(rpl_aer_ctx.energy.consumption_rate * 10);
 3 
 4 if (rpl_aer_ctx.energy.residual_energy &gt; consumption) {
 5 rpl_aer_ctx.energy.residual_energy -= consumption;
 6 }
 7 
 8 if (rpl_aer_ctx.energy.energy_source == RPL_AER_ENERGY_SOURCE_SOLAR) {
 9 uint32_t harvested = (uint32_t)(rpl_aer_ctx.energy.solar_irradiance *
 10 SOLAR_PANEL_EFFICIENCY * 0.01f);
 11 rpl_aer_ctx.energy.residual_energy += harvested;
 12 if (rpl_aer_ctx.energy.residual_energy &gt; rpl_aer_ctx.energy.total_energy) {
 13 rpl_aer_ctx.energy.residual_energy = rpl_aer_ctx.energy.total_energy;
 14 }
 15 }
 16 float energy_ratio = (float)rpl_aer_ctx.energy.residual_energy /
 17 (float)rpl_aer_ctx.energy.total_energy;
 18 lstm_model_update(energy_ratio);
 19 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5. Logs d'énergie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La fonction rpl_aer_log_energy() (rpl-aer.c:303-306) :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1 void rpl_aer_log_energy(void) {
 2 LOG_INFO("RPL-AER: Energy=%lu mWh, Solar=%.1f lux\n",
 3 rpl_aer_ctx.energy.residual_energy,
 4 rpl_aer_ctx.energy.solar_irradiance);
 5 }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60704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 i="0">
                <a:solidFill>val="162B40"/&gt;</a:solidFill>
              </a:rPr>
              <a:t>Exemple de sortie 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61872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val="3E536A"/&gt;</a:solidFill>
              </a:rPr>
              <a:t>[QUESTION] Questions de réflexion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897880" y="27432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Si un nœud a residual_energy=2500 et total_energy=5000, quel est son NRE 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Comment la récolte solaire influence-t-elle le NRE au fil du temps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Quel est l'impact si energy_source passe de BATTERY à SOLAR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25296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Que se passe-t-il si consumption_rate &gt; residual_energy tous les cycles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48132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Proposer un scénario où le NRE est avantageux par rapport à l'ETX.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val="162B40"/&gt;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628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val="FFFFFF"/&gt;</a:solidFill>
              </a:rPr>
              <a:t>Références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562295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rpl-aer.h:22-36 — Structures MCS et Énergie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713232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rpl-aer.c:41-50 — Calcul du NRE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6926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val="162B40"/&gt;</a:solidFill>
              </a:rPr>
              <a:t>  Code : rpl-aer.c:100-123 — Mise à jour énergétique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571500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