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02 : La métrique Multi-Criteria Score (MCS)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02 — La métrique Multi-Criteria Score (MCS)
 Auteur : Dr. Madani BELACEL
 Durée estimée : 1h30
 Objectifs : Comprendre la formule MCS, les poids α/β/γ et leur implémentation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Définition du MCS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Multi-Criteria Score (MCS) est une métrique composite qui fusionne trois critères pondérés pour évaluer la qualité d'un parent potentiel dans le DODAG RPL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59536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val="34495E"/&gt;</a:solidFill>
              </a:rPr>
              <a:t>"MCS = α × NRE + β × PEC + γ × ECS"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5214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Où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533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α (MCS_ALPHA) — Poids de l'énergie résiduelle (NRE), typiquement 0.5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934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β (MCS_BETA) — Poids de la prédiction de consommation (PEC), typiquement 0.3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6537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γ (MCS_GAMMA) — Poids du score contextuel (ECS), typiquement 0.2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955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Comprendre la formule du MCS et le rôle de chaque composant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Analyser l'impact des poids α, β, γ sur la sélection du parent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07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Étudier l'implémentation du calcul du MCS dans le code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636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Interpréter les logs MCS générés par la simulation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Implémentation dans rpl-aer.c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La fonction rpl_aer_calculate_mcs() dans rpl-aer.c:77 implémente le calcul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float rpl_aer_calculate_mcs(void) {
 2 float nre = rpl_aer_calculate_nre();
 3 float pec = rpl_aer_calculate_pec();
 4 float ecs = rpl_aer_calculate_ecs();
 5 
 6 rpl_aer_ctx.mcs.mcs = (NRE_WEIGHT * nre) +
 7 (PEC_WEIGHT * pec) +
 8 (ECS_WEIGHT * ecs);
 9 
 10 return rpl_aer_ctx.mcs.mcs;
 11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Les constantes NRE_WEIGHT, PEC_WEIGHT et ECS_WEIGHT sont définies dans project-conf.h ou rpl-aer.h.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La fonction mcs_calculator_compute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fichier mcs_calculator.h:14 déclare la fonction de calcul alternative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float mcs_calculator_compute(
 2 float nre, float etx_norm, float trustscore,
 3 float alpha, float beta, float gamma
 4 );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6070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Cette version inclut également l'ETX normalisé et le Trust Score en plus du NRE, avec une flexibilité de paramétrage via α, β, γ passés en arguments.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Pondération et impact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Poids | Valeur typique | Impact
α (NRE) | 0.5 | Favorise les nœuds avec beaucoup d'énerg
β (PEC) | 0.3 | Favorise les nœuds avec une faible conso
γ (ECS) | 0.2 | Favorise les nœuds dans un environnement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La somme des poids est normalisée à 1.0 (α + β + γ = 1.0).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Logging du MCS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La fonction rpl_aer_log_mcs() à la ligne 297 de rpl-aer.c génère les logs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void rpl_aer_log_mcs(void) {
 2 LOG_INFO("RPL-AER: MCS=%.3f (NRE=%.3f, PEC=%.3f, ECS=%.3f)\n",
 3 rpl_aer_ctx.mcs.mcs, rpl_aer_ctx.mcs.nre,
 4 rpl_aer_ctx.mcs.pec, rpl_aer_ctx.mcs.ecs);
 5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6070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Exemple de sortie dans les logs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Questions de réflexion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Si α=0.5, β=0.3, γ=0.2, quel est le MCS pour NRE=0.8, PEC=0.6, ECS=0.7 ? (Calculer)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 se passe-t-il si un nœud a NRE=0.1 mais ECS=0.9 ? Sera-t-il choisi comme parent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Pourquoi la somme α+β+γ doit-elle être égale à 1.0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Proposer une autre combinaison de poids pour un scénario avec forte mobilité.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le trust module peut-il modifier le MCS final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Références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 : rpl-aer.c:77-87 — rpl_aer_calculate_mcs()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 : mcs_calculator.h:14 — Déclaration de la fonction de calcul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