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05 : ECS — Environmental Context Score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05 — ECS — Environmental Context Score
 Auteur : Dr. Madani BELACEL
 Durée estimée : 1h30
 Objectifs : Comprendre l'ECS et l'impact des facteurs environnementaux sur le routage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Définition de l'ECS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ECS (Environmental Context Score) évalue le contexte environnemental d'un nœud. Il prend en compte deux facteurs principaux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59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Weather Factor : Basé sur la source d'énergie (solaire vs batterie) et l'irradiance solaire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15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Mobility Factor : Basé sur l'état de mobilité du nœud (statique vs mobile)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val="34495E"/&gt;</a:solidFill>
              </a:rPr>
              <a:t>"ECS = WeatherFactor × MobilityFactor"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rôle du contexte environnemental dans le routage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le calcul de l'ECS dans le code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Étudier l'impact des facteurs météo et mobilité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Interpréter les variations de l'ECS selon les scénarios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Implémentation de l'ECS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rpl-aer.c:60-75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float rpl_aer_calculate_ecs(void) {
 2 float weather_factor = ECS_WEATHER_FACTOR;
 3 float mobility_factor = ECS_MOBILITY_FACTOR;
 4 
 5 if (rpl_aer_ctx.mobility_state == RPL_AER_MOBILITY_MOBILE) {
 6 mobility_factor = 0.6f;
 7 }
 8 if (rpl_aer_ctx.energy.energy_source == RPL_AER_ENERGY_SOURCE_SOLAR) {
 9 weather_factor = 0.8f + (0.2f * solar_factor);
 10 }
 11 rpl_aer_ctx.mcs.ecs = weather_factor * mobility_factor;
 12 return rpl_aer_ctx.mcs.ecs;
 13 }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Facteurs influençant l'ECS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Facteur | Condition | Valeur | Impact
Weather | Batterie | ECS_WEATHER_FACTOR (≈1.0) | Neutre
Weather | Solaire + forte irradiance | 0.8 + 0.2×solar_factor | Peut dépasser 1.0
Weather | Solaire + faible irradiance | Proche de 0.8 | Légèrement réduit
Mobility | Statique | ECS_MOBILITY_FACTOR (≈1.0) | Neutre
Mobility | Mobile | 0.6 | Réduit de 40%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Logs et interprétation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L'ECS est inclus dans les logs MCS générés par rpl_aer_log_mcs()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Un ECS = 0.800 peut correspondre à un nœud solaire avec irradiance moyenne (weather ≈ 0.8) et statique (mobility ≈ 1.0).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un nœud mobile a-t-il un ECS réduit (0.6)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550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l'ECS d'un nœud solaire avec solar_factor=0.9 et mobilité statique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1109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l'ECS d'un nœud batterie mobile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l'ECS encourage-t-il les nœuds solaires à être choisis comme parents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 scénario où l'ECS est le facteur déterminant dans le choix du parent.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rpl-aer.c:60-75 — Calcul de l'ECS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rpl-aer.h:142-143 — Constantes de mobilité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rpl-aer.h:34-35 — Source d'énergie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