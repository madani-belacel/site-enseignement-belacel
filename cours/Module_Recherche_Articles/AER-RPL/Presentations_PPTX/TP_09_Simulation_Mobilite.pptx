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09 : Simulation avec mobilité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09 — Simulation avec mobilité
 Auteur : Dr. Madani BELACEL
 Durée estimée : 1h00
 Objectifs : Configurer la mobilité et analyser son impact sur le routage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Simulation avec mobilité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Configurer la mobilité Random Waypoint dans la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Observer l'impact des déplacements sur le routage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les changements de parent induits par la mobilité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Comparer les performances avec et sans mobilité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Génération d'un scénario avec mobilité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Analyse des changements de parent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re
 2 
 3 with open("cooja_results/rpl-aer-output.log") as f:
 4 logs = f.read()
 5 
 6 parent_changes = re.findall(
 7 r"Parent change detected, new parent=(\d+)", logs
 8 )
 9 print(f"Changements de parent: {len(parent_changes)}")
 10 for i, p in enumerate(parent_changes[:10]):
 11 print(f" Changement {i+1}: nouveau parent = {p}")
 12 
 13 mobility = re.findall(
 14 r"Mobility state changed to (\w+)", logs
 15 )
 16 print(f"\nChangements d'état de mobilité: {len(mobility)}")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Impact sur le PDR et la latence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nombre de changements de parent doit être significativement plus élevé dans le scénario avec mobilité.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350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Aucun mouvement observé : vérifiez -DMOBILITY_SUPPORT=1 et -DRANDOM_WAYPOINT=1 dans le Makefile.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changements de parent sont observés avec 50% de nœuds mobiles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de la mobilité sur le PDR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nœuds mobiles sont-ils souvent choisis comme parents ? Pourquoi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la mobilité affecte-t-elle la consommation d'énergie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serait l'impact d'une mobilité groupée (plusieurs nœuds se déplaçant ensemble)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1401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Script analyze_mobility.py, fichiers de logs avec et sans mobilité, fichier mobility_comparison.txt.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