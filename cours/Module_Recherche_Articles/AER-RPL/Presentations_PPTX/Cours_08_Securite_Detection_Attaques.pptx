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08 : Sécurité et détection d'attaques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08 — Sécurité et détection d'attaques
 Auteur : Dr. Madani BELACEL
 Durée estimée : 1h30
 Objectifs : Comprendre les mécanismes de détection d'attaques et leur impact sur les métriques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Types d'attaques ciblées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RPL-AER intègre un mécanisme de détection d'attaques spécifiques aux réseaux RPL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Attaque Sinkhole : Un nœud malveillant attire tout le trafic en prétendant avoir le meilleur chemin vers le sink, puis droppe les paquets.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Attaque Selective Forwarding : Un nœud malveillant transmet sélectivement certains paquets et en droppe d'autres.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les mécanismes des attaques sinkhole et selective forwarding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l'implémentation de la détection d'attaques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Étudier les indicateurs de compromission (RSSI, 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Interpréter les logs d'attaques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Configuration des 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constantes dans rpl-aer.h:138-140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#define RPL_AER_ATTACK_NONE 0
 2 #define RPL_AER_ATTACK_SINKHOLE 1
 3 #define RPL_AER_ATTACK_SELECTIVE_FORWARDING 2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Simulation d'attaques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rpl-aer.c:197-210, la fonction rpl_aer_detect_attacks()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rpl_aer_detect_attacks(void) {
 2 uint8_t rand_val = random_rand() % 100;
 3 if (rand_val 4 rpl_aer_ctx.attack_state = RPL_AER_ATTACK_SINKHOLE;
 5 rpl_aer_attack_count++;
 6 } else if (rand_val 7 rpl_aer_ctx.attack_state = RPL_AER_ATTACK_SELECTIVE_FORWARDING;
 8 rpl_aer_attack_count++;
 9 } else {
 10 rpl_aer_ctx.attack_state = RPL_AER_ATTACK_NONE;
 11 }
 12 }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Détection RSSI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Un RSSI anormalement bas peut indiquer un nœud malveillant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 seuil RSSI_THRESHOLD est configurable dans project-conf.h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Logs de performance avec attaques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rpl_aer_log_performance() (rpl-aer.c:313-317)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rpl_aer_log_performance(void) {
 2 LOG_INFO("RPL-AER: Performance - PDR=%.1f%%, Attacks=%lu\n",
 3 (float)rpl_aer_delivered_count / (float)rpl_aer_packet_count * 100,
 4 rpl_aer_attack_count);
 5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Exemple de sortie avec attaques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Indicateurs de performance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rpl_aer_calculate_pdr(void) {
 2 if (rpl_aer_packet_count &gt; 0) {
 3 float pdr = (float)rpl_aer_delivered_count / (float)rpl_aer_packet_count;
 4 LOG_INFO("RPL-AER: PDR = %.2f%% (%lu/%lu)\n", pdr * 100, rpl_aer_delivered_count, rpl_aer_packet_count);
 5 }
 6 }
 7 
 8 void rpl_aer_calculate_latency(void) {
 9 if (rpl_aer_delivered_count &gt; 0) {
 10 float avg_latency = (float)rpl_aer_total_latency / (float)rpl_aer_delivered_count;
 11 LOG_INFO("RPL-AER: Avg Latency = %.2f ms\n", avg_latency);
 12 }
 13 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01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une attaque sinkhole affecte-t-elle le PDR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l'effet d'une attaque selective forwarding sur la latence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13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Pourquoi le RSSI est-il un indicateur utile pour détecter les attaques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94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RPL-AER distingue-t-il une attaque d'une perte de paquet légitime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254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 scénario où une attaque n'est pas détectée par le système actuel.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rpl-aer.h:138-140 — Types d'attaques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rpl-aer.c:197-210 — Détection d'attaques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rpl-aer.c:276-293 — Métriques de performance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