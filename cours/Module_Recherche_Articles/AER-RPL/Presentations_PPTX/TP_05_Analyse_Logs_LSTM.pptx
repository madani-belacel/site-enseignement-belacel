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05 : Analyse des logs LSTM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05 — Analyse des logs LSTM
 Auteur : Dr. Madani BELACEL
 Durée estimée : 1h00
 Objectifs : Analyser les logs de prédiction LSTM et évaluer leur précision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Analyse des logs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Extraire les logs de prédiction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Évaluer la précision des prédictions via l'erreur (MAE)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Visualiser les prédictions vs valeurs réelles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l'impact de la fenêtre temporelle sur la prédiction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Extraction des données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Calcul de l'erreur de prédiction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re
 2 
 3 with open("cooja_results/rpl-aer-output.log") as f:
 4 logs = f.read()
 5 
 6 pattern = r"Target: ([0-9.]+).*Prediction: ([0-9.]+).*Error: (-?[0-9.]+)"
 7 matches = re.findall(pattern, logs)
 8 
 9 errors = [float(m[2]) for m in matches]
 10 abs_errors = [abs(e) for e in errors]
 11 
 12 mae = sum(abs_errors) / len(abs_errors)
 13 print(f"MAE (Mean Absolute Error): {mae:.4f}")
 14 print(f"Erreur moyenne: {sum(errors)/len(errors):.4f}")
 15 print(f"Total d'échantillons: {len(matches)}")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Visualisation prédiction vs réel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matplotlib.pyplot as plt
 2 
 3 targets = [float(m[0]) for m in matches]
 4 predictions = [float(m[1]) for m in matches]
 5 
 6 plt.figure(figsize=(10, 6))
 7 plt.plot(targets, 'g-', label="Target (réel)", linewidth=2)
 8 plt.plot(predictions, 'r--', label="Prédiction", alpha=0.7)
 9 plt.xlabel("Échantillon")
 10 plt.ylabel("Valeur")
 11 plt.title("Prédiction LSTM vs Valeur réelle")
 12 plt.legend()
 13 plt.grid(True, alpha=0.3)
 14 plt.savefig("cooja_results/lstm_prediction.png", dpi=150)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Impact de la fenêtre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Modifiez LSTM_WINDOW_SIZE dans project-conf.h et re-simulez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MAE est inférieur à 0.1 (bonne prédiction). Comparez les graphiques avec différentes fenêtres LSTM (5, 10, 20).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Aucun log LSTM : vérifiez que -DLSTM_PREDICTION=1 est présent dans le Makefile.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MAE obtenu avec LSTM_WINDOW_SIZE = 5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L'augmentation de la fenêtre améliore-t-elle la prédiction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des prédictions aberrantes (outliers)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l'erreur de prédiction évolue-t-elle au fil du temps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serait l'impact d'un LSTM bidirectionnel sur la précision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7685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Python analyze_lstm.py, fichier lstm_metrics.txt, et graphiques de prédiction pour différentes fenêtres.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