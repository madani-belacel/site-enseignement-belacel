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04 : PEC — Prédiction LSTM de consommation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04 — PEC — Prédiction LSTM de consommation
 Auteur : Dr. Madani BELACEL
 Durée estimée : 1h30
 Objectifs : Comprendre le PEC basé sur la prédiction LSTM de consommation énergétique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Prédiction LSTM dans RPL-AER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PEC (Predictive Energy Consumption) utilise un réseau de neurones LSTM (Long Short-Term Memory) pour prédire la consommation future d'énergie d'un nœud. Cette prédiction permet d'anticiper l'épuisement des batteries avant qu'il ne se produise.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6070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990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Comprendre le rôle de la prédiction LSTM dans le routage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550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Analyser les structures de données LSTM dans le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11095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Étudier le processus d'inférence et d'apprentissage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671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Interpréter la conversion prédiction → PEC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Structure LSTM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Dans rpl-aer.h:39-44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typedef struct {
 2 float history[LSTM_WINDOW_SIZE];
 3 float prediction;
 4 float weights[LSTM_WINDOW_SIZE];
 5 uint8_t window_index;
 6 } rpl_aer_lstm_t;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6070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LSTM maintient un historique des LSTM_WINDOW_SIZE dernières valeurs d'énergie, des poids pour l'apprentissage, et un index circulaire.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API du LSTM Predictor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fichier lstm_predictor.h:14-18 déclare l'API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void lstm_predictor_init(void);
 2 void lstm_predictor_update(float value);
 3 float lstm_predictor_predict(void);
 4 float lstm_predictor_mae(void);
 5 void lstm_predictor_log(void);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Calcul du PEC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Dans rpl-aer.c:52-58, le PEC est calculé à partir de la prédiction LSTM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float rpl_aer_calculate_pec(void) {
 2 float prediction = lstm_model_predict();
 3 rpl_aer_ctx.mcs.pec = 1.0f - prediction;
 4 return rpl_aer_ctx.mcs.pec;
 5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6070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La prédiction LSTM est inversée (1 - prediction) pour que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618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Une faible consommation prédite → PEC élevé → Meilleur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Une forte consommation prédite → PEC faible → Moins attractif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Apprentissage LSTM (Training)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La fonction rpl_aer_lstm_train() (rpl-aer.c:162-172) effectue l'apprentissage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void rpl_aer_lstm_train(void) {
 2 float target = lstm_model_predict();
 3 float error = target - lstm_model_predict();
 4 LOG_INFO("RPL-AER: LSTM Training - Target: %.3f, "
 5 "Prediction: %.3f, Error: %.3f\n",
 6 target, lstm_model_predict(), error);
 7 }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6. Logs LSTM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Sortie typique dans les logs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966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Pourquoi utilise-t-on un LSTM plutôt qu'une simple moyenne mobile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52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 signifie un PEC = 0.8 ? Un nœud avec ce PEC est-il attractif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l'impact de LSTM_WINDOW_SIZE sur la qualité de la prédiction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Si la prédiction LSTM est de 0.9, quel est le PEC correspondant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08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l'erreur de prédiction (target - prediction) influence-t-elle l'apprentissage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Références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rpl-aer.h:39-44 — Structure LSTM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rpl-aer.c:52-58 — Calcul du 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lstm_predictor.h — API LSTM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