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02 : Compilation du firmware RPL-AER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02 — Compilation du firmware RPL-AER
 Auteur : Dr. Madani BELACEL
 Durée estimée : 45 minutes
 Objectifs : Compiler le firmware RPL-AER pour la plateforme Cooja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Préparation de l'environnement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Avant de compiler, vérifiez que Contiki-NG est correctement installé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Compiler le firmware RPL-AER pour la plateforme Cooja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Comprendre le rôle du Makefile et des flags de compilation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Résoudre les erreurs de compilation courantes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Vérifier la production des firmwares .csc et .elf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Compilation des firmwares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Utilisez le script build_and_test.sh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Sortie attendue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Compilation manuelle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Nettoyage avant compilation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Vérification des firmwares produits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Analyse du Makefile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Examinez les flags de compilation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Résultat attendu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953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Vérification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9786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Vérifiez que les fichiers rpl-aer-client.csc et rpl-aer-sink.csc existent avec une taille non nulle. Utilisez : ls -la *.csc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Dépannage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955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Erreur 'Contiki-NG not found' : modifiez CONTIKI_PATH dans build_and_test.sh pour pointer vers /home/madani/contiki-ng. Erreur de compilation : vérifiez que tous les fichiers sources (.c) sont présents.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9786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Quels sont les flags qui activent la sécurité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 se passe-t-il si on enlève -DLSTM_PREDICTION=1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Pourquoi compile-t-on des .csc et pas directement des .elf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le rôle de TARGET=cooja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ajouter un nouveau fichier source au projet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Livrables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955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Capture d'écran de la compilation réussie montrant les messages [SUCCESS]. Fichier build.log contenant la sortie complète de la compilation.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