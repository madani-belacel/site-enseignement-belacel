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09 : Mobilité et gestion des connexions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09 — Mobilité et gestion des connexions
 Auteur : Dr. Madani BELACEL
 Durée estimée : 1h30
 Objectifs : Comprendre la gestion de la mobilité et son impact sur le protocole RPL-AER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Gestion de la mobilité dans RPL-AER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RPL-AER supporte les nœuds mobiles grâce à un modèle de mobilité Random Waypoint. Ce modèle permet de simuler des scénarios agricoles avec des drones ou robots se déplaçant dans le champ.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modèle Random Waypoint pour la mobilité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l'impact de la mobilité sur le routage RPL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la gestion des changements de 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l'effet de la mobilité sur le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Configuration de la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constantes dans rpl-aer.h:142-143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#define RPL_AER_MOBILITY_STATIC 0
 2 #define RPL_AER_MOBILITY_MOBILE 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Mise à jour de la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Makefile active le support mobilité via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CFLAGS += -DMOBILITY_SUPPORT=1
 2 CFLAGS += -DRANDOM_WAYPOINT=1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Impact de la mobilité sur l'ECS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Comme vu dans le Cours 05, la mobilité réduit le facteur de mobilité de l'ECS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if (rpl_aer_ctx.mobility_state == RPL_AER_MOBILITY_MOBILE) {
 2 mobility_factor = 0.6f; // Reduce score for mobile nodes
 3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nœud mobile voit son ECS réduit de 40%, ce qui le rend moins attractif comme parent.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Défis du routage avec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Changements de parent fréquents : Un nœud mobile change régulièrement de parent, ce qui augmente la signalisation RPL (DIS, DIO)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Ruptures de lien : Les liens avec les nœuds mobiles sont moins stables, augmentant le taux de perte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Mise à jour du DODAG : Le DODAG doit être mis à jour fréquemment pour refléter la topologie changeante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Consommation énergétique : Les mises à jour fréquentes consomment plus d'énergie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Logs de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Exemple de logs montrant la mobilité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Notez l'ECS réduit à 0.480 à cause du facteur de mobilité (0.6).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un nœud mobile reçoit-il un ECS réduit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de la mobilité sur le nombre de changements de parent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modèle Random Waypoint simule-t-il des déplacements réalistes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sont les compromis entre mobilité et performance du routage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amélioration pour mieux gérer les nœuds mobiles.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rpl-aer.h:142-143 — États de mobilité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rpl-aer.c:113-114 — Fonctions de mobilité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Makefile : flags de mobilité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