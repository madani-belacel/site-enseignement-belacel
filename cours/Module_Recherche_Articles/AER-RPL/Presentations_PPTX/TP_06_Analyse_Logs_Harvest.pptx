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06 : Analyse des logs Harvest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06 — Analyse des logs Harvest
 Auteur : Dr. Madani BELACEL
 Durée estimée : 1h00
 Objectifs : Analyser les logs de récolte d'énergie solaire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Analyse des logs Harvest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95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Analyser les logs de récolte d'énergie solaire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Visualiser le cycle jour/nuit et son impact sur l'énergie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Comparer l'évolution de l'énergie entre nœuds solaires et batteries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Corréler l'irradiance solaire avec le NRE et le MCS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Extraction des données d'énergie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Script d'analyse énergétique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import re
 2 import matplotlib.pyplot as plt
 3 
 4 with open("cooja_results/rpl-aer-output.log") as f:
 5 logs = f.read()
 6 
 7 energy_pattern = r"Energy=([0-9]+) mWh, Solar=([0-9.]+) lux"
 8 energy_matches = re.findall(energy_pattern, logs)
 9 
 10 energy_vals = [int(m[0]) for m in energy_matches]
 11 solar_vals = [float(m[1]) for m in energy_matches]
 12 
 13 print(f"Énergie - Moy: {sum(energy_vals)/len(energy_vals):.0f} mWh")
 14 print(f"Énergie - Min: {min(energy_vals)} mWh")
 15 print(f"Énergie - Max: {max(energy_vals)} mWh")
 16 
 17 fig, (ax1, ax2) = plt.subplots(2, 1, figsize=(12, 8))
 18 time = range(len(energy_vals))
 19 ax1.plot(time, energy_vals, 'g-', linewidth=2)
 20 ax1.set_ylabel("Énergie (mWh)")
 21 ax2.plot(time, solar_vals, 'y-', linewidth=2)
 22 ax2.set_xlabel("Écha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Comparaison batterie vs solaire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Vérification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955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Vérifiez que le cycle jour/nuit est visible dans le graphique d'irradiance solaire (oscillations).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669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Dépannage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3502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Pas de logs solaires : vérifiez -DSOLAR_ENERGY_SIM=1 dans le Makefile.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95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 est la différence d'évolution d'énergie entre un nœud solaire et un nœud batterie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 cycle jour/nuit est-il visible dans les logs d'énergie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l'irradiance solaire influence-t-elle le NRE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Les nœuds solaires ont-ils un MCS plus stable dans le temps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96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 se passerait-il en cas de plusieurs jours sans soleil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7568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Livrables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1401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Script analyze_harvest.py, fichier energy_statistics.txt, et graphique energy_harvest.png montrant le cycle jour/nuit.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