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06 : Module de confiance et sécurité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06 — Module de confiance et sécurité
 Auteur : Dr. Madani BELACEL
 Durée estimée : 1h30
 Objectifs : Comprendre le module de confiance et les mécanismes de sécurité de RPL-AER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Module de confiance (Trust)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module de confiance (Trust Module) est un composant essentiel de RPL-AER qui évalue la fiabilité des nœuds voisins. Il calcule un score de confiance basé sur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RSSI (Received Signal Strength Indicator) des paquets reçus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taux d'acquittement (ACK) des transmissions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 détection d'anomalies comportementales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du module de confiance dans la sécurité du routage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les mécanismes de détection comportementale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l'interaction entre Trust et MCS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les logs de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 de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rpl-aer.h:47-52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typedef struct {
 2 int16_t rssi_threshold;
 3 uint8_t ack_received;
 4 uint8_t anomaly_detected;
 5 uint8_t attack_probability;
 6 } rpl_aer_security_t;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Initialisation et vérification RSSI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rpl-aer.c:176-191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rpl_aer_security_init(void) {
 2 rpl_aer_ctx.security.rssi_threshold = RSSI_THRESHOLD;
 3 rpl_aer_ctx.security.ack_received = 0;
 4 rpl_aer_ctx.security.anomaly_detected = 0;
 5 rpl_aer_ctx.security.attack_probability = 0;
 6 LOG_INFO("RPL-AER: Security initialized\n");
 7 }
 8 
 9 uint8_t rpl_aer_check_rssi_anomaly(int16_t rssi) {
 10 if (rssi 11 rpl_aer_ctx.security.anomaly_detected = 1;
 12 return 1;
 13 }
 14 return 0;
 15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Validation ACK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rpl_aer_validate_ack() (rpl-aer.c:193-195)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uint8_t rpl_aer_validate_ack(void) {
 2 return rpl_aer_ctx.security.ack_received;
 3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Logs de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rpl_aer_log_security() (rpl-aer.c:308-311)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rpl_aer_log_security(void) {
 2 LOG_INFO("RPL-AER: Attack=%d, Anomaly=%d\n",
 3 rpl_aer_ctx.attack_state,
 4 rpl_aer_ctx.security.anomaly_detected);
 5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Exemple de sortie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Où Attack=0 = AUCUNE attaque, Attack=1 = SINKHOLE, Attack=2 = SELECTIVE_FORWARDING.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RSSI peut-il indiquer une anomalie de sécurité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rôle du taux d'ACK dans la détection d'attaques selective forwarding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trust module interagit-il avec le MCS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signifie anomaly_detected=1 dans un log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amélioration pour renforcer la détection d'attaques.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rpl-aer.h:47-52 — Structure de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rpl-aer.c:176-210 — Fonctions de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rpl-aer.c:308-311 — Logs de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