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10 : Collecte des métriques de performance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10 — Collecte des métriques de performance
 Auteur : Dr. Madani BELACEL
 Durée estimée : 1h00
 Objectifs : Collecter et agréger les métriques de performance pour comparer les scénarios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Collecte des métriques de performance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Ce TP vise à collecter systématiquement les métriques de performance pour évaluer RPL-AER.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Objectifs pédagogiques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966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Collecter les métriques clés : PDR, latence, throughput, énergie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527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Automatiser la collecte sur plusieurs simulations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Calculer des statistiques agrégées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Préparer les données pour l'analyse scientifique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Script de collecte automatisée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#!/usr/bin/env python3
 2 import subprocess
 3 import re
 4 import json
 5 import os
 6 
 7 def extract_metrics(log_file):
 8 with open(log_file) as f:
 9 logs = f.read()
 10 metrics = {}
 11 pdr = re.findall(r"PDR = ([0-9.]+)", logs)
 12 metrics["pdr"] = {
 13 "mean": sum(float(p) for p in pdr) / len(pdr),
 14 } if pdr else None
 15 latency = re.findall(r"Avg Latency = ([0-9.]+) ms", logs)
 16 metrics["latency"] = {
 17 "mean": sum(float(l) for l in latency) / len(latency)
 18 } if latency else None
 19 energy = re.findall(r"Energy=([0-9]+) mWh", logs)
 20 metrics["energy"] = {
 21 "initial": int(energy[0]), "final": int(energy[-1])
 22 } if energy else None
 23 return metrics
 24 
 25 scenarios = ["scenario_20_static.csc", "scenario_40_mixed.csc"]
 26 all_metrics = {}
 27 for s in scen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Tableau récapitulatif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import json
 2 
 3 with open("cooja_results/all_metrics.json") as f:
 4 data = json.load(f)
 5 
 6 print(f"{'Scénario': 7 print("-" * 74)
 8 for scenario, metrics in data.items():
 9 pdr = f"{metrics['pdr']['mean']:.1f}" if metrics["pdr"] else "N/A"
 10 lat = f"{metrics['latency']['mean']:.1f}" if metrics["latency"] else "N/A"
 11 eng = f"{metrics['energy']['final']}" if metrics["energy"] else "N/A"
 12 print(f"{scenario:&lt;30} {pdr:&lt;10} {lat:&lt;12} {eng:&lt;12}")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6187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Vérification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Vérifiez que le fichier all_metrics.json contient les données pour chaque scénario. Les valeurs de PDR doivent être comprises entre 0 et 100%.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0253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Dépannage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Aucune métrique extraite : vérifiez le format des logs. Les logs doivent contenir les motifs 'PDR =', 'Avg Latency =', 'Energy='.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5953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Questions de réflexion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978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scénario donne le meilleur PDR ? Pourquoi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538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est l'impact du nombre de nœuds sur la latence moyenne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099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l'énergie finale varie-t-elle entre les scénarios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Quelle métrique est la plus impactée par la mobilité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219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Proposer une méthodologie pour comparer RPL-AER avec RPL standard.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7802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Livrables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Scripts collect_metrics.py, fichier all_metrics.json, tableau dans metrics_summary.txt.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