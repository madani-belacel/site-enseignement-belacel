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04 : Analyse des logs MCS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04 — Analyse des logs MCS
 Auteur : Dr. Madani BELACEL
 Durée estimée : 1h00
 Objectifs : Extraire et analyser les logs MCS avec Python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Analyse des logs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Extraire les logs MCS des fichiers de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Calculer des statistiques descriptives (moyenne, min, max, écart-type)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Visualiser l'évolution temporelle du MCS et de ses composants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Corréler les variations du MCS avec les événements réseau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Extraction avec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re
 2 import statistics
 3 
 4 with open("cooja_results/rpl-aer-output.log") as f:
 5 logs = f.read()
 6 
 7 pattern = r"MCS=([0-9.]+).*NRE=([0-9.]+).*PEC=([0-9.]+).*ECS=([0-9.]+)"
 8 matches = re.findall(pattern, logs)
 9 
 10 mcs_vals = [float(m[0]) for m in matches]
 11 nre_vals = [float(m[1]) for m in matches]
 12 pec_vals = [float(m[2]) for m in matches]
 13 ecs_vals = [float(m[3]) for m in matches]
 14 
 15 print(f"Statistiques MCS:")
 16 print(f" Moyenne: {statistics.mean(mcs_vals):.3f}")
 17 print(f" Min: {min(mcs_vals):.3f}")
 18 print(f" Max: {max(mcs_vals):.3f}")
 19 print(f" Écart-type: {statistics.stdev(mcs_vals):.3f}")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 par nœud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Visualisation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matplotlib.pyplot as plt
 2 import numpy as np
 3 
 4 time = np.arange(len(mcs_vals)) * 10
 5 
 6 plt.figure(figsize=(12, 6))
 7 plt.plot(time, mcs_vals, 'b-', label="MCS", linewidth=2)
 8 plt.plot(time, nre_vals, 'g--', label="NRE", alpha=0.7)
 9 plt.plot(time, pec_vals, 'r--', label="PEC", alpha=0.7)
 10 plt.plot(time, ecs_vals, 'y--', label="ECS", alpha=0.7)
 11 plt.xlabel("Temps (s)")
 12 plt.ylabel("Score")
 13 plt.title("Évolution du MCS et de ses composants")
 14 plt.legend()
 15 plt.grid(True, alpha=0.3)
 16 plt.savefig("cooja_results/mcs_components.png", dpi=150)
 17 plt.close()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02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les valeurs extraites sont cohérentes (MCS entre 0 et 1). Le graphique généré doit montrer une tendance claire.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04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Aucun log MCS trouvé : vérifiez que la simulation a bien tourné avec les logs activés. Le flag -DMCS_METRIC=1 doit être présent dans le Makefile.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composant (NRE, PEC, ECS) varie le plus au cours du temps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nœuds solaires ont-ils un MCS plus élevé en moyenne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une corrélation entre le MCS et le PDR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évolue le NRE d'un nœud mobile par rapport à un nœud statique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signification d'un écart-type élevé sur le MCS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Python extract_mcs.py fonctionnel, fichier mcs_statistics.txt avec les stats, et graphique mcs_components.png.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