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01 : Introduction au protocole RPL-AER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01 — Introduction au protocole RPL-AER
 Auteur : Dr. Madani BELACEL
 Durée estimée : 1h30
 Objectifs : Comprendre le contexte, les limites du RPL standard, et les contributions de RPL-AER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Contexte : IoT et agriculture de précision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L'Internet des Objets (IoT) transforme l'agriculture de précision en permettant le déploiement de réseaux de capteurs sans fil (WSN) pour surveiller en temps réel les paramètres culturaux : humidité du sol, température, luminosité, etc. Ces réseaux fonctionnent avec des nœuds contraints en énergie, souvent alimentés par batteries ou panneaux solaires.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99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contexte applicatif de l'agriculture de précision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550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Identifier les limitations du protocole RPL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1109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Découvrir les contributions innovantes de RPL-AER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Appréhender l'architecture modulaire du protocole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Limitations de RPL standard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Métrique ETX uniquement : L'ETX mesure la qualité du lien mais ignore l'énergie résiduelle, ce qui conduit à la sur-utilisation des nœuds les mieux 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Absence de prédiction : RPL ne peut pas anticiper l'épuisement d'un nœud. Un nœud avec une batterie faible reste parent jusqu'à sa défaillance.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Pas de sécurité intégrée : RPL standard n'inclut pas de mécanisme de détection d'attaques (sinkhole, selective forwarding).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Gestion statique de l'énergie : Les nœuds avec récolte solaire sont traités comme des nœuds à batterie classiques.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813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"Exemple : Dans un champ de 40 capteurs, le nœud le plus central avec ETX=1.0 attire tout le trafic et s'épuise en premier, créant un trou de couverture réseau."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Contributions de RPL-AER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RPL-AER (Adaptive Energy-Responsive RPL) est une extension du protocole RPL développée dans le cadre des travaux de recherche de Dr. BELACEL. Il introduit les innovations suivantes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MCS — Multi-Criteria Score : Métrique composite qui remplace l'ETX pour la sélection du parent préféré. Formule : MCS = α×NRE + β×PEC + γ×ECS.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NRE — Normalized Residual Energy : Énergie résiduelle normalisée du nœud, reflétant la capacité restante de la batterie.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PEC — Predictive Energy Consumption : Prédiction de la consommation future via un réseau de neurones LSTM (Long Short-Term Memory).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ECS — Environmental Context Score : Score contextuel basé sur la récolte d'énergie solaire et les facteurs environnementaux.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Module de confiance (Trust) : Détection des comportements anormaux (attaques sinkhole, selective forwarding) via un score de confiance calculé à parti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Gestion de la mobilité : Support des nœuds mobiles avec le modèle Random Waypoint pour les scénarios agricoles (drones, robots).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Architecture du protocole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RPL-AER est implémenté comme une couche au-dessus de RPL dans Contiki-NG. Il modifie la fonction objective (Objective Function) de RPL pour utiliser le MCS au lieu de l'ETX. Le code source est structuré en modules indépendants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rpl-aer.c / rpl-aer.h — Logique principale du protocole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mcs_calculator.c / .h — Calcul du Multi-Criteria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lstm_predictor.c / .h — Prédiction LSTM de consommation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trust_module.c / .h — Module de confiance et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harvest_module.c / .h — Gestion de la récolte d'énergie solaire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attack_detector.c / .h — Détection d'attaques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Scénarios d'application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Grandes cultures : Champs de blé, maïs, oliviers avec des nœuds espacés de 50-200 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Serres intelligentes : Environnements contrôlés avec forte densité de capteurs.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Périmètres irrigués : Surveillance de l'humidité du sol et contrôle automatisé de l'irrigation.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Zones à mobilité : Présence de drones ou robots agricoles qui se déplacent dans le champ.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principale limitation de l'ETX comme métrique de routage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la prédiction LSTM est-elle utile dans un contexte agricole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trois composants du MCS et que représentent-ils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En quoi la mobilité des nœuds complique-t-elle le routage RPL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43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Citez deux types d'attaques que RPL-AER peut détecter.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Dépôt GitHub RPL-AER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RFC 6550 — RPL: IPv6 Routing Protocol for Low-Power and Lossy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Contiki-NG: The Next-Generation IoT Operating System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