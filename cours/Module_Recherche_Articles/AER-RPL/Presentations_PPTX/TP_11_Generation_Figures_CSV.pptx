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11 : Génération de figures et CSV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11 — Génération de figures et CSV
 Auteur : Dr. Madani BELACEL
 Durée estimée : 1h00
 Objectifs : Produire des graphiques de qualité scientifique et des données CSV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Génération de figures et CSV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 TP se concentre sur la production de graphiques de qualité scientifique et de données tabulaires au format CSV.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Générer des graphiques de qualité scientifique avec Matplotlib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Exporter les métriques au format CSV pour analyse externe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Créer des figures comparatives (boxplots, barplots, courbes)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Préparer des figures prêtes pour publication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Export CSV des métriques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csv
 2 import re
 3 
 4 with open("cooja_results/rpl-aer-output.log") as f:
 5 logs = f.readlines()
 6 
 7 with open("cooja_results/metrics.csv", "w", newline="") as csvfile:
 8 writer = csv.writer(csvfile)
 9 writer.writerow([
 10 "MCS", "NRE", "PEC", "ECS",
 11 "Energy_mWh", "Solar_lux", "Attack", "PDR"
 12 ])
 13 
 14 for line in logs:
 15 row = {}
 16 m = re.search(r"MCS=([0-9.]+)", line)
 17 if m: row["mcs"] = m.group(1)
 18 m = re.search(r"Energy=(\d+) mWh", line)
 19 if m: row["energy"] = m.group(1)
 20 m = re.search(r"Attack=(\d)", line)
 21 if m: row["attack"] = m.group(1)
 22 if row:
 23 writer.writerow(row.values())
 24 
 25 print("CSV généré: cooja_results/metrics.csv")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Figures scientifiques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matplotlib.pyplot as plt
 2 import pandas as pd
 3 
 4 plt.style.use('seaborn-v0_8-whitegrid')
 5 df = pd.read_csv("cooja_results/metrics.csv")
 6 
 7 # Figure 1: Évolution du MCS
 8 fig, ax = plt.subplots(figsize=(10, 5))
 9 ax.plot(df["MCS"].dropna(), 'b-', linewidth=1.5)
 10 ax.fill_between(range(len(df["MCS"].dropna())),
 11 0, df["MCS"].dropna(),
 12 alpha=0.15, color='blue')
 13 ax.set_xlabel("Temps (échantillons)", fontsize=12)
 14 ax.set_ylabel("MCS", fontsize=12)
 15 ax.set_title("Évolution du Multi-Criteria Score", fontsize=14)
 16 ax.grid(True, alpha=0.3)
 17 plt.tight_layout()
 18 plt.savefig("cooja_results/fig1_mcs_evolution.png", dpi=200)
 19 
 20 # Figure 2: Comparaison PDR
 21 pdr_data = df["PDR"].dropna()
 22 plt.figure(figsize=(8, 5))
 23 plt.bar(["RPL-AER"], [pd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Export pour publication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Les figures générées sont prêtes pour inclusion dans un article scientifique. Utilisez le format PNG avec DPI ≥ 200.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966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 CSV contient les colonnes attendues et que les figures sont lisibles avec des titres et labels.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9786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Erreur pandas : pip install pandas. Si seaborn n'est pas disponible, utilisez plt.style.use('ggplot').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type de graphique est le plus adapté pour montrer l'évolution du MCS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améliorer la lisibilité des figures pour publication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Quelles statistiques ajouter au CSV pour une analyse plus poussée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intégrer ces figures dans un article LaTeX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2082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une figure combinant plusieurs métriques sur un même graphique.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7685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 export_csv.py, fichier metrics.csv, script generate_figures.py, et au moins 2 figures PNG.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