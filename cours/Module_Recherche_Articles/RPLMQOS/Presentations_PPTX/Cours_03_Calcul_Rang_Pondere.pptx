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Cours 03 Calcul de rang pondere MQoS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03Duree : 2h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Fonction principale (rpl-mqos.c:48-74)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Initialisation (rpl-mqos.c:100-146)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