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01 — Exploration du code source RPL-MQoS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2h TPDurée : 2h TPObjectif : Explorer la structure du projet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Naviguer dans le projet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Compter les lignes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Examiner le Makefile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fichiers .c ? 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Fichier le plus long ? (rpl-mqos.c: 528)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contient le répertoire include/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