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10 Analyse PDR et latence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10Duree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Extraire du log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