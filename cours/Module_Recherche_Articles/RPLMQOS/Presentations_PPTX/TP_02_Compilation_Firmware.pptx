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02 — Compilation du firmware RPL-MQoS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2h TPDurée : 2h TPObjectif : Compiler le firmware pour Sky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Vérification des prérequis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Vérification du binaire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Problème : msp430-gcc not found 
Solution : cd $HOME/contiki-ng/tools &amp;&amp; sudo ./install-msp430.sh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Problème : contiki.h not found 
Solution : Vérifier CONTIKI dans le Makefile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Taille du binaire ? (56348)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signifient text/data/bss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Commande pour nettoyer ? (make TARGET=sky clean)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