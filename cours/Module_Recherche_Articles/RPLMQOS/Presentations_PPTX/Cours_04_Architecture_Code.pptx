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04 Architecture du code RPL-MQoS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04Duree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Arborescence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Fonctions cles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Fonction | Ligne | Role
rpl_mqos_init() | 100 | Init poids
calculate_weighted_rank_optimized() | 48 | Rang pondere
rpl_mqos_update_metrics() | 153 | MAJ metriques
rpl_mqos_calculate_rank() | 222 | Calcul rang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