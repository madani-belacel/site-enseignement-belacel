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07 Ordonnancement multi-chemins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07Duree : 1h30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Code (rpl-mqos.c:222-267)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