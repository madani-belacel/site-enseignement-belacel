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10 — Extensions avancées et perspectives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2h CMDurée : 2h CMObjectif : Explorer les extensions possibles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Extensions possibles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Métriques supplémentaires : énergie, RSSI, occupation mémoire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Classes de trafic dynamiques adaptatives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Multi-chemins actifs avec basculement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Apprentissage machine pour l'optimisation des poids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Améliorations du code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Composant | Amélioration
Pool | Protection par mutex
Cache | Table de hachage (O(1))
Calcul pondéré | Lookup tables pré-calculées
Callbacks | File d'événements asynchrone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Perspectives de recherche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Publication dans Computer Networks / IEEE IoT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Expérimentation sur Zolertia RE-Mote, Nordic nRF52840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Intégration IEEE 802.15.4e 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Extension Fog/Edge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Quelles métriques supplémentaires ajouter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 ML peut améliorer RPL-MQoS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Avantage d'un cache par table de hachage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