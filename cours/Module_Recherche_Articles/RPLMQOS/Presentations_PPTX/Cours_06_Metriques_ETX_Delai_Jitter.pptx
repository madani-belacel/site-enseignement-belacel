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06 Metriques ETX, delai et gigue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06Duree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ETX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Delai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Gigue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