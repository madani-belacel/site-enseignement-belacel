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TP 09 Analyse consommation d energie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TP 09Duree : 2h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PowerTracker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Menu Tools &gt; PowerTracker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RPL-MQoS consomme ~5-10% de plus que RPL standard (calculs supplementaires).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