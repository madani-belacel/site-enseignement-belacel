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Cours 09 Optimisation des poids QoS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Cours 09Duree : 2h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Configuration recommandee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val="162B40"/&gt;</a:solidFill>
              </a:rPr>
              <a:t>Classe | ETX | Delai | Gigue
Critical | 2 | 6 | 5
Priority | 4 | 4 | 3
Normal | 6 | 2 | 1
Background | 3 | 3 | 3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