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05 Integration avec RPL-Lite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05Duree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Callbacks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rpl_mqos_neighbor_link_callback() : qualite lien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rpl_mqos_neighbor_path_callback() : qualite chemin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Architecture couches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