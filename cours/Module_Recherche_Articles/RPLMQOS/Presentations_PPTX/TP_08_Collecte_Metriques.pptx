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08 Collecte des metriques de performance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08Duree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Script bash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