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07 Comparaison RPL vs RPL-MQoS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07Duree : 3h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Compiler RPL standard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Compiler RPL-MQoS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Resultats attendus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