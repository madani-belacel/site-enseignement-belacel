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12 — Projet de synthèse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4h TPDurée : 4h TPObjectif : Réaliser une évaluation complète de RPL-MQoS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Objectifs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Compiler le firmware pour Sky et Zoul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Simuler avec Cooja (25, 50, 80 nœuds)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Collecter les logs de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PDR, latence, ETX moyen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Comparer avec RPL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Rédiger un rapport d'analyse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Grille d'évaluation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Critère | Points
Compilation réussie (2 plateformes) | 2 pts
Simulation 25 nœuds + logs | 3 pts
Analyse PDR et ETX | 3 pts
Analyse énergétique | 2 pts
Comparaison RPL vs RPL-MQoS | 3 pts
Rapport et conclusions | 2 pts
Total | 15 pts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Livrables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source compilé (.sky, .zoul)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Logs de simulation (3 scénarios)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Script d'analyse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Rapport (PDF, 4-6 pages)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Questions de synthèse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sont les avantages mesurables de RPL-MQoS par rapport à RPL standard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les poids des métriques influencent-ils la sélection de parent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du nombre de nœuds sur le PDR et la latence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Proposez une extension à RPL-MQoS et justifiez son intérêt.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Quelles limites avez-vous identifiées dans l'implémentation actuelle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