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04 Analyse des classes de trafic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04Duree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Modifier la classe (rpl-mqos-example.c:125)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Mesurer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Latence moyenne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Changements de parent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PDR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