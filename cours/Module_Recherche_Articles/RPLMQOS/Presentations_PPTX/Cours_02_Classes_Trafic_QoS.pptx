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02 Classes de trafic et metriques 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02Duree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4 classes (rpl-mqos.h)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 metriques (rpl-mqos-metrics.h)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Structure poids (rpl-mqos.h)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