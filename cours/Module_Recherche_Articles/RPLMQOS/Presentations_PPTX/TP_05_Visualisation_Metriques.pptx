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05 Visualisation des metriques 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05Duree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Exporter les logs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Tools &gt; Simulation log &gt; Save log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Script Python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