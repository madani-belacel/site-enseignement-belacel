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08 Evaluation de performance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08Duree : 1h30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Metriques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PDR, Latence (ms), Gigue (ms), Energie (mJ), Overhead (paquets/min), Fairness (Jain)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Protocole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5 simulations seeds differentes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Collecte logs + PowerTracker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Moyenne + ecart-type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Test Student RPL vs RPL-MQoS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