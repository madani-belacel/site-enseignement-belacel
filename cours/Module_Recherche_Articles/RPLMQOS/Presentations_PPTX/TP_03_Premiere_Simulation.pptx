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TP 03 Premiere simulation RPL-MQoS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TP 03Duree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Compiler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Lancer Cooja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Simulation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File &gt; New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Firmware : rpl-mqos-example.cooja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1 sink + 3 clients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UDGM : TX=50m, RX=0.9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Logs attendus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