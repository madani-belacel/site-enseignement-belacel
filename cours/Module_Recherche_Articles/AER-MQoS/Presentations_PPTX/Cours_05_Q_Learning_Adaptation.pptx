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05 — Q-learning pour l'adaptation des poids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Cours théorique &amp;mdash; Durée : 1h30
 Objectif : Comprendre l'agent Q-learning qui adapte dynamiquement le poids gamma de la métrique MCS
Prérequis : Cours 03 (MCS), notions de base en apprent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Pourquoi l'apprentissage par renforcement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réseaux IoT sont dynamiques : la qualité des liens fluctue, les nœuds s'épuisent énergétiquement, des attaques peuvent survenir. Un réglage statique des poids de la métrique MCS ne peut pas s'adapter à ces variations. L'apprentissage par renforcement (RL) permet à chaque nœud d'apprendre en ligne la meilleure politique d'ajustement du poids gamma, basée sur l'expérience locale.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Principes du Q-learning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Q-learning est un algorithme RL model-free qui apprend une fonction Q(s, a) estimant la qualité d'une action a dans un état s. La mise à jour suit l'équation de Bellman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Formalisation du problème d'adaptation de gamma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Composant | Définition
État (s) | Tuple (PDR, énergie_moyenne, taux_anomal
Action (a) | Modification de gamma : {−0.1, −0.05, 0,
Récompense (r) | r = PDR * énergie_moyenne * TrustScore_m
Politique | ε-greedy : exploration (ε=0.1) ou exploi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Implémentation dans aer_rpl_qlearn.c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Résumé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Q-learning permet à AER-MQoS d'ajuster dynamiquement le poids gamma de la confiance dans la métrique MCS, en apprenant de l'expérience locale de chaque nœud. Cette capacité d'adaptation distingue AER-MQoS des protocoles statiques.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