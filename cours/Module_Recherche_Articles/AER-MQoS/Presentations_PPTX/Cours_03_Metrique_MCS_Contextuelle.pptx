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03 — Métrique MCS contextuelle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Cours théorique &amp;mdash; Durée : 1h30
 Objectif : Maîtriser la métrique composite MCS, sa formule, ses composantes et le mécanisme d'ajustement contextuel des poids
Prérequis : Cours 01, Cours 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Définition de la métrique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métrique MCS (Multi-Objective Composite Score) est une métrique de routage composite qui agrège trois indicateurs de performance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NRE — Normalized Residual Energy : énergie résiduelle normalisée du parent candidat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ETXnorm — ETX normalisé : fiabilité du lien inversée et normalisée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TrustScore — Score de confiance : évaluation de la fiabilité du nœud basée sur l'historique ETX et les anomalies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Formule de la métrique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MCS est calculé comme une somme pondérée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Où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alpha, beta, gamma sont des poids contextuels dans [0, 1] avec alpha + beta + gamma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NRE(parent) ∈ [0, 1] — 1 = pleine charge, 0 = batterie épuisée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ETX_norm(parent) ∈ [0, 1] — ETX normalisé par rapport à une valeur maximale de référence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TrustScore(parent) ∈ [0, 1] — 1 = totalement fiable, 0 = suspect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Pondération contextuelle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poids alpha, beta, gamma ne sont pas fixes. Ils s'adaptent aux conditions du réseau selon des règles contextuelles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Condition réseau | alpha (NRE) | beta (ETX) | gamma (Trust) | Comportement
Énergie faible (&lt; 20%) | 0.6 | 0.2 | 0.2 | Favorise l'économie d'énergie
Pertes élevées (&gt; 30%) | 0.1 | 0.7 | 0.2 | Favorise la fiabilité des liens
Attaque suspectée | 0.15 | 0.15 | 0.7 | Favorise la confiance
Normal | 0.3 | 0.35 | 0.35 | Équilibre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Implémentation dans aer_rpl_plus.c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Exemple de calcul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Considérons un parent avec NRE = 0.9, ETX_norm = 0.3, TrustScore = 0.95, dans un contexte normal (alpha=0.3, beta=0.35, gamma=0.35)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Résumé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métrique MCS est le coeur d'AER-MQoS. Elle synthétise trois dimensions essentielles du routage IoT en une note composite, pondérée contextuellement et adaptée par apprentissage.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