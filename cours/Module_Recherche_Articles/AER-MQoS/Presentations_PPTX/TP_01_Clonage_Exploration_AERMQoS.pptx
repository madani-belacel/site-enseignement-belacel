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01 — Cloner et explorer AER-MQoS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45 min
 Objectif : Cloner le dépôt GitHub AER-MQoS, explorer la structure du code source et examiner les modules principaux
Prérequis : Git, environnement Linu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Cloner le dépôt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Commencez par cloner le dépôt AER-MQoS depuis GitHub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val="155724"/&gt;</a:solidFill>
              </a:rPr>
              <a:t>[OBJECTIF] 📂 Codes sources disponibles localement : Ces codes sont déjà présents sur votre machine dans le dossier /home/madani/contiki-ng/examples/AER-MQoS. Vous pouvez également les cloner depuis GitHub si nécessaire.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Explorer la structure du dépôt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Vous devriez voir : code_source_AER_MQoS/, scripts/, simulations/, README.md, LICENSE.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Explorer le code source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Exercice : Trouvez et listez les fichiers aer_*.c, aer_*.h, rpl-of-aer*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Examiner le module principal aer_rpl_plus.c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Identifiez : la fonction mcs_calculate(), la fonction aer_rpl_calculate_contextual_weights(), les constantes ALPHA_DEFAULT, BETA_DEFAULT, GAMMA_DEFAULT.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Examiner le module QoS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aer_qos_queue.c, examinez la structure struct aer_qos_queue, la fonction aer_qos_wrr_schedule(), les poids par défaut (6, 3, 2, 1).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Examiner le dossier variants/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Examinez chaque fichier imacros-*.h.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7. Vérification et rapport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Produisez un fichier exploration.txt contenant : la sortie de git log --oneline -5, la liste des fichiers aer_*.c trouvés, le contenu de imacros-aer-mqos.h, les 20 premières lignes de aer_rpl_plus.c.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Assurez-vous que tous les modules sont présents avant de passer au TP 02.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9786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⚠️ Dépannage : Si find ne retourne rien, vérifiez le chemin du code source avec pwd et 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8. Questions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fichiers .c le projet AER-MQoS contient-il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trois poids contextuels par défaut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est la différence entre les macros des 4 variantes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la métrique MCS est-elle structurée dans le code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