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03 — Simulation test avec 3 nœuds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Travail pratique &amp;mdash; Durée : 1h00
 Objectif : Lancer une première simulation AER-MQoS avec 3 nœuds, vérifier la connectivité RPL et observer les logs QoS
Prérequis : TP 02 (firmware compil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Localiser le template de simulation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Lancer Cooja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Lancer la simulation sans interface graphique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Observer les logs attendus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✅ Vérification : Vérifiez que le DODAG se forme correctement, que les paquets C0 sont servis avant les autres classes et que le ratio de service correspond à 6:3:2:1.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966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⚠️ Dépannage : Si Cooja ne démarre pas, vérifiez la variable JAVA_HOME et la présence de Java : java -version.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Combien de paquets C0, C1, C2, C3 ont été transmis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922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le PDR global ? Et par classe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DODAG s'est-il correctement formé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