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04 — Ordonnancement WRR (Weighted Round Robin)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Cours théorique &amp;mdash; Durée : 1h00
 Objectif : Comprendre l'ordonnanceur WRR, son rôle dans la différenciation QoS, son implémentation et son interaction avec la couche MAC
Prérequis : Cours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Principe du Weighted Round Robin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Weighted Round Robin (WRR) est un algorithme d'ordonnancement qui sert les files d'attente de manière cyclique, en allouant à chaque file un nombre de paquets proportionnel à son poids. Contrairement au Round Robin pur qui sert une quantité égale de paquets par file, le WRR permet une différenciation pondérée du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AER-MQoS, le cycle WRR sert les paquets dans l'ordre C0, C1, C2, C3 selon les poids respectifs 6, 3, 2, 1. Ainsi, sur un cycle complet de 12 paquets (6+3+2+1), C0 transmet 6 paquets, C1 en transmet 3, C2 en transmet 2, et C3 en transmet 1.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Implémentation dans aer_qos_queue.c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Algorithme WRR détaillé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Observabilité et debug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module produit des logs [QUEUE] permettant de suivre en temps réel l'état des files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Résumé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L'ordonnanceur WRR avec les poids 6:3:2:1 est le mécanisme central de différenciation QoS d'AER-MQoS. Il garantit que les paquets prioritaires sont servis plus fréquemment tout en évitant la famine des classes inférieures.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