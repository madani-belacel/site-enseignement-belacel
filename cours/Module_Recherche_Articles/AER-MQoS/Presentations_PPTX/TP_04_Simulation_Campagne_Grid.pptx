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04 — Simulation campagne grille 30 nœuds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Type : Travail pratique &amp;mdash; Durée : 1h30
 Objectif : Lancer une simulation complète sur grille 30 nœuds, comprendre la topologie et collecter les métriques de campagne
Prérequis : TP 03 réussi, f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Topologie grille 30 nœuds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 fichier aer-campaign-grid-30.csc définit une topologie en grille rectangulaire de 30 nœuds (6 lignes × 5 colonnes), espacement 60 mètres, portée radio ~100 mètres.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Paramètres de la campagne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Paramètre | Valeur typique
Nombre de nœuds | 30 (29 capteurs + 1 puits)
Topologie | Grille 6×5, espacement 60 m
Durée | 600 s (10 min)
Trafic | C0–C3 mixte
Radio | UDGM avec pertes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Lancer la simulation sans interface graphique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Résumé des métriques collectées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val="0C5460"/&gt;</a:solidFill>
              </a:rPr>
              <a:t>[VERIF] ✅ Vérification : Vérifiez que C0 &gt; C1 &gt; C2 &gt; C3 en termes de PDR et que la hiérarchie est respectée.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966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 est le PDR global de la simulation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52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 est le PDR par classe ? Est-il conforme aux attentes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Combien de paquets ont été transmis et reçus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647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 nœud a le NRE le plus bas ? Pourquoi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