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10 — Génération de figures comparatives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1h30
 Objectif : Créer des graphiques comparatifs entre les 4 variantes (PDR, latence, énergie) avec barres d'erreur, exploitables pour publication
Prérequis :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Préparation des données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Diagramme comparatif PDR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Analyse statistique (test de Student)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Les barres d'erreur doivent être présentes sur les graphiques. Les différences entre AER-MQoS et RPL-MRHOF doivent être statistiquement significatives.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variante offre le meilleur PDR ? La plus faible latence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différences entre AER-MQoS et les autres variantes sont-elles significatives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un compromis entre performance QoS et consommation énergétique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