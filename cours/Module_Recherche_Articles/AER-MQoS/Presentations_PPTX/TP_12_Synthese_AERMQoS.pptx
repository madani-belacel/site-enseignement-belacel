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12 — TP de synthèse AER-MQoS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Type : Travail pratique &amp;mdash; Durée : 3h00 (hors temps de calcul)
 Objectif : Réaliser le workflow complet AER-MQoS : compilation → simulation → parsing → analyse → publication de figures. Produire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Présentation du TP de synthèse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Ce TP final vous demande de réaliser l'ensemble du workflow d'évaluation d'AER-MQoS, de la compilation des firmwares à la production de figures comparatives exploitables pour un article.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Étape 1 : Compilation (TP 02)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Étape 2 : Simulation test (TP 03)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Étape 3 : Campagne multi-seed (TP 08)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Étape 4 : Parsing (TP 09)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6. Étape 5 : Génération de figures (TP 10)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7. Mini-rapport de synthèse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Rédigez un mini-rapport (2-3 pages) contenant : introduction, méthodologie, résultats, analyse, figures et conclusion.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8. Critères d'évaluation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Critère | Points
Compilation (4 variantes sans erreur) | 20%
Campagne (16 simulations terminées) | 20%
Parsing (fichier CSV correct) | 15%
Figures (3 graphiques clairs) | 20%
Rapport (analyse complète) | 25%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965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val="34495E"/&gt;</a:solidFill>
              </a:rPr>
              <a:t>"Félicitations ! Vous avez complété le parcours complet AER-MQoS, de la théorie à la pratique, en passant par la simulation, l'analyse et la reproduction de résultats scientifiques."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