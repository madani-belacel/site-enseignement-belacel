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07 — Trust Score basé sur ETX</a:t>
            </a:r>
          </a:p>
          <a:p>
            <a:pPr algn="ctr">
              <a:spcBef>
                <a:spcPts val="1600"/>
              </a:spcBef>
            </a:pPr>
            <a:r>
              <a:rPr sz="1400">
                <a:solidFill>val="9AA7B6"/&gt;</a:solidFill>
              </a:rPr>
              <a:t>Type : Cours théorique &amp;mdash; Durée : 1h00
 Objectif : Comprendre le calcul du Trust Score à partir de l'ETX, son rôle dans la sécurité du routage et son intégration dans la métrique MCS
Prérequis :</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Définition de l'ETX</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L'ETX (Expected Transmission Count) est une métrique qui estime le nombre de transmissions nécessaires pour qu'un paquet soit reçu avec succès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De l'ETX au Trust Score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Trust Score transforme l'ETX en une mesure de confiance dans [0, 1] :</a:t>
            </a:r>
          </a:p>
        </p:txBody>
      </p:sp>
      <p:sp>
        <p:nvSpPr>
          <p:cNvPr id="3" name="TextBox 2"/>
          <p:cNvSpPr txBox="1"/>
          <p:nvPr/>
        </p:nvSpPr>
        <p:spPr>
          <a:xfrm>
            <a:off x="731520" y="658368"/>
            <a:ext cx="10698480" cy="731520"/>
          </a:xfrm>
          <a:prstGeom prst="rect">
            <a:avLst/>
          </a:prstGeom>
          <a:noFill/>
        </p:spPr>
        <p:txBody>
          <a:bodyPr wrap="square">
            <a:spAutoFit/>
          </a:bodyPr>
          <a:lstStyle/>
          <a:p>
            <a:r>
              <a:rPr sz="1300" b="0" i="0">
                <a:solidFill>val="162B40"/&gt;</a:solidFill>
              </a:rPr>
              <a:t>Ainsi : ETX = 1.0 → TrustScore = 1.0, ETX = 3.0 → TrustScore = 0.50, ETX ≥ 5.0 → TrustScore = 0.0.</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Prise en compte des anomalies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Trust Score intègre également la détection d'anomalies de routage : rank anomaly, selective forwarding, incohérences de version DODAG. Le Trust Score du nœud suspect est réduit d'un facteur de pénalité.</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Implémentation dans aer_rpl_trust.c</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Rôle du Trust Score dans la métrique MCS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Dans la métrique MCS, le Trust Score est multiplié par le poids gamma. Lorsque gamma est élevé (contexte d'attaque suspectée), les nœuds avec un Trust Score faible sont fortement pénalisés dans le score MCS, ce qui les exclut du routage.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6. Résumé</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 Trust Score transforme l'ETX et la détection d'anomalies en une mesure de confiance exploitable par la métrique MCS. Il constitue la première ligne de défense d'AER-MQoS contre les attaques de routage.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