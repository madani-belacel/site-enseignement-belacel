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08 — Variants du protocole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Cours théorique &amp;mdash; Durée : 1h00
 Objectif : Comprendre les 4 variantes d'AER-MQoS, leurs différences architecturales et la méthodologie de comparaison
Prérequis : Cours 01 à 07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Principe de la comparaison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Pour évaluer l'apport d'AER-MQoS, le protocole est comparé à 3 variantes plus simples dans des conditions de simulation identiques. Chaque variante ajoute progressivement des fonctionnalités, permettant d'isoler l'impact de chaque innovation.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Les 4 variantes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Variante | Macro | Métrique | QoS | Trust | Q-learning
RPL-MRHOF | RPL_MRHOF | ETX uniquement | Non | Non | Non
RPL-MQoS-style | RPL_MQOS_STYLE | Composite fixe | Oui (WRR) | Non | Non
RPL-AER-style | RPL_AER_STYLE | NRE + ETX | Non | Non | Non
AER-MQoS | AER_MQOS | MCS (NRE+ETX+Trust) | Oui (WRR) | Oui | Oui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AER-MQoS (full)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Méthodologie de comparaison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Mêmes scénarios : tous les variants sont exécutés sur exactement les mêmes fichiers de simulation Cooja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Mêmes seeds : les seeds aléatoires sont identiques pour garantir la comparabilité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Métriques mesurées : PDR, latence moyenne, consommation énergétique, équité de charge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Répétitions : 4 seeds (20260601–20260604) pour la significativité statistique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Résumé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L'analyse comparative entre ces 4 variantes permet de quantifier l'apport de chaque fonctionnalité et de démontrer la supériorité de l'approche multi-objectifs complète.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