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09 — Parsing des logs de campagne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Type : Travail pratique &amp;mdash; Durée : 1h00
 Objectif : Extraire les données structurées des logs bruts en utilisant les scripts d'analyse, comprendre le format METRIC
Prérequis : TP 08 (logs généré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Structure du module Aer_campaign_log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Format des logs METRIC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Extraire les métriques d'un log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Utiliser le script parse_cooja_metrics.py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Parser tous les logs d'une campagne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val="0C5460"/&gt;</a:solidFill>
              </a:rPr>
              <a:t>[VERIF] ✅ Vérification : Vérifiez que vous avez bien 16 lignes (4 variantes × 4 seeds) plus l'en-tête dans le fichier CSV.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6. Parser les logs QUEUE et MCS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Combien de métriques sont extraites par simulation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Quelle variante a le meilleur PDR global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Quelle variante consomme le moins d'énergie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