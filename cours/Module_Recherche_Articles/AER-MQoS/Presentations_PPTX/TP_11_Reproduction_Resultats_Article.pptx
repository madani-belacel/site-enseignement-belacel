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11 — Reproduction des résultats de l'article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2h00 (hors temps de calcul)
 Objectif : Reproduire les résultats expérimentaux de l'article AER-MQoS en utilisant la release v1.1
Prérequis : Tous les TP précé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Utiliser la release v1.1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Compiler les 4 variantes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Lancer la campagne multi-seed complète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Extraire les métriques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Comparer avec les résultats de l'article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Les écarts entre résultats reproduits et ceux de l'article doivent être inférieurs à 5%.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résultats reproduits sont-ils cohérents avec ceux de l'article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des écarts significatifs ? Si oui, pourquoi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peut-on conclure sur la reproductibilité des résultats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