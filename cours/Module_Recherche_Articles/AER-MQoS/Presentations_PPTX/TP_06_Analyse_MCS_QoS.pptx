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06 — Analyse des scores MCS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Type : Travail pratique &amp;mdash; Durée : 1h00
 Objectif : Analyser les logs [MCS] pour extraire les poids alpha/beta/gamma, observer leur variation contextuelle et corréler avec les conditions réseau
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Extraire les logs [MCS]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Structure des logs [MCS]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Analyser la distribution des poids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Suivre l'évolution temporelle de gamma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val="0C5460"/&gt;</a:solidFill>
              </a:rPr>
              <a:t>[VERIF] ✅ Vérification : Comparez avec les poids contextuels théoriques du Cours 03. Vérifiez que les poids correspondent aux conditions du réseau.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966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Quels poids alpha/beta/gamma sont principalement utilisés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52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Observez-vous des variations de gamma ? À quels moments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La sélection du parent est-elle cohérente avec le score MCS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