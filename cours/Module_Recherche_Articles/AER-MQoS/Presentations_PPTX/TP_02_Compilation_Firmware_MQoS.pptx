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02 — Compilation du firmware AER-MQoS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1h00
 Objectif : Compiler les 4 variantes du firmware AER-MQoS pour la plateforme Cooja et vérifier les binaires produits
Prérequis : TP 01, environnement Cont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Prérequis : environnement de compilation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Compiler la variante AER-MQoS (complète)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Utiliser le script build_variant.sh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Compiler chaque variante manuellement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Vérification des binaires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Comparez les tailles des binaires entre les variantes. La variante AER-MQoS devrait être la plus volumineuse.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Journal de compilation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7. Dépannage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Erreur | Cause probable | Solution
make: command not found | make non installé | sudo apt install build-essential
msp430-gcc: not found | Chaîne croisée manquante | Installer gcc-msp430 ou utiliser TARGET=
undefined reference | Macro mal définie | Vérifier l'orthographe : AER_MQOS vs AER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est la taille du binaire pour chaque variante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Y a-t-il des avertissements (warnings) à la compilation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08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Les macros sont-elles correctement transmises au compilateur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