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07 — Scénarios d'attaque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Type : Travail pratique &amp;mdash; Durée : 1h30
 Objectif : Exécuter des simulations avec attaques (rank anomaly, selective forwarding, mixed) et observer la résilience d'AER-MQoS via le Trust Score
Pré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Types d'attaques simulées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val="162B40"/&gt;</a:solidFill>
              </a:rPr>
              <a:t>Attaque | Comportement du nœud malveillant | Impact attendu
Rank anomaly | Annonce un rank anormalement bas (sinkho | Augmentation du trafic vers l'attaquant
Selective forwarding | Ne transmet qu'une partie des paquets | Baisse du PDR
Mixed | Combine rank anomaly et selective forwar | Effet cumulé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Lancer une simulation avec attaque rank anomaly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Analyser les logs Trust Score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Observer la pénalité d'anomalie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Résultat attendu :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Comparer PDR avec et sans attaque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val="0C5460"/&gt;</a:solidFill>
              </a:rPr>
              <a:t>[VERIF] ✅ Vérification : Le Trust Score des attaquants doit chuter en dessous du seuil AER_TRUST_THRESHOLD, les excluant du DODAG.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966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 type d'attaque dégrade le plus le PDR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52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Le Trust Score a-t-il correctement pénalisé les nœuds attaquants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Les classes prioritaires (C0) sont-elles mieux protégées que C3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