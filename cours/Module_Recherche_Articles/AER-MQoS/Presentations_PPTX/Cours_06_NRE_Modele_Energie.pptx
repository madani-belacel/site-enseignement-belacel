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828800"/>
            <a:ext cx="10362895" cy="2743200"/>
          </a:xfrm>
          <a:prstGeom prst="rect">
            <a:avLst/>
          </a:prstGeom>
          <a:noFill/>
        </p:spPr>
        <p:txBody>
          <a:bodyPr wrap="square">
            <a:spAutoFit/>
          </a:bodyPr>
          <a:lstStyle/>
          <a:p>
            <a:pPr algn="ctr"/>
            <a:r>
              <a:rPr sz="3200" b="1">
                <a:solidFill>val="FFFFFF"/&gt;</a:solidFill>
              </a:rPr>
              <a:t>Cours 06 — Modèle d'énergie NRE (Normalized Residual Energy)</a:t>
            </a:r>
          </a:p>
          <a:p>
            <a:pPr algn="ctr">
              <a:spcBef>
                <a:spcPts val="1600"/>
              </a:spcBef>
            </a:pPr>
            <a:r>
              <a:rPr sz="1400">
                <a:solidFill>val="9AA7B6"/&gt;</a:solidFill>
              </a:rPr>
              <a:t>Type : Cours théorique &amp;mdash; Durée : 1h00
 Objectif : Comprendre le modèle d'énergie NRE étendu de RPL-AER, son implémentation et son rôle dans la métrique MCS
Prérequis : Cours 01, Cours 03, notio</a:t>
            </a:r>
          </a:p>
          <a:p>
            <a:pPr algn="ctr">
              <a:spcBef>
                <a:spcPts val="800"/>
              </a:spcBef>
            </a:pPr>
            <a:r>
              <a:rPr sz="1200">
                <a:solidFill>val="9AA7B6"/&gt;</a:solidFill>
              </a:rPr>
              <a:t>Dr. BELACEL Madani | Universite de Mostaganem</a:t>
            </a:r>
          </a:p>
        </p:txBody>
      </p:sp>
      <p:sp>
        <p:nvSpPr>
          <p:cNvPr id="990001" name="Pied de page FLE"/>
          <p:cNvSpPr>
            <a:spLocks noGrp="1"/>
          </p:cNvSpPr>
          <p:nvPr/>
        </p:nvSpPr>
        <p:spPr>
          <a:xfrm>
            <a:off x="5562295" y="22860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1. Importance de l'énergie dans les LLN</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Les nœuds IoT sont généralement alimentés par batterie avec une capacité limitée. La durée de vie du réseau dépend directement de la gestion de l'énergie. Un protocole de routage qui ignore l'énergie résiduelle risque d'épuiser prématurément certains nœuds, fragmentant le réseau et réduisant sa couverture.</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2. Le modèle NRE</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 NRE (Normalized Residual Energy) représente l'énergie résiduelle d'un nœud normalisée dans [0, 1] :</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3. Paramétrage de la batterie</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4. Implémentation dans aer_rpl_energy.c</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5. Résumé</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 modèle NRE fournit à AER-MQoS une mesure précise et normalisée de l'énergie résiduelle, essentielle pour un routage équilibré en énergie. Il s'intègre naturellement dans la métrique MCS via le poids alpha, contribuant à prolonger la durée de vie du réseau tout en maintenant la QoS.</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