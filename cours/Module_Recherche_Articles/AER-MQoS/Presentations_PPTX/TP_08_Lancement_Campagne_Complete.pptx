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08 — Lancement campagne complète automatisée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Travail pratique &amp;mdash; Durée : 2h00 (dont temps de calcul)
 Objectif : Lancer la campagne complète multi-seed en utilisant les scripts fournis, automatiser les 16 simulations
Prérequis : Cou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Examiner les scripts de campagne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Lancer une campagne simple (1 variante)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Lancer la campagne complète (4 variantes)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Lancer la campagne multi-seed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Cette campagne lancera 16 simulations (4 variantes × 4 seeds).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Structure des résultats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Surveiller l'avancement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✅ Vérification : Vérifiez que les 16 logs sont générés et contiennent la ligne [METRIC].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⚠️ Dépannage : Si une simulation échoue, consultez les logs d'erreur : grep -i "error\|failed\|exception" logs/aer_mqos/20260601.log.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350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Combien de temps prend la campagne multi-seed complète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910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Combien de logs sont générés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Toutes les simulations se sont-elles terminées avec succès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