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val="34495E"/&gt;</a:solidFill>
        <a:effectLst/>
      </p:bgPr>
    </p:bg>
    <p:spTree>
      <p:nvGrpSpPr>
        <p:cNvPr id="1" name=""/>
        <p:cNvGrpSpPr/>
        <p:nvPr/>
      </p:nvGrpSpPr>
      <p:grpSpPr/>
      <p:sp>
        <p:nvSpPr>
          <p:cNvPr id="2" name="TextBox 1"/>
          <p:cNvSpPr txBox="1"/>
          <p:nvPr/>
        </p:nvSpPr>
        <p:spPr>
          <a:xfrm>
            <a:off x="914400" y="1828800"/>
            <a:ext cx="10362895" cy="2743200"/>
          </a:xfrm>
          <a:prstGeom prst="rect">
            <a:avLst/>
          </a:prstGeom>
          <a:noFill/>
        </p:spPr>
        <p:txBody>
          <a:bodyPr wrap="square">
            <a:spAutoFit/>
          </a:bodyPr>
          <a:lstStyle/>
          <a:p>
            <a:pPr algn="ctr"/>
            <a:r>
              <a:rPr sz="3200" b="1">
                <a:solidFill>val="FFFFFF"/&gt;</a:solidFill>
              </a:rPr>
              <a:t>Cours 09 — Campagne multi-seed pour résultats robustes</a:t>
            </a:r>
          </a:p>
          <a:p>
            <a:pPr algn="ctr">
              <a:spcBef>
                <a:spcPts val="1600"/>
              </a:spcBef>
            </a:pPr>
            <a:r>
              <a:rPr sz="1400">
                <a:solidFill>val="9AA7B6"/&gt;</a:solidFill>
              </a:rPr>
              <a:t>Type : Cours théorique &amp;mdash; Durée : 1h00
 Objectif : Comprendre l'importance des campagnes multi-seed, la méthodologie utilisée par AER-MQoS et l'interprétation statistique des résultats
Prérequis</a:t>
            </a:r>
          </a:p>
          <a:p>
            <a:pPr algn="ctr">
              <a:spcBef>
                <a:spcPts val="800"/>
              </a:spcBef>
            </a:pPr>
            <a:r>
              <a:rPr sz="1200">
                <a:solidFill>val="9AA7B6"/&gt;</a:solidFill>
              </a:rPr>
              <a:t>Dr. BELACEL Madani | Universite de Mostaganem</a:t>
            </a:r>
          </a:p>
        </p:txBody>
      </p:sp>
      <p:sp>
        <p:nvSpPr>
          <p:cNvPr id="990001" name="Pied de page FLE"/>
          <p:cNvSpPr>
            <a:spLocks noGrp="1"/>
          </p:cNvSpPr>
          <p:nvPr/>
        </p:nvSpPr>
        <p:spPr>
          <a:xfrm>
            <a:off x="5562295" y="22860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1. Pourquoi plusieurs seeds ?</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Les simulations Cooja utilisent des générateurs de nombres aléatoires pour modéliser les pertes sur les liens radio, les délais de transmission, les instants de génération de trafic et les positions initiales des nœuds. Une seule seed ne donne qu'un échantillon parmi toutes les réalisations possibles.</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2. Méthodologie des 4 seeds</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La campagne AER-MQoS utilise 4 seeds : 20260601, 20260602, 20260603, 20260604, dérivées de la date.</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3. Scripts de campagne</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a:spAutoFit/>
          </a:bodyPr>
          <a:lstStyle/>
          <a:p>
            <a:r>
              <a:rPr sz="1000" b="0" i="0">
                <a:solidFill>val="162B40"/&gt;</a:solidFill>
              </a:rPr>
              <a:t>Script | Rôle
run_campaigns.sh | Lance une campagne simple (1 seed, 1 var
run_comprehensive_campaign.sh | Lance la campagne complète (4 variantes,
run_multi_seed_campaign.sh | Lance la campagne multi-seed (4 variante</a:t>
            </a:r>
          </a:p>
        </p:txBody>
      </p:sp>
      <p:sp>
        <p:nvSpPr>
          <p:cNvPr id="990001" name="Pied de page FLE"/>
          <p:cNvSpPr>
            <a:spLocks noGrp="1"/>
          </p:cNvSpPr>
          <p:nvPr/>
        </p:nvSpPr>
        <p:spPr>
          <a:xfrm>
            <a:off x="5897880" y="6400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4. Plan d'exécution multi-seed</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5. Résumé</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La campagne multi-seed (4 seeds × 4 variantes = 16 simulations) est la méthodologie standard d'AER-MQoS pour produire des résultats robustes et reproductibles.</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