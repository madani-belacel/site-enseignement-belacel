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10 — Analyse des résultats 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Cours théorique &amp;mdash; Durée : 1h30
 Objectif : Analyser et interpréter les résultats comparatifs d'AER-MQoS face aux autres variantes, comprendre les compromis et les conditions de supériori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Résultats attendus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Métrique | RPL-MRHOF | RPL-MQoS-style | RPL-AER-style | AER-MQoS
PDR global | Moyen | Bon | Moyen | Très bon
PDR C0 | Identique à C3 | Excellent | Identique à C3 | Excellent
Latence | Moyenne | Bonne (C0) | Élevée | Bonne
Énergie | Moyenne | Élevée | Faible | Moyenne
Résilience attaques | Faible | Moyenne | Faible | Élevée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Analyse PDR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AER-MQoS surpasse les autres variantes dans plusieurs scénarios : trafic hétérogène (WRR garantit la priorité C0), réseau à forte perte (pondération contextuelle augmente beta) et réseau sous attaque (Trust Score exclut les nœuds malveillants).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Compromis QoS vs Énergie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AER-MQoS offre un meilleur PDR et une meilleure QoS que RPL-AER-style, mais consomme légèrement plus d'énergie (overhead du calcul MCS, WRR, Q-learning). Ce compromis est acceptable pour des applications nécessitant de la QoS.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Performance par classe de trafic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C0 : PDR proche de 99% même sous contention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C1 : bon PDR (~95%)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C2 : PDR correct (~88%)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C3 : PDR plus faible (~75-80%)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Résumé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AER-MQoS démontre sa supériorité pour les applications IoT nécessitant de la QoS, particulièrement dans les environnements à pertes ou sous attaque. Le prix à payer est une légère augmentation de la complexité et de la consommation énergétique.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