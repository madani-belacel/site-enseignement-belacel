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05 — Analyse des files d'attente QoS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Type : Travail pratique &amp;mdash; Durée : 1h00
 Objectif : Analyser les logs [QUEUE] pour observer les files d'attente QoS, le comportement du WRR et vérifier le ratio 6:3:2:1
Prérequis : TP 04 (logs d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Extraire les logs [QUEUE]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Structure des logs [QUEUE]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Analyser les enqueuements par classe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Vérifier le ratio WRR 6:3:2:1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Détecter les congestions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✅ Vérification : Le ratio doit être proche de 6:3:2:1. Des écarts sont normaux si certaines files étaient vides.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9669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val="856404"/&gt;</a:solidFill>
              </a:rPr>
              <a:t>[TROUBLE] ⚠️ Dépannage : Si queue_logs.txt est vide, vérifiez que le fichier de log contient bien des lignes [QUEUE] avec head -50 campagne_grid_30.log.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Le ratio WRR observé est-il conforme à 6:3:2:1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922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Quelle classe a eu le plus de drops ? Pourquoi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482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Y a-t-il eu des situations de famine pour C3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