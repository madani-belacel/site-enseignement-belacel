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06 Analyse des logs Cooja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06Duree : 1h30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Types de logs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Mote output : Printf de chaque noeud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Radio messages : Trames echangees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Timeline : Chronologie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Exemple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Analyse Python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