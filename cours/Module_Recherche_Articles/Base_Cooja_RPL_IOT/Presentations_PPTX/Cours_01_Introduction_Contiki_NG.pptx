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01 — Introduction à Contiki-NG et à l'écosystème IoT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01 — Durée estimée : 2h — Chapitre introductif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Qu'est-ce que Contiki-NG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Contiki-NG (Contiki Next Generation) est un système d'exploitation open-source pour l'Internet des Objets (IoT), successeur de Contiki OS développé initialement par Adam Dunkels à SICS (Suède).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Contiki-NG supporte de nombreuses plateformes matérielles (Zolertia Z1, CC2538DK, TI CC2650, nRF52840) et implémente les protocoles standards : 6LoWPAN (RFC 4944), RPL (RFC 6550), CoAP (RFC 7252), MQTT-SN.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Architecture de Contiki-NG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/home/madani/contiki-ng/os/net/ipv6/ /home/madani/contiki-ng/os/net/mac/ /home/madani/contiki-ng/os/net/routing/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Si vous voyez ces répertoires, la structure est correcte.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Le modèle de processus protothreads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Contiki-NG utilise des protothreads : des threads coopératifs légers avec une seule pile.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Le simulateur Cooja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Cooja est un simulateur de réseau pour Contiki-NG, écrit en Java. Il permet d'exécuter du code réellement compilé, de visualiser les échanges radio, de mesurer l'énergie, et d'analyser avec des plugins.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Écosystème IoT : les protocoles clés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Couche | Protocole | Rôle
Physique/MAC | IEEE 802.15.4 | Communication radio basse consommation
Adaptation | 6LoWPAN | Compression IPv6 pour trames 127 octets
Réseau | RPL | Routage LLN
Transport | UDP | Transport léger non fiable
Application | CoAP / MQTT-SN | Données pour contraintes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Exemple : Hello World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sont les avantages des protothreads par rapport aux threads classiques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6LoWPAN est-il nécessaire dans les réseaux IEEE 802.15.4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est la différence entre émulation et simulation dans Cooja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Citez trois protocoles de la couche application utilisables avec Contiki-NG.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