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07 Objective Function OF0 et MRHOF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07Duree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OF0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Utilise le nombre de sauts : Rang = Rang(Parent) + MinHopRankIncrease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MRHOF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Utilise l ETX : Rang = Rang(Parent) + ETX * MinHopRankIncrease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Configuration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