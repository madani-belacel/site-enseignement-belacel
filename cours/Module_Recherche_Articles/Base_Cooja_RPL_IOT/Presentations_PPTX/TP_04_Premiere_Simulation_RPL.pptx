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04 Premiere simulation RPL (10 noeuds)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04Duree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Etapes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File &gt;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Ajouter udp-server.cooja (sink)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Ajouter 9x udp-client.cooja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UDGM : TX=50m, RX=0.9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Start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Logs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Verification : Tous les noeuds ont un parent
Resultat attendu : Fleches Network panel vers sink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