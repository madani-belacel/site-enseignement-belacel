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01 — Installation de Contiki-NG et Cooja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01 — Durée : 2h — Prérequis : Ubuntu 20.04/22.04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Dépendances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openjdk version "11.0.22"
git version 2.34.1
Apache Ant(TM) 1.10.12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Si openjdk-11-jdk indisponible : sudo apt install openjdk-17-jdk puis sudo update-alternatives --config java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Clonage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
 arch CODE_OF_CONDUCT.md examples LICENSE.md Makefile.include os README.md tests tools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Variable CONTIKI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Résultat : /home/madani/contiki-ng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Lancement de Cooja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Fenêtre Cooja avec menus File, Edit, Simulation, Tools, Help. Panneaux Network et Timeline.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Test hello-world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Résultat : hello-world.cooja généré.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Capture d'écran de Cooja lancé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Sortie de echo $CONTIKI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Sortie de la compilation hello-world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