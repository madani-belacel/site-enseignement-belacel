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04 Metrique ETX et Objective Function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04Duree : 1h30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ETX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Df = probabilite aller, Dr = probabilite retour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MRHOF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l ETX est-il calcule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est le role de MinHopRankIncrease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Difference OF0 vs MRHOF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