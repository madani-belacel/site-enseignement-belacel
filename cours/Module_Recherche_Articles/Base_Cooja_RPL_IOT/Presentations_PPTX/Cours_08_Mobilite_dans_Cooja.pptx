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08 Gestion de la mobilite dans Cooja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08Duree : 1h30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Modeles disponibles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LinearMobility : deplacement lineaire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RandomMobility : deplacement aleatoire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PedestrianMobility : deplacement pieton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Impact sur RPL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Changements frequents de parent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Augmentation du trafic de controle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Perte de paquets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