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09 Consommation d energie dans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09Duree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Composants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CPU actif : ~5 mW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Radio emission : ~20-30 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Radio reception : ~15-20 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Low power : ~0.1 mW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Modele Sky (CC2420)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