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11 Analyse energetique avec PowerTracker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TP 11Duree : 2h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Activer PowerTracker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Menu Tools &gt; PowerTracker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Le sink consomme 2x a 3x plus que les clients.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