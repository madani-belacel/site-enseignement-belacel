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10 — Bilan du Module et Perspectives Recherche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10 — Durée estimée : 1h30 — Synthèse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Synthèse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Domaine | Compétences
IoT &amp; WSN | Architecture, contraintes, protocoles
Contiki-NG | Installation, protothreads, make, Cooja
RPL | DODAG, rank, DIO/DAO/DIS, OF0, MRHOF
Métriques | PDR, latence, énergie, ETX
Personnalisation | project-conf.h, capteurs, OF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Limitations de RPL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QoS limitée (pas de différenciation de service)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Routage descendant inefficace en mode non-stockage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Convergence lente face à la mobilité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Sécurité optionnelle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Un seul parent actif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Protocoles de recherche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Protocole | Problème | Approche
RPLCB | Congestion, QoS | Codage réseau, parent set partiel
RPL-AER | Énergie | Classement énergie, ETX pondéré
AER-MQoS | QoS multi-objectifs | Logique floue (énergie, ETX, délai, hops
IDS-IOT | Sécurité | Analyse trafic, signatures d'attaques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Parcours post-module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Base Cooja/RPL/IoT ← Vous êtes ici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RPLMQOS — QoS multi-chemins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AER-RPL — Routage efficace en énergie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AER-MQoS — QoS par logique floue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IDS-IOT — Détection d'intrusions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limitation de RPL est la plus critique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amélioreriez-vous RPL pour la mobilité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protocole de recherche vous intéresse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