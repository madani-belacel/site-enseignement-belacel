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Cours 02 Architecture du simulateur Cooja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Cours 02Duree : 1h30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Presentation de Cooja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Cooja est le simulateur reseau de Contiki-NG, ecrit en Java.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Plugins essentiels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Simulation Control : Demarrer/pause/arreter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Network : Vue topologique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Radio messages : Paquets echanges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PowerTracker : Mesure consommation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Mote output : Console des noeuds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Fichiers .csc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Les configurations sont au format XML.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Quels sont les 3 niveaux de simulation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Comment ajouter un noeud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704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Comment exporter les logs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