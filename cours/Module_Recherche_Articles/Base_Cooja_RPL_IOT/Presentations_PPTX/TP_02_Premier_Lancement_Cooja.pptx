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02 Premier lancement de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02Duree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Lancer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Verification : Cooja doit s ouvrir avec l interface graphique
Resultat attendu : Fenetre Cooja visible avec Network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Probleme : ant: command not found
Solution : Installez ant : sudo apt install 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Probleme : Erreur Java
Solution : java -version doit etre &gt;= 11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Creer une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File &gt; New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Nom : Premiere_Simulation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Mode : Cross-level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3 niveaux de simulation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ajouter un plugin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