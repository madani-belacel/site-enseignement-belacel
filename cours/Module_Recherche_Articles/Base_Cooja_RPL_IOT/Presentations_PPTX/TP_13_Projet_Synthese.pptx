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13 — Projet de Synthèse : Évaluation Comparative RPL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13 — Durée : 4h — Prérequis : tous les TP précédents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Cahier des charges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Vous devez réaliser une étude comparative complète de 3 configurations RPL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Configuration A : OF0 — RPL_CONF_OF = rpl_of0, paramètres par défaut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Configuration B : MRHOF standard — RPL_CONF_OF = rpl_mrhof, paramètres par défaut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Configuration C : MRHOF optimisé — MRHOF avec hysteresis = 128, DIO_INTERVAL_MIN = 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Topologie de test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Grille 5×4 (20 nœuds) : 1 serveur (racine) + 19 clients. Transmission range = 70m. Perte = 10%. Durée = 600s.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Métriques à mesurer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Métrique | Méthode de mesure
PDR | RX/TX par nœud, PDR moyen global
Latence (RTT) | Timestamp avant envoi, après réception
Énergie | PowerTracker (mJ total)
Profondeur max | Nombre de sauts max dans le DODAG
Overhead | Nombre de DIO/DAO émis
Temps de convergence | Temps pour que tous les nœuds soient con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Plan d'expérience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Pour chaque configuration, créez une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Lancez la simulation et exportez les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Exécutez le script Python d'analyse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Relevez les métriques dans un tableur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Générez des graphiques comparatifs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Rendu attendu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Introduction : objectifs, 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Méthodologie : configurations, topologie, métriques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Résultats : tableaux, graphiques pour chaque métrique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Analyse : interprétation des résultats, classement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Conclusion : recommandations,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Annexes : scripts Python, captures d'écran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Script d'analyse complet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 configuration offre le meilleur PDR ? Pourquoi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 configuration consomme le moins d'énergie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Y a-t-il un compromis entre latence et fiabilité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amélioreriez-vous RPL pour ce scénario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