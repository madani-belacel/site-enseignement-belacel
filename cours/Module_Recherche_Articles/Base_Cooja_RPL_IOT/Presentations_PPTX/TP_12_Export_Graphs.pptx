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12 Export et visualisation des resultats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12Duree : 2h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Exporter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PowerTracker &gt; Export CSV, Simulation log &gt; Save log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Script Python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