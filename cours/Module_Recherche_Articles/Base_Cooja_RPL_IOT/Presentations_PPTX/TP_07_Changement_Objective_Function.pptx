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07 Changement d Objective Function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07Duree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Modifier project-conf.h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Verification : OF0 produit des chemins plus courts
Resultat attendu : Nombre de sauts moyen plus faible qu avec MRHOF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