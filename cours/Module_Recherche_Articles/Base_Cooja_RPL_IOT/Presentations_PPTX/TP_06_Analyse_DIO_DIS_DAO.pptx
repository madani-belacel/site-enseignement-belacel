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06 Analyse des messages DIO/DAO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06Duree : 2h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Activer Radio messages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Menu Tools &gt; Radio messages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Observer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