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val="34495E"/&gt;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val="FFFFFF"/&gt;</a:solidFill>
              </a:rPr>
              <a:t>Cours 05 Topologies reseau dans Cooja</a:t>
            </a:r>
          </a:p>
          <a:p>
            <a:pPr algn="ctr">
              <a:spcBef>
                <a:spcPts val="1600"/>
              </a:spcBef>
            </a:pPr>
            <a:r>
              <a:rPr sz="1400">
                <a:solidFill>val="9AA7B6"/&gt;</a:solidFill>
              </a:rPr>
              <a:t>Cours 05Duree : 1h30</a:t>
            </a:r>
          </a:p>
          <a:p>
            <a:pPr algn="ctr">
              <a:spcBef>
                <a:spcPts val="800"/>
              </a:spcBef>
            </a:pPr>
            <a:r>
              <a:rPr sz="1200">
                <a:solidFill>val="9AA7B6"/&gt;</a:solidFill>
              </a:rPr>
              <a:t>Dr. BELACEL Madani | Universite de Mostaganem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22860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1. Modeles de radio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val="162B40"/&gt;</a:solidFill>
              </a:rPr>
              <a:t>Modele | Usage
UDGM | Disque unitaire avec probabilite
MRM | Multi-trajet interieur
DGRM | Matrice personnalisee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2. Configuration UDGM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/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