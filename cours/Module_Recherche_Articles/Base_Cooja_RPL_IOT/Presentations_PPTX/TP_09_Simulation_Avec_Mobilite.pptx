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09 Simulation avec mobilite aleatoire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TP 09Duree : 2h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Configurer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Clic droit &gt; Mote type &gt; Mobility &gt; RandomMobility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Vitesse max = 2 m/s, pause = 5s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