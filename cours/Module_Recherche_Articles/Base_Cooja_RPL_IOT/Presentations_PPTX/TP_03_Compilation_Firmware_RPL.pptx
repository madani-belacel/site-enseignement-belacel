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03 Compilation du firmware RPL standard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03Duree : 1h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Compiler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Verification : Les fichiers .cooja crees
Resultat attendu : ls *.cooja -&gt; udp-client.cooja udp-server.cooja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Probleme : Contiki not found
Solution : Verifiez CONTIKI dans le Makefile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Nettoyer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