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IPv6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Lire/écrire adresses IPv6 (compression RFC 5952)</a:t>
            </a:r>
          </a:p>
          <a:p>
            <a:pPr>
              <a:defRPr sz="2000"/>
            </a:pPr>
            <a:r>
              <a:t>🎯 Identifier link-local, global unicast, multicast</a:t>
            </a:r>
          </a:p>
          <a:p>
            <a:pPr>
              <a:defRPr sz="2000"/>
            </a:pPr>
            <a:r>
              <a:t>🎯 Comparer SLAAC, DHCPv6 et dual-stack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Lire/écrire adresses IPv6 (compression RFC 5952)</a:t>
            </a:r>
          </a:p>
          <a:p>
            <a:pPr>
              <a:defRPr sz="2000"/>
            </a:pPr>
            <a:r>
              <a:t>1️⃣ Identifier link-local, global unicast, multicast</a:t>
            </a:r>
          </a:p>
          <a:p>
            <a:pPr>
              <a:defRPr sz="2000"/>
            </a:pPr>
            <a:r>
              <a:t>1️⃣ Comparer SLAAC, DHCPv6 et dual-stack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Notation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Types d'adresses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ND et SLAAC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Quel protocole IPv6 remplace ARP ?</a:t>
            </a:r>
          </a:p>
          <a:p>
            <a:pPr>
              <a:defRPr sz="2000"/>
            </a:pPr>
            <a:r>
              <a:t>4️⃣ Étapes SLAAC sur un LAN /64 (RS, RA, autoconfig).</a:t>
            </a:r>
          </a:p>
          <a:p>
            <a:pPr>
              <a:defRPr sz="2000"/>
            </a:pPr>
            <a:r>
              <a:t>4️⃣ Différence **stateless** vs **stateful** DHCPv6.</a:t>
            </a:r>
          </a:p>
          <a:p>
            <a:pPr>
              <a:defRPr sz="2000"/>
            </a:pPr>
            <a:r>
              <a:t>4️⃣ Pourquoi /64 est standard pour un LAN IPv6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Transition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SI-S5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