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Synthèse et dépannage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Appliquer méthodologie dépannage (bottom-up / divide-and-conquer)</a:t>
            </a:r>
          </a:p>
          <a:p>
            <a:pPr>
              <a:defRPr sz="2000"/>
            </a:pPr>
            <a:r>
              <a:t>🎯 Concevoir architecture campus 3 tiers</a:t>
            </a:r>
          </a:p>
          <a:p>
            <a:pPr>
              <a:defRPr sz="2000"/>
            </a:pPr>
            <a:r>
              <a:t>🎯 Synthétiser VLSM, VLAN, IPv6,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Appliquer méthodologie dépannage (bottom-up / divide-and-conquer)</a:t>
            </a:r>
          </a:p>
          <a:p>
            <a:pPr>
              <a:defRPr sz="2000"/>
            </a:pPr>
            <a:r>
              <a:t>1️⃣ Concevoir architecture campus 3 tiers</a:t>
            </a:r>
          </a:p>
          <a:p>
            <a:pPr>
              <a:defRPr sz="2000"/>
            </a:pPr>
            <a:r>
              <a:t>1️⃣ Synthétiser VLSM, VLAN, IPv6,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Architecture campus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Compléter le tableau.</a:t>
            </a:r>
          </a:p>
          <a:p>
            <a:pPr>
              <a:defRPr sz="2000"/>
            </a:pPr>
            <a:r>
              <a:t>2️⃣ Où placer **pare-feu** et **serveurs** ?</a:t>
            </a:r>
          </a:p>
          <a:p>
            <a:pPr>
              <a:defRPr sz="2000"/>
            </a:pPr>
            <a:r>
              <a:t>2️⃣ Redondance minimale au cœur.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Scénario dépannage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Synthèse adressage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QCM synthèse (3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PAT overload : (a) 1:1 (b) N:1 ports (c) N:M fixe → **?**</a:t>
            </a:r>
          </a:p>
          <a:p>
            <a:pPr>
              <a:defRPr sz="2000"/>
            </a:pPr>
            <a:r>
              <a:t>5️⃣ VLAN natif mismatch : (a) L7 (b) trunk L2 (c) DNS → **?**</a:t>
            </a:r>
          </a:p>
          <a:p>
            <a:pPr>
              <a:defRPr sz="2000"/>
            </a:pPr>
            <a:r>
              <a:t>5️⃣ SLAAC : (a) DHCPv4 (b) autoconfig IPv6 (c) NAT → **?**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