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Dépannage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méthode bottom-up sur topologie pré-configurée</a:t>
            </a:r>
          </a:p>
          <a:p>
            <a:pPr>
              <a:defRPr sz="2000"/>
            </a:pPr>
            <a:r>
              <a:t>🎯 Corriger 3 pannes injectées (L2, L3, application)</a:t>
            </a:r>
          </a:p>
          <a:p>
            <a:pPr>
              <a:defRPr sz="2000"/>
            </a:pPr>
            <a:r>
              <a:t>🎯 Documenter chronologie de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méthode bottom-up sur topologie pré-configurée</a:t>
            </a:r>
          </a:p>
          <a:p>
            <a:pPr>
              <a:defRPr sz="2000"/>
            </a:pPr>
            <a:r>
              <a:t>1️⃣ Corriger 3 pannes injectées (L2, L3, application)</a:t>
            </a:r>
          </a:p>
          <a:p>
            <a:pPr>
              <a:defRPr sz="2000"/>
            </a:pPr>
            <a:r>
              <a:t>1️⃣ Documenter chronologie de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Port switch en VLAN incorrect</a:t>
            </a:r>
          </a:p>
          <a:p>
            <a:pPr>
              <a:defRPr sz="2000"/>
            </a:pPr>
            <a:r>
              <a:t>2️⃣ Route statique manquante</a:t>
            </a:r>
          </a:p>
          <a:p>
            <a:pPr>
              <a:defRPr sz="2000"/>
            </a:pPr>
            <a:r>
              <a:t>2️⃣ Serveur : mauvaise passerelle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Ordre bottom-up vs top-down — quand préférer l'un ?</a:t>
            </a:r>
          </a:p>
          <a:p>
            <a:pPr>
              <a:defRPr sz="2000"/>
            </a:pPr>
            <a:r>
              <a:t>5️⃣ Utilité `show ip interface` et `show vlan` ?</a:t>
            </a:r>
          </a:p>
          <a:p>
            <a:pPr>
              <a:defRPr sz="2000"/>
            </a:pPr>
            <a:r>
              <a:t>5️⃣ Différence ICMP host unreachable vs port unreachable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