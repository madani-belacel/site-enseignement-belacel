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Modèle OSI et TCP/IP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**Maîtriser** la correspondance OSI ↔ TCP/IP et le rôle de chaque couche en production.</a:t>
            </a:r>
          </a:p>
          <a:p>
            <a:pPr>
              <a:defRPr sz="2000"/>
            </a:pPr>
            <a:r>
              <a:t>🎯 **Analyser** une communication réseau couche par couche (encapsulation/désencapsulation).</a:t>
            </a:r>
          </a:p>
          <a:p>
            <a:pPr>
              <a:defRPr sz="2000"/>
            </a:pPr>
            <a:r>
              <a:t>🎯 **Appliquer** le modèle OSI comme **outil de diagnostic** (top-down et bottom-up).</a:t>
            </a:r>
          </a:p>
          <a:p>
            <a:pPr>
              <a:defRPr sz="2000"/>
            </a:pPr>
            <a:r>
              <a:t>🎯 **Identifier** les goulots d'étranglement et overhead par couche.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Rappels et correspondance OSI/TCP/IP</a:t>
            </a:r>
          </a:p>
          <a:p>
            <a:pPr>
              <a:defRPr sz="2000"/>
            </a:pPr>
            <a:r>
              <a:t>📋 Performance et overhead par couche</a:t>
            </a:r>
          </a:p>
          <a:p>
            <a:pPr>
              <a:defRPr sz="2000"/>
            </a:pPr>
            <a:r>
              <a:t>📋 Diagnostic réseau par couche</a:t>
            </a:r>
          </a:p>
          <a:p>
            <a:pPr>
              <a:defRPr sz="2000"/>
            </a:pPr>
            <a:r>
              <a:t>📋 Protocoles et équipements — vue intégrée</a:t>
            </a:r>
          </a:p>
          <a:p>
            <a:pPr>
              <a:defRPr sz="2000"/>
            </a:pPr>
            <a:r>
              <a:t>📋 Cas pratiques d'analyse</a:t>
            </a:r>
          </a:p>
          <a:p>
            <a:pPr>
              <a:defRPr sz="2000"/>
            </a:pPr>
            <a:r>
              <a:t>📋 QCM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**Maîtriser** la correspondance OSI ↔ TCP/IP et le rôle de chaque couche en production.</a:t>
            </a:r>
          </a:p>
          <a:p>
            <a:pPr>
              <a:defRPr sz="2000"/>
            </a:pPr>
            <a:r>
              <a:t>1️⃣ **Analyser** une communication réseau couche par couche (encapsulation/désencapsulation).</a:t>
            </a:r>
          </a:p>
          <a:p>
            <a:pPr>
              <a:defRPr sz="2000"/>
            </a:pPr>
            <a:r>
              <a:t>1️⃣ **Appliquer** le modèle OSI comme **outil de diagnostic** (top-down et bottom-up).</a:t>
            </a:r>
          </a:p>
          <a:p>
            <a:pPr>
              <a:defRPr sz="2000"/>
            </a:pPr>
            <a:r>
              <a:t>1️⃣ **Identifier** les goulots d'étranglement et overhead par couche.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Correspondance OSI ↔ TCP/IP (approfondie)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Performance et overhead par couche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Diagnostic réseau par couche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**URL correcte ?** Code HTTP ? (L7)</a:t>
            </a:r>
          </a:p>
          <a:p>
            <a:pPr>
              <a:defRPr sz="2000"/>
            </a:pPr>
            <a:r>
              <a:t>4️⃣ **DNS résout ?** (L7/L4)</a:t>
            </a:r>
          </a:p>
          <a:p>
            <a:pPr>
              <a:defRPr sz="2000"/>
            </a:pPr>
            <a:r>
              <a:t>4️⃣ **TCP connect ?** (L4)</a:t>
            </a:r>
          </a:p>
          <a:p>
            <a:pPr>
              <a:defRPr sz="2000"/>
            </a:pPr>
            <a:r>
              <a:t>4️⃣ **Ping IP serveur ?** (L3)</a:t>
            </a:r>
          </a:p>
          <a:p>
            <a:pPr>
              <a:defRPr sz="2000"/>
            </a:pPr>
            <a:r>
              <a:t>4️⃣ **ARP / VLAN ?** (L2)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Scénario intégré : accès HTTPS complet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