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SI S5 — Couche Application et services réseau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**Configurer** et **analyser** un serveur **DNS** (zones, enregistrements, résolution récursive).</a:t>
            </a:r>
          </a:p>
          <a:p>
            <a:pPr>
              <a:defRPr sz="2000"/>
            </a:pPr>
            <a:r>
              <a:t>🎯 **Comparer** HTTP/1.1, **HTTP/2** et **HTTPS/TLS 1.3**.</a:t>
            </a:r>
          </a:p>
          <a:p>
            <a:pPr>
              <a:defRPr sz="2000"/>
            </a:pPr>
            <a:r>
              <a:t>🎯 **Expliquer** le fonctionnement de **DHCP** (DORA, relay, options).</a:t>
            </a:r>
          </a:p>
          <a:p>
            <a:pPr>
              <a:defRPr sz="2000"/>
            </a:pPr>
            <a:r>
              <a:t>🎯 **Sécuriser** les services réseau de base (DNSSEC, DoH — aperçu).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DNS avancé</a:t>
            </a:r>
          </a:p>
          <a:p>
            <a:pPr>
              <a:defRPr sz="2000"/>
            </a:pPr>
            <a:r>
              <a:t>📋 HTTP/2 et HTTPS/TLS</a:t>
            </a:r>
          </a:p>
          <a:p>
            <a:pPr>
              <a:defRPr sz="2000"/>
            </a:pPr>
            <a:r>
              <a:t>📋 DHCP et options avancées</a:t>
            </a:r>
          </a:p>
          <a:p>
            <a:pPr>
              <a:defRPr sz="2000"/>
            </a:pPr>
            <a:r>
              <a:t>📋 Autres services (SMTP, FTP, NTP — synthèse)</a:t>
            </a:r>
          </a:p>
          <a:p>
            <a:pPr>
              <a:defRPr sz="2000"/>
            </a:pPr>
            <a:r>
              <a:t>📋 Sécurité des services</a:t>
            </a:r>
          </a:p>
          <a:p>
            <a:pPr>
              <a:defRPr sz="2000"/>
            </a:pPr>
            <a:r>
              <a:t>📋 QCM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**Configurer** et **analyser** un serveur **DNS** (zones, enregistrements, résolution récursive).</a:t>
            </a:r>
          </a:p>
          <a:p>
            <a:pPr>
              <a:defRPr sz="2000"/>
            </a:pPr>
            <a:r>
              <a:t>1️⃣ **Comparer** HTTP/1.1, **HTTP/2** et **HTTPS/TLS 1.3**.</a:t>
            </a:r>
          </a:p>
          <a:p>
            <a:pPr>
              <a:defRPr sz="2000"/>
            </a:pPr>
            <a:r>
              <a:t>1️⃣ **Expliquer** le fonctionnement de **DHCP** (DORA, relay, options).</a:t>
            </a:r>
          </a:p>
          <a:p>
            <a:pPr>
              <a:defRPr sz="2000"/>
            </a:pPr>
            <a:r>
              <a:t>1️⃣ **Sécuriser** les services réseau de base (DNSSEC, DoH — aperçu).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DNS avancé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Chaque enregistrement a un **TTL** (Time To Live).</a:t>
            </a:r>
          </a:p>
          <a:p>
            <a:pPr>
              <a:defRPr sz="2000"/>
            </a:pPr>
            <a:r>
              <a:t>2️⃣ Résolveur met en cache jusqu'à expiration → réduit charge serveurs.</a:t>
            </a:r>
          </a:p>
          <a:p>
            <a:pPr>
              <a:defRPr sz="2000"/>
            </a:pPr>
            <a:r>
              <a:t>2️⃣ Requêtes DNS encapsulées dans **HTTPS** (port 443).</a:t>
            </a:r>
          </a:p>
          <a:p>
            <a:pPr>
              <a:defRPr sz="2000"/>
            </a:pPr>
            <a:r>
              <a:t>2️⃣ **Confidentialité** : FAI ne voit pas les requêtes DNS en clair.</a:t>
            </a:r>
          </a:p>
          <a:p>
            <a:pPr>
              <a:defRPr sz="2000"/>
            </a:pPr>
            <a:r>
              <a:t>2️⃣ Débat : centralisation vs sécurité.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HTTP/2 et HTTPS/TLS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**Head-of-line blocking** : une requête lente bloque les suivantes (même connexion keep-alive).</a:t>
            </a:r>
          </a:p>
          <a:p>
            <a:pPr>
              <a:defRPr sz="2000"/>
            </a:pPr>
            <a:r>
              <a:t>3️⃣ Multiples connexions TCP parallèles (6 par domaine) → overhead.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DHCP avancé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Synthèse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SI-S5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