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Physique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les supports de transmission (cuivre, fibre, sans fil) pour un cahier des charges.</a:t>
            </a:r>
          </a:p>
          <a:p>
            <a:pPr>
              <a:defRPr sz="2000"/>
            </a:pPr>
            <a:r>
              <a:t>🎯 **Expliquer** les mécanismes de **détection et correction d'erreurs** (CRC, FEC).</a:t>
            </a:r>
          </a:p>
          <a:p>
            <a:pPr>
              <a:defRPr sz="2000"/>
            </a:pPr>
            <a:r>
              <a:t>🎯 **Appliquer** les normes de **câblage structuré** (TIA/EIA-568).</a:t>
            </a:r>
          </a:p>
          <a:p>
            <a:pPr>
              <a:defRPr sz="2000"/>
            </a:pPr>
            <a:r>
              <a:t>🎯 **Diagnostiquer** des problèmes physiques (diaphonie, atténuation, mauvais câble).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Supports guidés — normes et choix</a:t>
            </a:r>
          </a:p>
          <a:p>
            <a:pPr>
              <a:defRPr sz="2000"/>
            </a:pPr>
            <a:r>
              <a:t>📋 Supports non guidés — Wi-Fi en contexte SI</a:t>
            </a:r>
          </a:p>
          <a:p>
            <a:pPr>
              <a:defRPr sz="2000"/>
            </a:pPr>
            <a:r>
              <a:t>📋 Erreurs, bruit et intégrité des données</a:t>
            </a:r>
          </a:p>
          <a:p>
            <a:pPr>
              <a:defRPr sz="2000"/>
            </a:pPr>
            <a:r>
              <a:t>📋 Câblage structuré en entreprise</a:t>
            </a:r>
          </a:p>
          <a:p>
            <a:pPr>
              <a:defRPr sz="2000"/>
            </a:pPr>
            <a:r>
              <a:t>📋 Exercices et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les supports de transmission (cuivre, fibre, sans fil) pour un cahier des charges.</a:t>
            </a:r>
          </a:p>
          <a:p>
            <a:pPr>
              <a:defRPr sz="2000"/>
            </a:pPr>
            <a:r>
              <a:t>1️⃣ **Expliquer** les mécanismes de **détection et correction d'erreurs** (CRC, FEC).</a:t>
            </a:r>
          </a:p>
          <a:p>
            <a:pPr>
              <a:defRPr sz="2000"/>
            </a:pPr>
            <a:r>
              <a:t>1️⃣ **Appliquer** les normes de **câblage structuré** (TIA/EIA-568).</a:t>
            </a:r>
          </a:p>
          <a:p>
            <a:pPr>
              <a:defRPr sz="2000"/>
            </a:pPr>
            <a:r>
              <a:t>1️⃣ **Diagnostiquer** des problèmes physiques (diaphonie, atténuation, mauvais câble).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Supports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Supports non guidés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**Radio microwave** : liaison inter-bâtiments (line-of-sight).</a:t>
            </a:r>
          </a:p>
          <a:p>
            <a:pPr>
              <a:defRPr sz="2000"/>
            </a:pPr>
            <a:r>
              <a:t>3️⃣ Usage campus quand la fibre est impossible.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Erreurs, bruit et intégrité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Câblage structuré (TIA/EIA-568)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