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ISIL S4 — Mini-projet réseau local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Concevoir et déployer un réseau LAN complet</a:t>
            </a:r>
          </a:p>
          <a:p>
            <a:pPr>
              <a:defRPr sz="2000"/>
            </a:pPr>
            <a:r>
              <a:t>🎯 Intégrer switch, routeur, serveur, DHCP, DNS simulé</a:t>
            </a:r>
          </a:p>
          <a:p>
            <a:pPr>
              <a:defRPr sz="2000"/>
            </a:pPr>
            <a:r>
              <a:t>🎯 Produire un document de conception professionnel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Concevoir et déployer un réseau LAN complet</a:t>
            </a:r>
          </a:p>
          <a:p>
            <a:pPr>
              <a:defRPr sz="2000"/>
            </a:pPr>
            <a:r>
              <a:t>1️⃣ Intégrer switch, routeur, serveur, DHCP, DNS simulé</a:t>
            </a:r>
          </a:p>
          <a:p>
            <a:pPr>
              <a:defRPr sz="2000"/>
            </a:pPr>
            <a:r>
              <a:t>1️⃣ Produire un document de conception professionnel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**Schéma de topologie** (draw.io, Packet Tracer ou à la main scanné)</a:t>
            </a:r>
          </a:p>
          <a:p>
            <a:pPr>
              <a:defRPr sz="2000"/>
            </a:pPr>
            <a:r>
              <a:t>3️⃣ **Tableau d'adressage IP** complet</a:t>
            </a:r>
          </a:p>
          <a:p>
            <a:pPr>
              <a:defRPr sz="2000"/>
            </a:pPr>
            <a:r>
              <a:t>3️⃣ **Liste des équipements** (modèle, quantité)</a:t>
            </a:r>
          </a:p>
          <a:p>
            <a:pPr>
              <a:defRPr sz="2000"/>
            </a:pPr>
            <a:r>
              <a:t>3️⃣ **Justification** des choix (masques, segmentation)</a:t>
            </a:r>
          </a:p>
          <a:p>
            <a:pPr>
              <a:defRPr sz="2000"/>
            </a:pPr>
            <a:r>
              <a:t>3️⃣ 1 Routeur 4321 (2 interfaces LAN + 1 WAN simulée)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Livrables obligatoires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Introduction et contexte</a:t>
            </a:r>
          </a:p>
          <a:p>
            <a:pPr>
              <a:defRPr sz="2000"/>
            </a:pPr>
            <a:r>
              <a:t>4️⃣ Schéma de topologie</a:t>
            </a:r>
          </a:p>
          <a:p>
            <a:pPr>
              <a:defRPr sz="2000"/>
            </a:pPr>
            <a:r>
              <a:t>4️⃣ Plan d'adressage IP</a:t>
            </a:r>
          </a:p>
          <a:p>
            <a:pPr>
              <a:defRPr sz="2000"/>
            </a:pPr>
            <a:r>
              <a:t>4️⃣ Liste des équipements</a:t>
            </a:r>
          </a:p>
          <a:p>
            <a:pPr>
              <a:defRPr sz="2000"/>
            </a:pPr>
            <a:r>
              <a:t>4️⃣ Configuration clé (extraits CLI)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séparer le réseau serveurs (192.168.51.0/28) du réseau étudiants ?</a:t>
            </a:r>
          </a:p>
          <a:p>
            <a:pPr>
              <a:defRPr sz="2000"/>
            </a:pPr>
            <a:r>
              <a:t>5️⃣ Quel masque choisi pour le réseau étudiants (/26) et combien d'hôtes reste-t-il ?</a:t>
            </a:r>
          </a:p>
          <a:p>
            <a:pPr>
              <a:defRPr sz="2000"/>
            </a:pPr>
            <a:r>
              <a:t>5️⃣ Quel équipement relierait-on en DMZ si le serveur web devait être public ?</a:t>
            </a:r>
          </a:p>
          <a:p>
            <a:pPr>
              <a:defRPr sz="2000"/>
            </a:pPr>
            <a:r>
              <a:t>5️⃣ Comment ajouteriez-vous un point d'accès Wi-Fi ?</a:t>
            </a:r>
          </a:p>
          <a:p>
            <a:pPr>
              <a:defRPr sz="2000"/>
            </a:pPr>
            <a:r>
              <a:t>5️⃣ Quelles failles de sécurité ce réseau présente-t-il (niveau ISIL-S4)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ISIL-S4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