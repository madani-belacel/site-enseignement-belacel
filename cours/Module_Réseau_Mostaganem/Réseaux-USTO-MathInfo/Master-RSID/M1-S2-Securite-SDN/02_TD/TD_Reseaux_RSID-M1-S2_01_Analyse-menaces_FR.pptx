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RSID M1 S2 — Analyse de menaces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Mapper ATT&amp;CK</a:t>
            </a:r>
          </a:p>
          <a:p>
            <a:pPr>
              <a:defRPr sz="2000"/>
            </a:pPr>
            <a:r>
              <a:t>🎯 Risk assessment</a:t>
            </a:r>
          </a:p>
          <a:p>
            <a:pPr>
              <a:defRPr sz="2000"/>
            </a:pPr>
            <a:r>
              <a:t>🎯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Mapper ATT&amp;CK</a:t>
            </a:r>
          </a:p>
          <a:p>
            <a:pPr>
              <a:defRPr sz="2000"/>
            </a:pPr>
            <a:r>
              <a:t>1️⃣ Risk assessment</a:t>
            </a:r>
          </a:p>
          <a:p>
            <a:pPr>
              <a:defRPr sz="2000"/>
            </a:pPr>
            <a:r>
              <a:t>1️⃣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Kill chain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ATT&amp;CK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Risk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