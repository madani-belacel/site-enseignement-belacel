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TD Réseaux RSID M1 S2 — Automatisation réseau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Master RSID — Semestre 2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Ansible playbook</a:t>
            </a:r>
          </a:p>
          <a:p>
            <a:pPr>
              <a:defRPr sz="2000"/>
            </a:pPr>
            <a:r>
              <a:t>🎯 Terraform plan</a:t>
            </a:r>
          </a:p>
          <a:p>
            <a:pPr>
              <a:defRPr sz="2000"/>
            </a:pPr>
            <a:r>
              <a:t>🎯 CI lint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Ansible playbook</a:t>
            </a:r>
          </a:p>
          <a:p>
            <a:pPr>
              <a:defRPr sz="2000"/>
            </a:pPr>
            <a:r>
              <a:t>1️⃣ Terraform plan</a:t>
            </a:r>
          </a:p>
          <a:p>
            <a:pPr>
              <a:defRPr sz="2000"/>
            </a:pPr>
            <a:r>
              <a:t>1️⃣ CI lint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Consignes générales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Justifier toutes les réponses (calculs, schémas, tableaux).</a:t>
            </a:r>
          </a:p>
          <a:p>
            <a:pPr>
              <a:defRPr sz="2000"/>
            </a:pPr>
            <a:r>
              <a:t>2️⃣ Les schémas doivent être lisibles et légendés.</a:t>
            </a:r>
          </a:p>
          <a:p>
            <a:pPr>
              <a:defRPr sz="2000"/>
            </a:pPr>
            <a:r>
              <a:t>2️⃣ Durée indicative : 2 h en autonomie encadrée.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1 — Ansible (8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2 — Terraform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Exercice 3 — CI (6 pts)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Réseaux RSID-M1-S2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