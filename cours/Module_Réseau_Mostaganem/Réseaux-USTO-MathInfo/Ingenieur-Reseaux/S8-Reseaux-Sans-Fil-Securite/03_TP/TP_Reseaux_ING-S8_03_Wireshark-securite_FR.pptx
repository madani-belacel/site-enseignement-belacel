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S8 — Analyse trafic sécurisé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Capturer TLS handshake</a:t>
            </a:r>
          </a:p>
          <a:p>
            <a:pPr>
              <a:defRPr sz="2000"/>
            </a:pPr>
            <a:r>
              <a:t>🎯 Identifier scan port</a:t>
            </a:r>
          </a:p>
          <a:p>
            <a:pPr>
              <a:defRPr sz="2000"/>
            </a:pPr>
            <a:r>
              <a:t>🎯 Filtrer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Capturer TLS handshake</a:t>
            </a:r>
          </a:p>
          <a:p>
            <a:pPr>
              <a:defRPr sz="2000"/>
            </a:pPr>
            <a:r>
              <a:t>1️⃣ Identifier scan port</a:t>
            </a:r>
          </a:p>
          <a:p>
            <a:pPr>
              <a:defRPr sz="2000"/>
            </a:pPr>
            <a:r>
              <a:t>1️⃣ Filtrer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ING-S8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