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S8 — VPN site-à-site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8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IPsec IKEv2 tunnel</a:t>
            </a:r>
          </a:p>
          <a:p>
            <a:pPr>
              <a:defRPr sz="2000"/>
            </a:pPr>
            <a:r>
              <a:t>🎯 Ping inter-site via tunnel</a:t>
            </a:r>
          </a:p>
          <a:p>
            <a:pPr>
              <a:defRPr sz="2000"/>
            </a:pPr>
            <a:r>
              <a:t>🎯 ACL interesting traffic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IPsec IKEv2 tunnel</a:t>
            </a:r>
          </a:p>
          <a:p>
            <a:pPr>
              <a:defRPr sz="2000"/>
            </a:pPr>
            <a:r>
              <a:t>1️⃣ Ping inter-site via tunnel</a:t>
            </a:r>
          </a:p>
          <a:p>
            <a:pPr>
              <a:defRPr sz="2000"/>
            </a:pPr>
            <a:r>
              <a:t>1️⃣ ACL interesting traffic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