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S7 — Réseaux virtuels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**Décrire** VXLAN : VNI, VTEP, BUM traffic.</a:t>
            </a:r>
          </a:p>
          <a:p>
            <a:pPr>
              <a:defRPr sz="2000"/>
            </a:pPr>
            <a:r>
              <a:t>🎯 **Comparer** VLAN 4096 limit vs VXLAN 16M segments.</a:t>
            </a:r>
          </a:p>
          <a:p>
            <a:pPr>
              <a:defRPr sz="2000"/>
            </a:pPr>
            <a:r>
              <a:t>🎯 **Analyser** EVPN control-plane (aperçu).</a:t>
            </a:r>
          </a:p>
          <a:p>
            <a:pPr>
              <a:defRPr sz="2000"/>
            </a:pPr>
            <a:r>
              <a:t>🎯 **Mapper** workloads multi-tenant datacenter.</a:t>
            </a:r>
          </a:p>
          <a:p>
            <a:pPr>
              <a:defRPr sz="2000"/>
            </a:pPr>
            <a:r>
              <a:t>🎯 **Configurer** lab VXLAN conceptuel.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VXLAN</a:t>
            </a:r>
          </a:p>
          <a:p>
            <a:pPr>
              <a:defRPr sz="2000"/>
            </a:pPr>
            <a:r>
              <a:t>📋 VNI/VTEP</a:t>
            </a:r>
          </a:p>
          <a:p>
            <a:pPr>
              <a:defRPr sz="2000"/>
            </a:pPr>
            <a:r>
              <a:t>📋 EVPN</a:t>
            </a:r>
          </a:p>
          <a:p>
            <a:pPr>
              <a:defRPr sz="2000"/>
            </a:pPr>
            <a:r>
              <a:t>📋 Multi-tenant</a:t>
            </a:r>
          </a:p>
          <a:p>
            <a:pPr>
              <a:defRPr sz="2000"/>
            </a:pPr>
            <a:r>
              <a:t>📋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**Décrire** VXLAN : VNI, VTEP, BUM traffic.</a:t>
            </a:r>
          </a:p>
          <a:p>
            <a:pPr>
              <a:defRPr sz="2000"/>
            </a:pPr>
            <a:r>
              <a:t>1️⃣ **Comparer** VLAN 4096 limit vs VXLAN 16M segments.</a:t>
            </a:r>
          </a:p>
          <a:p>
            <a:pPr>
              <a:defRPr sz="2000"/>
            </a:pPr>
            <a:r>
              <a:t>1️⃣ **Analyser** EVPN control-plane (aperçu).</a:t>
            </a:r>
          </a:p>
          <a:p>
            <a:pPr>
              <a:defRPr sz="2000"/>
            </a:pPr>
            <a:r>
              <a:t>1️⃣ **Mapper** workloads multi-tenant datacenter.</a:t>
            </a:r>
          </a:p>
          <a:p>
            <a:pPr>
              <a:defRPr sz="2000"/>
            </a:pPr>
            <a:r>
              <a:t>1️⃣ **Configurer** lab VXLAN conceptuel.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VXLAN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EVPN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Exemple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