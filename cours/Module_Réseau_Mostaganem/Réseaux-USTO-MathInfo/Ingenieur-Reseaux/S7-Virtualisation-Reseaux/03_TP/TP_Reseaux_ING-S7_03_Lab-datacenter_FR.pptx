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S7 — Topologie spine-leaf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Câbler 2 spine 4 leaf</a:t>
            </a:r>
          </a:p>
          <a:p>
            <a:pPr>
              <a:defRPr sz="2000"/>
            </a:pPr>
            <a:r>
              <a:t>🎯 BGP underlay /31</a:t>
            </a:r>
          </a:p>
          <a:p>
            <a:pPr>
              <a:defRPr sz="2000"/>
            </a:pPr>
            <a:r>
              <a:t>🎯 Vérifier ECMP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Câbler 2 spine 4 leaf</a:t>
            </a:r>
          </a:p>
          <a:p>
            <a:pPr>
              <a:defRPr sz="2000"/>
            </a:pPr>
            <a:r>
              <a:t>1️⃣ BGP underlay /31</a:t>
            </a:r>
          </a:p>
          <a:p>
            <a:pPr>
              <a:defRPr sz="2000"/>
            </a:pPr>
            <a:r>
              <a:t>1️⃣ Vérifier ECMP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TP Réseaux ING-S7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