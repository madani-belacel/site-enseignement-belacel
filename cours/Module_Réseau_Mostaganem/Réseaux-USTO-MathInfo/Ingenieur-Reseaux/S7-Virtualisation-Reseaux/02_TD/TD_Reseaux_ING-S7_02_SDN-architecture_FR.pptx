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Réseaux Ing. S7 — Architecture SDN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7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ING-S7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Modéliser planes SDN</a:t>
            </a:r>
          </a:p>
          <a:p>
            <a:pPr>
              <a:defRPr sz="2000"/>
            </a:pPr>
            <a:r>
              <a:t>🎯 OpenFlow match/action</a:t>
            </a:r>
          </a:p>
          <a:p>
            <a:pPr>
              <a:defRPr sz="2000"/>
            </a:pPr>
            <a:r>
              <a:t>🎯 Critiquer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ING-S7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Modéliser planes SDN</a:t>
            </a:r>
          </a:p>
          <a:p>
            <a:pPr>
              <a:defRPr sz="2000"/>
            </a:pPr>
            <a:r>
              <a:t>1️⃣ OpenFlow match/action</a:t>
            </a:r>
          </a:p>
          <a:p>
            <a:pPr>
              <a:defRPr sz="2000"/>
            </a:pPr>
            <a:r>
              <a:t>1️⃣ Critiquer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ING-S7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Consignes générales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Justifier toutes les réponses (calculs, schémas, tableaux).</a:t>
            </a:r>
          </a:p>
          <a:p>
            <a:pPr>
              <a:defRPr sz="2000"/>
            </a:pPr>
            <a:r>
              <a:t>2️⃣ Les schémas doivent être lisibles et légendés.</a:t>
            </a:r>
          </a:p>
          <a:p>
            <a:pPr>
              <a:defRPr sz="2000"/>
            </a:pPr>
            <a:r>
              <a:t>2️⃣ Durée indicative : 2 h en autonomie encadrée.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ING-S7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 — Planes (5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ING-S7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 — Flow (6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ING-S7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 — Brownfield (5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ING-S7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ING-S7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ING-S7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ING-S7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