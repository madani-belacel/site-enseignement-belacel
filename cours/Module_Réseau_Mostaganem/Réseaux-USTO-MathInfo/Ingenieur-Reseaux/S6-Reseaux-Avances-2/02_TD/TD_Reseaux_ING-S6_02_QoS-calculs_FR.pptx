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S6 — QoS — bandes passantes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Dimensionner LLQ/CBWFQ</a:t>
            </a:r>
          </a:p>
          <a:p>
            <a:pPr>
              <a:defRPr sz="2000"/>
            </a:pPr>
            <a:r>
              <a:t>🎯 Calculer overhead VoIP</a:t>
            </a:r>
          </a:p>
          <a:p>
            <a:pPr>
              <a:defRPr sz="2000"/>
            </a:pPr>
            <a:r>
              <a:t>🎯 Mapper DSCP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Dimensionner LLQ/CBWFQ</a:t>
            </a:r>
          </a:p>
          <a:p>
            <a:pPr>
              <a:defRPr sz="2000"/>
            </a:pPr>
            <a:r>
              <a:t>1️⃣ Calculer overhead VoIP</a:t>
            </a:r>
          </a:p>
          <a:p>
            <a:pPr>
              <a:defRPr sz="2000"/>
            </a:pPr>
            <a:r>
              <a:t>1️⃣ Mapper DSCP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Dimensionnement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Marking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Shaping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