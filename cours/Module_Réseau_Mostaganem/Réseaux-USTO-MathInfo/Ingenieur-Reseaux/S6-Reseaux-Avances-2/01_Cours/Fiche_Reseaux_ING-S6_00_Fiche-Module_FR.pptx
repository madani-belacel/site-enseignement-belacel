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S6 — Réseaux Avancés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Inter-domain routing — BGP</a:t>
            </a:r>
          </a:p>
          <a:p>
            <a:pPr>
              <a:defRPr sz="2000"/>
            </a:pPr>
            <a:r>
              <a:t>3️⃣ Ch. 02 : MPLS — concepts</a:t>
            </a:r>
          </a:p>
          <a:p>
            <a:pPr>
              <a:defRPr sz="2000"/>
            </a:pPr>
            <a:r>
              <a:t>3️⃣ Ch. 03 : Quality of Service</a:t>
            </a:r>
          </a:p>
          <a:p>
            <a:pPr>
              <a:defRPr sz="2000"/>
            </a:pPr>
            <a:r>
              <a:t>3️⃣ Ch. 04 : Haute disponibilité</a:t>
            </a:r>
          </a:p>
          <a:p>
            <a:pPr>
              <a:defRPr sz="2000"/>
            </a:pPr>
            <a:r>
              <a:t>3️⃣ Ch. 05 : WAN et opérateurs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