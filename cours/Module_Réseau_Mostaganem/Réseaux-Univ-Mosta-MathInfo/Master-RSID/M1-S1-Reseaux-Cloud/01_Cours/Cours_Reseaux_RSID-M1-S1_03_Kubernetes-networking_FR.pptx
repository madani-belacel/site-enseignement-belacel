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S1 — Kubernetes networking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**Expliquer** Pod network flat, CNI plugins.</a:t>
            </a:r>
          </a:p>
          <a:p>
            <a:pPr>
              <a:defRPr sz="2000"/>
            </a:pPr>
            <a:r>
              <a:t>🎯 **Configurer** Services ClusterIP/NodePort/LoadBalancer.</a:t>
            </a:r>
          </a:p>
          <a:p>
            <a:pPr>
              <a:defRPr sz="2000"/>
            </a:pPr>
            <a:r>
              <a:t>🎯 **Utiliser** Ingress controllers TLS.</a:t>
            </a:r>
          </a:p>
          <a:p>
            <a:pPr>
              <a:defRPr sz="2000"/>
            </a:pPr>
            <a:r>
              <a:t>🎯 **Appliquer** NetworkPolicies isolation.</a:t>
            </a:r>
          </a:p>
          <a:p>
            <a:pPr>
              <a:defRPr sz="2000"/>
            </a:pPr>
            <a:r>
              <a:t>🎯 **Dépanner** DNS CoreDNS kube.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Concepts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Configuration</a:t>
            </a:r>
          </a:p>
          <a:p>
            <a:pPr>
              <a:defRPr sz="2000"/>
            </a:pPr>
            <a:r>
              <a:t>📋 Cas entreprise</a:t>
            </a:r>
          </a:p>
          <a:p>
            <a:pPr>
              <a:defRPr sz="2000"/>
            </a:pPr>
            <a:r>
              <a:t>📋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**Expliquer** Pod network flat, CNI plugins.</a:t>
            </a:r>
          </a:p>
          <a:p>
            <a:pPr>
              <a:defRPr sz="2000"/>
            </a:pPr>
            <a:r>
              <a:t>1️⃣ **Configurer** Services ClusterIP/NodePort/LoadBalancer.</a:t>
            </a:r>
          </a:p>
          <a:p>
            <a:pPr>
              <a:defRPr sz="2000"/>
            </a:pPr>
            <a:r>
              <a:t>1️⃣ **Utiliser** Ingress controllers TLS.</a:t>
            </a:r>
          </a:p>
          <a:p>
            <a:pPr>
              <a:defRPr sz="2000"/>
            </a:pPr>
            <a:r>
              <a:t>1️⃣ **Appliquer** NetworkPolicies isolation.</a:t>
            </a:r>
          </a:p>
          <a:p>
            <a:pPr>
              <a:defRPr sz="2000"/>
            </a:pPr>
            <a:r>
              <a:t>1️⃣ **Dépanner** DNS CoreDNS kube.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Pod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Ingress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NetworkPolicy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