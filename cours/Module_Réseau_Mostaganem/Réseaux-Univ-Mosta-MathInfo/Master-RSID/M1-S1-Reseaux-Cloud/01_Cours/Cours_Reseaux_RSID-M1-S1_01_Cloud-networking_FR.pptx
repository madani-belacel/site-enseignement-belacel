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S1 — Cloud networking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IaaS/PaaS/SaaS modèles responsabilité.</a:t>
            </a:r>
          </a:p>
          <a:p>
            <a:pPr>
              <a:defRPr sz="2000"/>
            </a:pPr>
            <a:r>
              <a:t>🎯 **Concevoir** VPC multi-AZ subnets public/privé.</a:t>
            </a:r>
          </a:p>
          <a:p>
            <a:pPr>
              <a:defRPr sz="2000"/>
            </a:pPr>
            <a:r>
              <a:t>🎯 **Configurer** SG/NSG et NACLs.</a:t>
            </a:r>
          </a:p>
          <a:p>
            <a:pPr>
              <a:defRPr sz="2000"/>
            </a:pPr>
            <a:r>
              <a:t>🎯 **Intégrer** load balancer L4/L7 cloud.</a:t>
            </a:r>
          </a:p>
          <a:p>
            <a:pPr>
              <a:defRPr sz="2000"/>
            </a:pPr>
            <a:r>
              <a:t>🎯 **Évaluer** coûts egress et peering.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Concepts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Configuration</a:t>
            </a:r>
          </a:p>
          <a:p>
            <a:pPr>
              <a:defRPr sz="2000"/>
            </a:pPr>
            <a:r>
              <a:t>📋 Cas entreprise</a:t>
            </a:r>
          </a:p>
          <a:p>
            <a:pPr>
              <a:defRPr sz="2000"/>
            </a:pPr>
            <a:r>
              <a:t>📋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IaaS/PaaS/SaaS modèles responsabilité.</a:t>
            </a:r>
          </a:p>
          <a:p>
            <a:pPr>
              <a:defRPr sz="2000"/>
            </a:pPr>
            <a:r>
              <a:t>1️⃣ **Concevoir** VPC multi-AZ subnets public/privé.</a:t>
            </a:r>
          </a:p>
          <a:p>
            <a:pPr>
              <a:defRPr sz="2000"/>
            </a:pPr>
            <a:r>
              <a:t>1️⃣ **Configurer** SG/NSG et NACLs.</a:t>
            </a:r>
          </a:p>
          <a:p>
            <a:pPr>
              <a:defRPr sz="2000"/>
            </a:pPr>
            <a:r>
              <a:t>1️⃣ **Intégrer** load balancer L4/L7 cloud.</a:t>
            </a:r>
          </a:p>
          <a:p>
            <a:pPr>
              <a:defRPr sz="2000"/>
            </a:pPr>
            <a:r>
              <a:t>1️⃣ **Évaluer** coûts egress et peering.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Modèles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VPC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Security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LB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