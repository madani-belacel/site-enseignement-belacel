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Fiche Réseaux RSID M1 S1 — Réseaux avancés &amp; Cloud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 RSID — Semestre 1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RSID-M1-S1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[ ] Comprendre les fondamentaux des réseaux informatiques</a:t>
            </a:r>
          </a:p>
          <a:p>
            <a:pPr>
              <a:defRPr sz="2000"/>
            </a:pPr>
            <a:r>
              <a:t>🎯 [ ] Maîtriser le modèle en couches OSI / TCP/IP</a:t>
            </a:r>
          </a:p>
          <a:p>
            <a:pPr>
              <a:defRPr sz="2000"/>
            </a:pPr>
            <a:r>
              <a:t>🎯 [ ] Configurer et dépanner des réseaux locaux et étendus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RSID-M1-S1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chapitres CM</a:t>
            </a:r>
          </a:p>
          <a:p>
            <a:pPr>
              <a:defRPr sz="2000"/>
            </a:pPr>
            <a:r>
              <a:t>📋 8 TD + 6 TP</a:t>
            </a:r>
          </a:p>
          <a:p>
            <a:pPr>
              <a:defRPr sz="2000"/>
            </a:pPr>
            <a:r>
              <a:t>📋 Examen final 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RSID-M1-S1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[ ] Comprendre les fondamentaux des réseaux informatiques</a:t>
            </a:r>
          </a:p>
          <a:p>
            <a:pPr>
              <a:defRPr sz="2000"/>
            </a:pPr>
            <a:r>
              <a:t>1️⃣ [ ] Maîtriser le modèle en couches OSI / TCP/IP</a:t>
            </a:r>
          </a:p>
          <a:p>
            <a:pPr>
              <a:defRPr sz="2000"/>
            </a:pPr>
            <a:r>
              <a:t>1️⃣ [ ] Configurer et dépanner des réseaux locaux et étendus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RSID-M1-S1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Prérequis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RSID-M1-S1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 officiel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Ch. 01 : Cloud networking</a:t>
            </a:r>
          </a:p>
          <a:p>
            <a:pPr>
              <a:defRPr sz="2000"/>
            </a:pPr>
            <a:r>
              <a:t>3️⃣ Ch. 02 : SD-WAN</a:t>
            </a:r>
          </a:p>
          <a:p>
            <a:pPr>
              <a:defRPr sz="2000"/>
            </a:pPr>
            <a:r>
              <a:t>3️⃣ Ch. 03 : Kubernetes networking</a:t>
            </a:r>
          </a:p>
          <a:p>
            <a:pPr>
              <a:defRPr sz="2000"/>
            </a:pPr>
            <a:r>
              <a:t>3️⃣ Ch. 04 : Zero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RSID-M1-S1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RSID-M1-S1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Bibliographie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Kurose &amp; Ross — *Computer Networking: A Top-Down Approach*</a:t>
            </a:r>
          </a:p>
          <a:p>
            <a:pPr>
              <a:defRPr sz="2000"/>
            </a:pPr>
            <a:r>
              <a:t>5️⃣ Tanenbaum &amp; Wetherall — *Computer Networks*</a:t>
            </a:r>
          </a:p>
          <a:p>
            <a:pPr>
              <a:defRPr sz="2000"/>
            </a:pPr>
            <a:r>
              <a:t>5️⃣ Forouzan — *Data Communications and Networking*</a:t>
            </a:r>
          </a:p>
          <a:p>
            <a:pPr>
              <a:defRPr sz="2000"/>
            </a:pPr>
            <a:r>
              <a:t>5️⃣ RFC IETF (DNS, HTTP, IP, TCP…)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RSID-M1-S1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RSID-M1-S1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RSID-M1-S1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