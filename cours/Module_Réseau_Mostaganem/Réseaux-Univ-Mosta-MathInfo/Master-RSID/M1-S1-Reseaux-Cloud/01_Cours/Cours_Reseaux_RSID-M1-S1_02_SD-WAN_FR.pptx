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: Modèle OSI vs TCP/IP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2/10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3/10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4/10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5/10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6/10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7/10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8/10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9/10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10/10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RSID M1 S1 — SD-WAN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Master RSID — Semestre 1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**Décrire** overlay SD-WAN vs MPLS.</a:t>
            </a:r>
          </a:p>
          <a:p>
            <a:pPr>
              <a:defRPr sz="2000"/>
            </a:pPr>
            <a:r>
              <a:t>🎯 **Définir** policies application-aware routing.</a:t>
            </a:r>
          </a:p>
          <a:p>
            <a:pPr>
              <a:defRPr sz="2000"/>
            </a:pPr>
            <a:r>
              <a:t>🎯 **Analyser** zero-touch provisioning.</a:t>
            </a:r>
          </a:p>
          <a:p>
            <a:pPr>
              <a:defRPr sz="2000"/>
            </a:pPr>
            <a:r>
              <a:t>🎯 **Comparer** vendors (Cisco Viptela, VMware VeloCloud — concepts).</a:t>
            </a:r>
          </a:p>
          <a:p>
            <a:pPr>
              <a:defRPr sz="2000"/>
            </a:pPr>
            <a:r>
              <a:t>🎯 **Analyser** cas multi-site Université de Mostaganem.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Concepts</a:t>
            </a:r>
          </a:p>
          <a:p>
            <a:pPr>
              <a:defRPr sz="2000"/>
            </a:pPr>
            <a:r>
              <a:t>📋 Architecture</a:t>
            </a:r>
          </a:p>
          <a:p>
            <a:pPr>
              <a:defRPr sz="2000"/>
            </a:pPr>
            <a:r>
              <a:t>📋 Configuration</a:t>
            </a:r>
          </a:p>
          <a:p>
            <a:pPr>
              <a:defRPr sz="2000"/>
            </a:pPr>
            <a:r>
              <a:t>📋 Cas entreprise</a:t>
            </a:r>
          </a:p>
          <a:p>
            <a:pPr>
              <a:defRPr sz="2000"/>
            </a:pPr>
            <a:r>
              <a:t>📋 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**Décrire** overlay SD-WAN vs MPLS.</a:t>
            </a:r>
          </a:p>
          <a:p>
            <a:pPr>
              <a:defRPr sz="2000"/>
            </a:pPr>
            <a:r>
              <a:t>1️⃣ **Définir** policies application-aware routing.</a:t>
            </a:r>
          </a:p>
          <a:p>
            <a:pPr>
              <a:defRPr sz="2000"/>
            </a:pPr>
            <a:r>
              <a:t>1️⃣ **Analyser** zero-touch provisioning.</a:t>
            </a:r>
          </a:p>
          <a:p>
            <a:pPr>
              <a:defRPr sz="2000"/>
            </a:pPr>
            <a:r>
              <a:t>1️⃣ **Comparer** vendors (Cisco Viptela, VMware VeloCloud — concepts).</a:t>
            </a:r>
          </a:p>
          <a:p>
            <a:pPr>
              <a:defRPr sz="2000"/>
            </a:pPr>
            <a:r>
              <a:t>1️⃣ **Analyser** cas multi-site Université de Mostaganem.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SD-WAN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App-aware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ZTP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Cas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