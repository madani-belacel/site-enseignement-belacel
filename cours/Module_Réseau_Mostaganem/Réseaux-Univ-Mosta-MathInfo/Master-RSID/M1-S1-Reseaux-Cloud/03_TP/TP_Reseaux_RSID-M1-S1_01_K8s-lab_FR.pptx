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RSID M1 S1 — Lab Kubernetes réseau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1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Déployer kind/minikube cluster</a:t>
            </a:r>
          </a:p>
          <a:p>
            <a:pPr>
              <a:defRPr sz="2000"/>
            </a:pPr>
            <a:r>
              <a:t>🎯 Expose Service NodePort</a:t>
            </a:r>
          </a:p>
          <a:p>
            <a:pPr>
              <a:defRPr sz="2000"/>
            </a:pPr>
            <a:r>
              <a:t>🎯 Test NetworkPolicy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RSID-M1-S1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Déployer kind/minikube cluster</a:t>
            </a:r>
          </a:p>
          <a:p>
            <a:pPr>
              <a:defRPr sz="2000"/>
            </a:pPr>
            <a:r>
              <a:t>1️⃣ Expose Service NodePort</a:t>
            </a:r>
          </a:p>
          <a:p>
            <a:pPr>
              <a:defRPr sz="2000"/>
            </a:pPr>
            <a:r>
              <a:t>1️⃣ Test NetworkPolicy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RSID-M1-S1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RSID-M1-S1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RSID-M1-S1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RSID-M1-S1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