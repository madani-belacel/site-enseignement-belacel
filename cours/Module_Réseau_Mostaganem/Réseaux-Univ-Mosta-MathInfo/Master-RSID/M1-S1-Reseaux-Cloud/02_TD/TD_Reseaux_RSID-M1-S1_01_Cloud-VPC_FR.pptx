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: Introduction et topologies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2/10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3/10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4/10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5/10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6/10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7/10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8/10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9/10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10/10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RSID M1 S1 — Conception VPC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Master RSID — Semestre 1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RSID-M1-S1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Design VPC multi-tier</a:t>
            </a:r>
          </a:p>
          <a:p>
            <a:pPr>
              <a:defRPr sz="2000"/>
            </a:pPr>
            <a:r>
              <a:t>🎯 SG rules</a:t>
            </a:r>
          </a:p>
          <a:p>
            <a:pPr>
              <a:defRPr sz="2000"/>
            </a:pPr>
            <a:r>
              <a:t>🎯 HA NAT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RSID-M1-S1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Design VPC multi-tier</a:t>
            </a:r>
          </a:p>
          <a:p>
            <a:pPr>
              <a:defRPr sz="2000"/>
            </a:pPr>
            <a:r>
              <a:t>1️⃣ SG rules</a:t>
            </a:r>
          </a:p>
          <a:p>
            <a:pPr>
              <a:defRPr sz="2000"/>
            </a:pPr>
            <a:r>
              <a:t>1️⃣ HA NAT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RSID-M1-S1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Consignes générales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Justifier toutes les réponses (calculs, schémas, tableaux).</a:t>
            </a:r>
          </a:p>
          <a:p>
            <a:pPr>
              <a:defRPr sz="2000"/>
            </a:pPr>
            <a:r>
              <a:t>2️⃣ Les schémas doivent être lisibles et légendés.</a:t>
            </a:r>
          </a:p>
          <a:p>
            <a:pPr>
              <a:defRPr sz="2000"/>
            </a:pPr>
            <a:r>
              <a:t>2️⃣ Durée indicative : 2 h en autonomie encadrée.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RSID-M1-S1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VPC (8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RSID-M1-S1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SG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RSID-M1-S1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Routing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RSID-M1-S1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RSID-M1-S1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RSID-M1-S1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RSID-M1-S1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