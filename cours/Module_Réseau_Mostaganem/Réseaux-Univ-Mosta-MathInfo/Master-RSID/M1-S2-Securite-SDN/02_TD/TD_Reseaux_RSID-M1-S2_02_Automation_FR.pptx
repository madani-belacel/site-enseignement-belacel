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: Modèle OSI vs TCP/IP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2/10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3/10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4/10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5/10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6/10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7/10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8/10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9/10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10/10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RSID M1 S2 — Automatisation réseau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Master RSID — Semestre 2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Ansible playbook</a:t>
            </a:r>
          </a:p>
          <a:p>
            <a:pPr>
              <a:defRPr sz="2000"/>
            </a:pPr>
            <a:r>
              <a:t>🎯 Terraform plan</a:t>
            </a:r>
          </a:p>
          <a:p>
            <a:pPr>
              <a:defRPr sz="2000"/>
            </a:pPr>
            <a:r>
              <a:t>🎯 CI lint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RSID-M1-S2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Ansible playbook</a:t>
            </a:r>
          </a:p>
          <a:p>
            <a:pPr>
              <a:defRPr sz="2000"/>
            </a:pPr>
            <a:r>
              <a:t>1️⃣ Terraform plan</a:t>
            </a:r>
          </a:p>
          <a:p>
            <a:pPr>
              <a:defRPr sz="2000"/>
            </a:pPr>
            <a:r>
              <a:t>1️⃣ CI lint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RSID-M1-S2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Ansible (8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Terraform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RSID-M1-S2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CI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RSID-M1-S2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RSID-M1-S2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