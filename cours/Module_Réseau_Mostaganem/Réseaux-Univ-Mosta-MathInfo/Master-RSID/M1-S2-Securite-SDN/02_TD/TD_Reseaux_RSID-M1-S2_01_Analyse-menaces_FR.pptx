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01 : Introduction et topologies</a:t>
            </a:r>
          </a:p>
          <a:p>
            <a:r>
              <a:t>Module Reseaux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01 — Diapo 2/10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01 — Diapo 3/10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01 — Diapo 4/10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01 — Diapo 5/10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01 — Diapo 6/10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01 — Diapo 7/10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01 — Diapo 8/10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01 — Diapo 9/10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01 — Diapo 10/10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TD Réseaux RSID M1 S2 — Analyse de menaces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Master RSID — Semestre 2 — BELACEL Madani — Université de Mostaganem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RSID-M1-S2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Mapper ATT&amp;CK</a:t>
            </a:r>
          </a:p>
          <a:p>
            <a:pPr>
              <a:defRPr sz="2000"/>
            </a:pPr>
            <a:r>
              <a:t>🎯 Risk assessment</a:t>
            </a:r>
          </a:p>
          <a:p>
            <a:pPr>
              <a:defRPr sz="2000"/>
            </a:pPr>
            <a:r>
              <a:t>🎯 Controls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RSID-M1-S2  •  Diapositive 2/10</a:t>
            </a:r>
          </a:p>
        </p:txBody>
      </p:sp>
      <p:pic>
        <p:nvPicPr>
          <p:cNvPr id="5" name="Picture 4" descr="Reseaux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Mapper ATT&amp;CK</a:t>
            </a:r>
          </a:p>
          <a:p>
            <a:pPr>
              <a:defRPr sz="2000"/>
            </a:pPr>
            <a:r>
              <a:t>1️⃣ Risk assessment</a:t>
            </a:r>
          </a:p>
          <a:p>
            <a:pPr>
              <a:defRPr sz="2000"/>
            </a:pPr>
            <a:r>
              <a:t>1️⃣ Controls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RSID-M1-S2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Consignes générales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Justifier toutes les réponses (calculs, schémas, tableaux).</a:t>
            </a:r>
          </a:p>
          <a:p>
            <a:pPr>
              <a:defRPr sz="2000"/>
            </a:pPr>
            <a:r>
              <a:t>2️⃣ Les schémas doivent être lisibles et légendés.</a:t>
            </a:r>
          </a:p>
          <a:p>
            <a:pPr>
              <a:defRPr sz="2000"/>
            </a:pPr>
            <a:r>
              <a:t>2️⃣ Durée indicative : 2 h en autonomie encadrée.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RSID-M1-S2  •  Diapositive 4/10</a:t>
            </a:r>
          </a:p>
        </p:txBody>
      </p:sp>
      <p:pic>
        <p:nvPicPr>
          <p:cNvPr id="5" name="Picture 4" descr="Reseaux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1 — Kill chain (8 pts)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RSID-M1-S2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2 — ATT&amp;CK (6 pts)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RSID-M1-S2  •  Diapositive 6/10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3 — Risk (6 pts)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RSID-M1-S2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RSID-M1-S2  •  Diapositive 8/10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RSID-M1-S2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Synthèse &amp;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Relire le polycopié PDF</a:t>
            </a:r>
          </a:p>
          <a:p>
            <a:pPr>
              <a:defRPr sz="2000"/>
            </a:pPr>
            <a:r>
              <a:t>✅ Préparer TD/TP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RSID-M1-S2  •  Diapositive 10/10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