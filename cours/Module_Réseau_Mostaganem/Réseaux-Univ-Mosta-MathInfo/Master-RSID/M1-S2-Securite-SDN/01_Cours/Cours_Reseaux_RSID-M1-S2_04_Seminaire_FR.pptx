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S2 — Articles &amp; séminaire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Lecture articles IEEE/ACM</a:t>
            </a:r>
          </a:p>
          <a:p>
            <a:pPr>
              <a:defRPr sz="2000"/>
            </a:pPr>
            <a:r>
              <a:t>🎯 Synthèse critique</a:t>
            </a:r>
          </a:p>
          <a:p>
            <a:pPr>
              <a:defRPr sz="2000"/>
            </a:pPr>
            <a:r>
              <a:t>🎯 Présentation 20min</a:t>
            </a:r>
          </a:p>
          <a:p>
            <a:pPr>
              <a:defRPr sz="2000"/>
            </a:pPr>
            <a:r>
              <a:t>🎯 Discussion peer review</a:t>
            </a:r>
          </a:p>
          <a:p>
            <a:pPr>
              <a:defRPr sz="2000"/>
            </a:pPr>
            <a:r>
              <a:t>🎯 Rédaction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Fondements</a:t>
            </a:r>
          </a:p>
          <a:p>
            <a:pPr>
              <a:defRPr sz="2000"/>
            </a:pPr>
            <a:r>
              <a:t>📋 Techniques</a:t>
            </a:r>
          </a:p>
          <a:p>
            <a:pPr>
              <a:defRPr sz="2000"/>
            </a:pPr>
            <a:r>
              <a:t>📋 Outils</a:t>
            </a:r>
          </a:p>
          <a:p>
            <a:pPr>
              <a:defRPr sz="2000"/>
            </a:pPr>
            <a:r>
              <a:t>📋 Cas</a:t>
            </a:r>
          </a:p>
          <a:p>
            <a:pPr>
              <a:defRPr sz="2000"/>
            </a:pPr>
            <a:r>
              <a:t>📋 Travaux dirigés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Lecture articles IEEE/ACM</a:t>
            </a:r>
          </a:p>
          <a:p>
            <a:pPr>
              <a:defRPr sz="2000"/>
            </a:pPr>
            <a:r>
              <a:t>1️⃣ Synthèse critique</a:t>
            </a:r>
          </a:p>
          <a:p>
            <a:pPr>
              <a:defRPr sz="2000"/>
            </a:pPr>
            <a:r>
              <a:t>1️⃣ Présentation 20min</a:t>
            </a:r>
          </a:p>
          <a:p>
            <a:pPr>
              <a:defRPr sz="2000"/>
            </a:pPr>
            <a:r>
              <a:t>1️⃣ Discussion peer review</a:t>
            </a:r>
          </a:p>
          <a:p>
            <a:pPr>
              <a:defRPr sz="2000"/>
            </a:pPr>
            <a:r>
              <a:t>1️⃣ Rédaction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Méthode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Thèmes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