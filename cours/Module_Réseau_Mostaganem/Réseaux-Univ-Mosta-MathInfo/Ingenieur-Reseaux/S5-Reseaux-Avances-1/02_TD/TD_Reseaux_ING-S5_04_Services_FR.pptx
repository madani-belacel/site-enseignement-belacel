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S5 — DHCP et DNS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Analyser échanges DHCP</a:t>
            </a:r>
          </a:p>
          <a:p>
            <a:pPr>
              <a:defRPr sz="2000"/>
            </a:pPr>
            <a:r>
              <a:t>🎯 Concevoir zones DNS internes</a:t>
            </a:r>
          </a:p>
          <a:p>
            <a:pPr>
              <a:defRPr sz="2000"/>
            </a:pPr>
            <a:r>
              <a:t>🎯 Dimensionner pools et relais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Analyser échanges DHCP</a:t>
            </a:r>
          </a:p>
          <a:p>
            <a:pPr>
              <a:defRPr sz="2000"/>
            </a:pPr>
            <a:r>
              <a:t>1️⃣ Concevoir zones DNS internes</a:t>
            </a:r>
          </a:p>
          <a:p>
            <a:pPr>
              <a:defRPr sz="2000"/>
            </a:pPr>
            <a:r>
              <a:t>1️⃣ Dimensionner pools et relais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DORA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Relais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DNS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