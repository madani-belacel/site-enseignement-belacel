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: Couche Physique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2/10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3/10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4/10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5/10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6/10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7/10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8/10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9/10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10/10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Ing. S5 — ACL et NAT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Rédiger ACL étendues pour politiques métier</a:t>
            </a:r>
          </a:p>
          <a:p>
            <a:pPr>
              <a:defRPr sz="2000"/>
            </a:pPr>
            <a:r>
              <a:t>🎯 Concevoir PAT et NAT statique</a:t>
            </a:r>
          </a:p>
          <a:p>
            <a:pPr>
              <a:defRPr sz="2000"/>
            </a:pPr>
            <a:r>
              <a:t>🎯 Analyser ordre des règles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Rédiger ACL étendues pour politiques métier</a:t>
            </a:r>
          </a:p>
          <a:p>
            <a:pPr>
              <a:defRPr sz="2000"/>
            </a:pPr>
            <a:r>
              <a:t>1️⃣ Concevoir PAT et NAT statique</a:t>
            </a:r>
          </a:p>
          <a:p>
            <a:pPr>
              <a:defRPr sz="2000"/>
            </a:pPr>
            <a:r>
              <a:t>1️⃣ Analyser ordre des règles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Consignes générales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Justifier toutes les réponses (calculs, schémas, tableaux).</a:t>
            </a:r>
          </a:p>
          <a:p>
            <a:pPr>
              <a:defRPr sz="2000"/>
            </a:pPr>
            <a:r>
              <a:t>2️⃣ Les schémas doivent être lisibles et légendés.</a:t>
            </a:r>
          </a:p>
          <a:p>
            <a:pPr>
              <a:defRPr sz="2000"/>
            </a:pPr>
            <a:r>
              <a:t>2️⃣ Durée indicative : 2 h en autonomie encadrée.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ACL étendue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Admin 10.10.30.0/26 → 443</a:t>
            </a:r>
          </a:p>
          <a:p>
            <a:pPr>
              <a:defRPr sz="2000"/>
            </a:pPr>
            <a:r>
              <a:t>3️⃣ Monitoring 10.20.100.10 → 443</a:t>
            </a:r>
          </a:p>
          <a:p>
            <a:pPr>
              <a:defRPr sz="2000"/>
            </a:pPr>
            <a:r>
              <a:t>3️⃣ Deny reste → serveur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NAT/PAT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Config PAT complète.</a:t>
            </a:r>
          </a:p>
          <a:p>
            <a:pPr>
              <a:defRPr sz="2000"/>
            </a:pPr>
            <a:r>
              <a:t>4️⃣ NAT statique 10.20.1.50 → 203.0.113.50 pour serveur web.</a:t>
            </a:r>
          </a:p>
          <a:p>
            <a:pPr>
              <a:defRPr sz="2000"/>
            </a:pPr>
            <a:r>
              <a:t>4️⃣ Ordre de traitement NAT vs ACL inbound WAN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Wildcard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