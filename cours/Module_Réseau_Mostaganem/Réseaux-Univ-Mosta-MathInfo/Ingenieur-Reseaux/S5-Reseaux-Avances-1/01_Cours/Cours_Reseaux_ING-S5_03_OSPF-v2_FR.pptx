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: Couche Physique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2/10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3/10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4/10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5/10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6/10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7/10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8/10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9/10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10/10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Cours Réseaux Ing. S5 — OSPF v2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Ingénieur Réseaux — Semestre 5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ING-S5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**Décrire** l'architecture OSPF : areas, routeurs ABR/ASBR, types de LSA.</a:t>
            </a:r>
          </a:p>
          <a:p>
            <a:pPr>
              <a:defRPr sz="2000"/>
            </a:pPr>
            <a:r>
              <a:t>🎯 **Configurer** OSPF single-area et multi-area sur routeurs Cisco.</a:t>
            </a:r>
          </a:p>
          <a:p>
            <a:pPr>
              <a:defRPr sz="2000"/>
            </a:pPr>
            <a:r>
              <a:t>🎯 **Interpréter** `show ip ospf neighbor`, `show ip route ospf`, bases de données LSDB.</a:t>
            </a:r>
          </a:p>
          <a:p>
            <a:pPr>
              <a:defRPr sz="2000"/>
            </a:pPr>
            <a:r>
              <a:t>🎯 **Optimiser** summarization inter-area et coûts des interfaces.</a:t>
            </a:r>
          </a:p>
          <a:p>
            <a:pPr>
              <a:defRPr sz="2000"/>
            </a:pPr>
            <a:r>
              <a:t>🎯 **Dépanner** les adjacences (Hello/Dead, DR/BDR, auth).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ING-S5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Fondements OSPF et métrique cost</a:t>
            </a:r>
          </a:p>
          <a:p>
            <a:pPr>
              <a:defRPr sz="2000"/>
            </a:pPr>
            <a:r>
              <a:t>📋 Areas, backbone area 0, ABR</a:t>
            </a:r>
          </a:p>
          <a:p>
            <a:pPr>
              <a:defRPr sz="2000"/>
            </a:pPr>
            <a:r>
              <a:t>📋 Types de LSA (1 à 5) — vue Ingénieur</a:t>
            </a:r>
          </a:p>
          <a:p>
            <a:pPr>
              <a:defRPr sz="2000"/>
            </a:pPr>
            <a:r>
              <a:t>📋 Configuration Cisco IOS</a:t>
            </a:r>
          </a:p>
          <a:p>
            <a:pPr>
              <a:defRPr sz="2000"/>
            </a:pPr>
            <a:r>
              <a:t>📋 Dépannage et bonnes pratiques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ING-S5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pédagogiques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**Décrire** l'architecture OSPF : areas, routeurs ABR/ASBR, types de LSA.</a:t>
            </a:r>
          </a:p>
          <a:p>
            <a:pPr>
              <a:defRPr sz="2000"/>
            </a:pPr>
            <a:r>
              <a:t>1️⃣ **Configurer** OSPF single-area et multi-area sur routeurs Cisco.</a:t>
            </a:r>
          </a:p>
          <a:p>
            <a:pPr>
              <a:defRPr sz="2000"/>
            </a:pPr>
            <a:r>
              <a:t>1️⃣ **Interpréter** `show ip ospf neighbor`, `show ip route ospf`, bases de données LSDB.</a:t>
            </a:r>
          </a:p>
          <a:p>
            <a:pPr>
              <a:defRPr sz="2000"/>
            </a:pPr>
            <a:r>
              <a:t>1️⃣ **Optimiser** summarization inter-area et coûts des interfaces.</a:t>
            </a:r>
          </a:p>
          <a:p>
            <a:pPr>
              <a:defRPr sz="2000"/>
            </a:pPr>
            <a:r>
              <a:t>1️⃣ **Dépanner** les adjacences (Hello/Dead, DR/BDR, auth).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ING-S5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Fondements OSPF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**Internal** : une seule area</a:t>
            </a:r>
          </a:p>
          <a:p>
            <a:pPr>
              <a:defRPr sz="2000"/>
            </a:pPr>
            <a:r>
              <a:t>2️⃣ **ABR** : connecté à area 0 + autre area</a:t>
            </a:r>
          </a:p>
          <a:p>
            <a:pPr>
              <a:defRPr sz="2000"/>
            </a:pPr>
            <a:r>
              <a:t>2️⃣ **ASBR** : redistribution vers BGP/static externe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ING-S5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Areas et backbone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ING-S5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Configuration 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ING-S5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Dépannage des adjacences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ING-S5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ING-S5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ING-S5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