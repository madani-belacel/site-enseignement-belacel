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S5 — Routage dynamique — principes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**Comparer** les algorithmes distance-vecteur et état de liens.</a:t>
            </a:r>
          </a:p>
          <a:p>
            <a:pPr>
              <a:defRPr sz="2000"/>
            </a:pPr>
            <a:r>
              <a:t>🎯 **Expliquer** convergence, métriques, boucles de routage et split horizon.</a:t>
            </a:r>
          </a:p>
          <a:p>
            <a:pPr>
              <a:defRPr sz="2000"/>
            </a:pPr>
            <a:r>
              <a:t>🎯 **Classifier** les protocoles IGP (RIP, OSPF, IS-IS) et EGP (BGP).</a:t>
            </a:r>
          </a:p>
          <a:p>
            <a:pPr>
              <a:defRPr sz="2000"/>
            </a:pPr>
            <a:r>
              <a:t>🎯 **Lire** une table de routage enrichie (code, AD, métrique).</a:t>
            </a:r>
          </a:p>
          <a:p>
            <a:pPr>
              <a:defRPr sz="2000"/>
            </a:pPr>
            <a:r>
              <a:t>🎯 **Choisir** le protocole adapté à un scénario campus vs WAN.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Motivations du routage dynamique</a:t>
            </a:r>
          </a:p>
          <a:p>
            <a:pPr>
              <a:defRPr sz="2000"/>
            </a:pPr>
            <a:r>
              <a:t>📋 Distance-vecteur : RIP, EIGRP (aperçu)</a:t>
            </a:r>
          </a:p>
          <a:p>
            <a:pPr>
              <a:defRPr sz="2000"/>
            </a:pPr>
            <a:r>
              <a:t>📋 État de liens : OSPF, IS-IS</a:t>
            </a:r>
          </a:p>
          <a:p>
            <a:pPr>
              <a:defRPr sz="2000"/>
            </a:pPr>
            <a:r>
              <a:t>📋 Métriques, AD, convergence</a:t>
            </a:r>
          </a:p>
          <a:p>
            <a:pPr>
              <a:defRPr sz="2000"/>
            </a:pPr>
            <a:r>
              <a:t>📋 Comparaison et choix de protocole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**Comparer** les algorithmes distance-vecteur et état de liens.</a:t>
            </a:r>
          </a:p>
          <a:p>
            <a:pPr>
              <a:defRPr sz="2000"/>
            </a:pPr>
            <a:r>
              <a:t>1️⃣ **Expliquer** convergence, métriques, boucles de routage et split horizon.</a:t>
            </a:r>
          </a:p>
          <a:p>
            <a:pPr>
              <a:defRPr sz="2000"/>
            </a:pPr>
            <a:r>
              <a:t>1️⃣ **Classifier** les protocoles IGP (RIP, OSPF, IS-IS) et EGP (BGP).</a:t>
            </a:r>
          </a:p>
          <a:p>
            <a:pPr>
              <a:defRPr sz="2000"/>
            </a:pPr>
            <a:r>
              <a:t>1️⃣ **Lire** une table de routage enrichie (code, AD, métrique).</a:t>
            </a:r>
          </a:p>
          <a:p>
            <a:pPr>
              <a:defRPr sz="2000"/>
            </a:pPr>
            <a:r>
              <a:t>1️⃣ **Choisir** le protocole adapté à un scénario campus vs WAN.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Motivations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le nombre de préfixes croît,</a:t>
            </a:r>
          </a:p>
          <a:p>
            <a:pPr>
              <a:defRPr sz="2000"/>
            </a:pPr>
            <a:r>
              <a:t>2️⃣ la redondance impose des chemins alternatifs,</a:t>
            </a:r>
          </a:p>
          <a:p>
            <a:pPr>
              <a:defRPr sz="2000"/>
            </a:pPr>
            <a:r>
              <a:t>2️⃣ les liens varient (WAN, 4G backup),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Distance-vecteur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État de liens (Link-State)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Administrative Distance et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