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: Introduction et topologies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2/10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3/10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4/10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5/10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6/10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7/10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8/10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9/10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Cours 01 — Diapo 10/10</a:t>
            </a:r>
          </a:p>
          <a:p>
            <a:r>
              <a:t>Introduction et topologies</a:t>
            </a:r>
          </a:p>
          <a:p>
            <a:r>
              <a:t>Concepts réseau, topologies étoile/bus/anneau/maillée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Cours Réseaux Ing. S5 — Rappels et architecture avancée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5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**Consolider** les acquis Licence (modèle TCP/IP, VLAN, routage statique).</a:t>
            </a:r>
          </a:p>
          <a:p>
            <a:pPr>
              <a:defRPr sz="2000"/>
            </a:pPr>
            <a:r>
              <a:t>🎯 **Concevoir** une architecture campus à trois niveaux (accès, distribution, cœur).</a:t>
            </a:r>
          </a:p>
          <a:p>
            <a:pPr>
              <a:defRPr sz="2000"/>
            </a:pPr>
            <a:r>
              <a:t>🎯 **Documenter** un plan d'adressage, un schéma logique et un dossier d'exploitation.</a:t>
            </a:r>
          </a:p>
          <a:p>
            <a:pPr>
              <a:defRPr sz="2000"/>
            </a:pPr>
            <a:r>
              <a:t>🎯 **Identifier** les points de défaillance et proposer de la redondance L2/L3.</a:t>
            </a:r>
          </a:p>
          <a:p>
            <a:pPr>
              <a:defRPr sz="2000"/>
            </a:pPr>
            <a:r>
              <a:t>🎯 **Relier** conception et services (DHCP, DNS) avant le routage dynamique.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📋 Révision ciblée Licence → Ingénieur</a:t>
            </a:r>
          </a:p>
          <a:p>
            <a:pPr>
              <a:defRPr sz="2000"/>
            </a:pPr>
            <a:r>
              <a:t>📋 Modèle hiérarchique campus / entreprise</a:t>
            </a:r>
          </a:p>
          <a:p>
            <a:pPr>
              <a:defRPr sz="2000"/>
            </a:pPr>
            <a:r>
              <a:t>📋 Plan d'adressage et documentation</a:t>
            </a:r>
          </a:p>
          <a:p>
            <a:pPr>
              <a:defRPr sz="2000"/>
            </a:pPr>
            <a:r>
              <a:t>📋 Étude de cas \{UNIV\}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 pédagogiques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**Consolider** les acquis Licence (modèle TCP/IP, VLAN, routage statique).</a:t>
            </a:r>
          </a:p>
          <a:p>
            <a:pPr>
              <a:defRPr sz="2000"/>
            </a:pPr>
            <a:r>
              <a:t>1️⃣ **Concevoir** une architecture campus à trois niveaux (accès, distribution, cœur).</a:t>
            </a:r>
          </a:p>
          <a:p>
            <a:pPr>
              <a:defRPr sz="2000"/>
            </a:pPr>
            <a:r>
              <a:t>1️⃣ **Documenter** un plan d'adressage, un schéma logique et un dossier d'exploitation.</a:t>
            </a:r>
          </a:p>
          <a:p>
            <a:pPr>
              <a:defRPr sz="2000"/>
            </a:pPr>
            <a:r>
              <a:t>1️⃣ **Identifier** les points de défaillance et proposer de la redondance L2/L3.</a:t>
            </a:r>
          </a:p>
          <a:p>
            <a:pPr>
              <a:defRPr sz="2000"/>
            </a:pPr>
            <a:r>
              <a:t>1️⃣ **Relier** conception et services (DHCP, DNS) avant le routage dynamique.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Révision ciblée — de la Licence à l'Ingénieur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Architecture hiérarchique à trois niveaux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Limiter la taille des domaines de broadcast (≤ /24 par VLAN utilisateur).</a:t>
            </a:r>
          </a:p>
          <a:p>
            <a:pPr>
              <a:defRPr sz="2000"/>
            </a:pPr>
            <a:r>
              <a:t>3️⃣ Documenter chaque uplink (débit, STP root, PoE budget).</a:t>
            </a:r>
          </a:p>
          <a:p>
            <a:pPr>
              <a:defRPr sz="2000"/>
            </a:pPr>
            <a:r>
              <a:t>3️⃣ Prévoir un **plan de nommage** (`SW-ACC-BAT-A`, `RT-CORE-01`).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Plan d'adressage et documentation réseau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Tableau IP/VLAN/GW par site.</a:t>
            </a:r>
          </a:p>
          <a:p>
            <a:pPr>
              <a:defRPr sz="2000"/>
            </a:pPr>
            <a:r>
              <a:t>4️⃣ Schéma logique (Visio, draw.io).</a:t>
            </a:r>
          </a:p>
          <a:p>
            <a:pPr>
              <a:defRPr sz="2000"/>
            </a:pPr>
            <a:r>
              <a:t>4️⃣ Matrice de flux (source → destination → port → action).</a:t>
            </a:r>
          </a:p>
          <a:p>
            <a:pPr>
              <a:defRPr sz="2000"/>
            </a:pPr>
            <a:r>
              <a:t>4️⃣ Procédures de sauvegarde (`show run`, export DHCP/DNS).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Cas pratique — campus Université de Mostaganem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Où placer le serveur DHCP central vs relais par site ?</a:t>
            </a:r>
          </a:p>
          <a:p>
            <a:pPr>
              <a:defRPr sz="2000"/>
            </a:pPr>
            <a:r>
              <a:t>5️⃣ Quelle segmentation pour isoler le lab étudiant du réseau admin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Cours Réseaux ING-S5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