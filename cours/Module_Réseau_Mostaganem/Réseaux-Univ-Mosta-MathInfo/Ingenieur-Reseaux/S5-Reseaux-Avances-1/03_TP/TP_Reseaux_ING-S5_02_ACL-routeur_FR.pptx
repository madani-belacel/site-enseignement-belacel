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S5 — ACL sur routeur Cisco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Implémenter ACL étendue filtrage serveur</a:t>
            </a:r>
          </a:p>
          <a:p>
            <a:pPr>
              <a:defRPr sz="2000"/>
            </a:pPr>
            <a:r>
              <a:t>🎯 Tester PAT sortie Internet simulée</a:t>
            </a:r>
          </a:p>
          <a:p>
            <a:pPr>
              <a:defRPr sz="2000"/>
            </a:pPr>
            <a:r>
              <a:t>🎯 Valider deny implicite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Implémenter ACL étendue filtrage serveur</a:t>
            </a:r>
          </a:p>
          <a:p>
            <a:pPr>
              <a:defRPr sz="2000"/>
            </a:pPr>
            <a:r>
              <a:t>1️⃣ Tester PAT sortie Internet simulée</a:t>
            </a:r>
          </a:p>
          <a:p>
            <a:pPr>
              <a:defRPr sz="2000"/>
            </a:pPr>
            <a:r>
              <a:t>1️⃣ Valider deny implicite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