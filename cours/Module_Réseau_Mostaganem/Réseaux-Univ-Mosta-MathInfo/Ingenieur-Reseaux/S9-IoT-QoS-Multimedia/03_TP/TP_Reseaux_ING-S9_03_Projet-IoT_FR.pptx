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S9 — Mini-projet IoT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Déployer capteur simulé</a:t>
            </a:r>
          </a:p>
          <a:p>
            <a:pPr>
              <a:defRPr sz="2000"/>
            </a:pPr>
            <a:r>
              <a:t>🎯 Dashboard Grafana/MQTT</a:t>
            </a:r>
          </a:p>
          <a:p>
            <a:pPr>
              <a:defRPr sz="2000"/>
            </a:pPr>
            <a:r>
              <a:t>🎯 Documenter archi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Déployer capteur simulé</a:t>
            </a:r>
          </a:p>
          <a:p>
            <a:pPr>
              <a:defRPr sz="2000"/>
            </a:pPr>
            <a:r>
              <a:t>1️⃣ Dashboard Grafana/MQTT</a:t>
            </a:r>
          </a:p>
          <a:p>
            <a:pPr>
              <a:defRPr sz="2000"/>
            </a:pPr>
            <a:r>
              <a:t>1️⃣ Documenter archi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