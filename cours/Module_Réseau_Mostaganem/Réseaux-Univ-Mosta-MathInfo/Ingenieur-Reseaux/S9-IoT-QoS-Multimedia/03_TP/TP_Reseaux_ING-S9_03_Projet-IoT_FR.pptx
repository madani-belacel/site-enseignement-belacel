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: Couche Physique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2/10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3/10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4/10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5/10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6/10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7/10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8/10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9/10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10/10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TP Réseaux Ing. S9 — Mini-projet IoT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9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ING-S9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Déployer capteur simulé</a:t>
            </a:r>
          </a:p>
          <a:p>
            <a:pPr>
              <a:defRPr sz="2000"/>
            </a:pPr>
            <a:r>
              <a:t>🎯 Dashboard Grafana/MQTT</a:t>
            </a:r>
          </a:p>
          <a:p>
            <a:pPr>
              <a:defRPr sz="2000"/>
            </a:pPr>
            <a:r>
              <a:t>🎯 Documenter archi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ING-S9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Déployer capteur simulé</a:t>
            </a:r>
          </a:p>
          <a:p>
            <a:pPr>
              <a:defRPr sz="2000"/>
            </a:pPr>
            <a:r>
              <a:t>1️⃣ Dashboard Grafana/MQTT</a:t>
            </a:r>
          </a:p>
          <a:p>
            <a:pPr>
              <a:defRPr sz="2000"/>
            </a:pPr>
            <a:r>
              <a:t>1️⃣ Documenter archi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ING-S9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Matériel et logiciels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ING-S9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1 — Contexte et topologie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ING-S9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2 — Étapes pratiques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ING-S9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3 — Vérifications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ING-S9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ING-S9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ING-S9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ING-S9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