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S9 — Broker MQTT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Installer Mosquitto</a:t>
            </a:r>
          </a:p>
          <a:p>
            <a:pPr>
              <a:defRPr sz="2000"/>
            </a:pPr>
            <a:r>
              <a:t>🎯 Pub/sub test</a:t>
            </a:r>
          </a:p>
          <a:p>
            <a:pPr>
              <a:defRPr sz="2000"/>
            </a:pPr>
            <a:r>
              <a:t>🎯 QoS1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Installer Mosquitto</a:t>
            </a:r>
          </a:p>
          <a:p>
            <a:pPr>
              <a:defRPr sz="2000"/>
            </a:pPr>
            <a:r>
              <a:t>1️⃣ Pub/sub test</a:t>
            </a:r>
          </a:p>
          <a:p>
            <a:pPr>
              <a:defRPr sz="2000"/>
            </a:pPr>
            <a:r>
              <a:t>1️⃣ QoS1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