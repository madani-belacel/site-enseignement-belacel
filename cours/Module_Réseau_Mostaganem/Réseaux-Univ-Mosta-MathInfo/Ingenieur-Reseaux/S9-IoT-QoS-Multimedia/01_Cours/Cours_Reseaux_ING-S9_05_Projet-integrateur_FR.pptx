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S9 — Projet intégrateur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Conception capteurs campus</a:t>
            </a:r>
          </a:p>
          <a:p>
            <a:pPr>
              <a:defRPr sz="2000"/>
            </a:pPr>
            <a:r>
              <a:t>🎯 Broker + dashboard</a:t>
            </a:r>
          </a:p>
          <a:p>
            <a:pPr>
              <a:defRPr sz="2000"/>
            </a:pPr>
            <a:r>
              <a:t>🎯 Sécurité TLS MQTT</a:t>
            </a:r>
          </a:p>
          <a:p>
            <a:pPr>
              <a:defRPr sz="2000"/>
            </a:pPr>
            <a:r>
              <a:t>🎯 Documentation</a:t>
            </a:r>
          </a:p>
          <a:p>
            <a:pPr>
              <a:defRPr sz="2000"/>
            </a:pPr>
            <a:r>
              <a:t>🎯 Présentation jury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Intro</a:t>
            </a:r>
          </a:p>
          <a:p>
            <a:pPr>
              <a:defRPr sz="2000"/>
            </a:pPr>
            <a:r>
              <a:t>📋 Technologies</a:t>
            </a:r>
          </a:p>
          <a:p>
            <a:pPr>
              <a:defRPr sz="2000"/>
            </a:pPr>
            <a:r>
              <a:t>📋 Protocoles</a:t>
            </a:r>
          </a:p>
          <a:p>
            <a:pPr>
              <a:defRPr sz="2000"/>
            </a:pPr>
            <a:r>
              <a:t>📋 Cas pratique</a:t>
            </a:r>
          </a:p>
          <a:p>
            <a:pPr>
              <a:defRPr sz="2000"/>
            </a:pPr>
            <a:r>
              <a:t>📋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Conception capteurs campus</a:t>
            </a:r>
          </a:p>
          <a:p>
            <a:pPr>
              <a:defRPr sz="2000"/>
            </a:pPr>
            <a:r>
              <a:t>1️⃣ Broker + dashboard</a:t>
            </a:r>
          </a:p>
          <a:p>
            <a:pPr>
              <a:defRPr sz="2000"/>
            </a:pPr>
            <a:r>
              <a:t>1️⃣ Sécurité TLS MQTT</a:t>
            </a:r>
          </a:p>
          <a:p>
            <a:pPr>
              <a:defRPr sz="2000"/>
            </a:pPr>
            <a:r>
              <a:t>1️⃣ Documentation</a:t>
            </a:r>
          </a:p>
          <a:p>
            <a:pPr>
              <a:defRPr sz="2000"/>
            </a:pPr>
            <a:r>
              <a:t>1️⃣ Présentation jury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Livrables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Grille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