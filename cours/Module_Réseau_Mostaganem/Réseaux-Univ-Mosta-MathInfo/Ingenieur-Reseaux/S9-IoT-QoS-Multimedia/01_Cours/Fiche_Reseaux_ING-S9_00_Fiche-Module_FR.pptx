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Ing. S9 — IoT, QoS &amp; Multimédia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Internet des objets</a:t>
            </a:r>
          </a:p>
          <a:p>
            <a:pPr>
              <a:defRPr sz="2000"/>
            </a:pPr>
            <a:r>
              <a:t>3️⃣ Ch. 02 : Protocoles IoT</a:t>
            </a:r>
          </a:p>
          <a:p>
            <a:pPr>
              <a:defRPr sz="2000"/>
            </a:pPr>
            <a:r>
              <a:t>3️⃣ Ch. 03 : QoS multimédia</a:t>
            </a:r>
          </a:p>
          <a:p>
            <a:pPr>
              <a:defRPr sz="2000"/>
            </a:pPr>
            <a:r>
              <a:t>3️⃣ Ch. 04 : Performance et monitoring</a:t>
            </a:r>
          </a:p>
          <a:p>
            <a:pPr>
              <a:defRPr sz="2000"/>
            </a:pPr>
            <a:r>
              <a:t>3️⃣ Ch. 05 : Projet intégrateur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