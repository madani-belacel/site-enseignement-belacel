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S9 — QoS multimédia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9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VoIP codecs G.711/Opus</a:t>
            </a:r>
          </a:p>
          <a:p>
            <a:pPr>
              <a:defRPr sz="2000"/>
            </a:pPr>
            <a:r>
              <a:t>🎯 Streaming adaptive</a:t>
            </a:r>
          </a:p>
          <a:p>
            <a:pPr>
              <a:defRPr sz="2000"/>
            </a:pPr>
            <a:r>
              <a:t>🎯 MOS jitter buffer</a:t>
            </a:r>
          </a:p>
          <a:p>
            <a:pPr>
              <a:defRPr sz="2000"/>
            </a:pPr>
            <a:r>
              <a:t>🎯 RTP/RTCP</a:t>
            </a:r>
          </a:p>
          <a:p>
            <a:pPr>
              <a:defRPr sz="2000"/>
            </a:pPr>
            <a:r>
              <a:t>🎯 DiffServ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Intro</a:t>
            </a:r>
          </a:p>
          <a:p>
            <a:pPr>
              <a:defRPr sz="2000"/>
            </a:pPr>
            <a:r>
              <a:t>📋 Technologies</a:t>
            </a:r>
          </a:p>
          <a:p>
            <a:pPr>
              <a:defRPr sz="2000"/>
            </a:pPr>
            <a:r>
              <a:t>📋 Protocoles</a:t>
            </a:r>
          </a:p>
          <a:p>
            <a:pPr>
              <a:defRPr sz="2000"/>
            </a:pPr>
            <a:r>
              <a:t>📋 Cas pratique</a:t>
            </a:r>
          </a:p>
          <a:p>
            <a:pPr>
              <a:defRPr sz="2000"/>
            </a:pPr>
            <a:r>
              <a:t>📋 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VoIP codecs G.711/Opus</a:t>
            </a:r>
          </a:p>
          <a:p>
            <a:pPr>
              <a:defRPr sz="2000"/>
            </a:pPr>
            <a:r>
              <a:t>1️⃣ Streaming adaptive</a:t>
            </a:r>
          </a:p>
          <a:p>
            <a:pPr>
              <a:defRPr sz="2000"/>
            </a:pPr>
            <a:r>
              <a:t>1️⃣ MOS jitter buffer</a:t>
            </a:r>
          </a:p>
          <a:p>
            <a:pPr>
              <a:defRPr sz="2000"/>
            </a:pPr>
            <a:r>
              <a:t>1️⃣ RTP/RTCP</a:t>
            </a:r>
          </a:p>
          <a:p>
            <a:pPr>
              <a:defRPr sz="2000"/>
            </a:pPr>
            <a:r>
              <a:t>1️⃣ DiffServ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VoIP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Jitter buffer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