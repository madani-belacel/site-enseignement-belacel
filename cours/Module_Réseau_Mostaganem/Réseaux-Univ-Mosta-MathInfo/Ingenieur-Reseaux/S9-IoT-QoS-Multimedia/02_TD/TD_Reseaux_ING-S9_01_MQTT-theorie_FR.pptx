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S9 — MQTT publish/subscribe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Modéliser topics</a:t>
            </a:r>
          </a:p>
          <a:p>
            <a:pPr>
              <a:defRPr sz="2000"/>
            </a:pPr>
            <a:r>
              <a:t>🎯 QoS MQTT</a:t>
            </a:r>
          </a:p>
          <a:p>
            <a:pPr>
              <a:defRPr sz="2000"/>
            </a:pPr>
            <a:r>
              <a:t>🎯 Session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Modéliser topics</a:t>
            </a:r>
          </a:p>
          <a:p>
            <a:pPr>
              <a:defRPr sz="2000"/>
            </a:pPr>
            <a:r>
              <a:t>1️⃣ QoS MQTT</a:t>
            </a:r>
          </a:p>
          <a:p>
            <a:pPr>
              <a:defRPr sz="2000"/>
            </a:pPr>
            <a:r>
              <a:t>1️⃣ Session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Topics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QoS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Retain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