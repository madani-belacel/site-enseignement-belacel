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S6 — EtherChannel L2/L3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Configurer LACP entre 2 switches</a:t>
            </a:r>
          </a:p>
          <a:p>
            <a:pPr>
              <a:defRPr sz="2000"/>
            </a:pPr>
            <a:r>
              <a:t>🎯 Trunk Port-channel</a:t>
            </a:r>
          </a:p>
          <a:p>
            <a:pPr>
              <a:defRPr sz="2000"/>
            </a:pPr>
            <a:r>
              <a:t>🎯 Tester failover 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Configurer LACP entre 2 switches</a:t>
            </a:r>
          </a:p>
          <a:p>
            <a:pPr>
              <a:defRPr sz="2000"/>
            </a:pPr>
            <a:r>
              <a:t>1️⃣ Trunk Port-channel</a:t>
            </a:r>
          </a:p>
          <a:p>
            <a:pPr>
              <a:defRPr sz="2000"/>
            </a:pPr>
            <a:r>
              <a:t>1️⃣ Tester failover 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