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S6 — STP et agrégation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Calculer root port</a:t>
            </a:r>
          </a:p>
          <a:p>
            <a:pPr>
              <a:defRPr sz="2000"/>
            </a:pPr>
            <a:r>
              <a:t>🎯 Concevoir EtherChannel</a:t>
            </a:r>
          </a:p>
          <a:p>
            <a:pPr>
              <a:defRPr sz="2000"/>
            </a:pPr>
            <a:r>
              <a:t>🎯 Planifier HSRP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Calculer root port</a:t>
            </a:r>
          </a:p>
          <a:p>
            <a:pPr>
              <a:defRPr sz="2000"/>
            </a:pPr>
            <a:r>
              <a:t>1️⃣ Concevoir EtherChannel</a:t>
            </a:r>
          </a:p>
          <a:p>
            <a:pPr>
              <a:defRPr sz="2000"/>
            </a:pPr>
            <a:r>
              <a:t>1️⃣ Planifier HSRP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STP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EtherChannel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HSRP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