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S6 — MPLS —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**Expliquer** commutation par labels vs routage IP classique.</a:t>
            </a:r>
          </a:p>
          <a:p>
            <a:pPr>
              <a:defRPr sz="2000"/>
            </a:pPr>
            <a:r>
              <a:t>🎯 **Décrire** LSP, LDP, push/swap/pop.</a:t>
            </a:r>
          </a:p>
          <a:p>
            <a:pPr>
              <a:defRPr sz="2000"/>
            </a:pPr>
            <a:r>
              <a:t>🎯 **Présenter** VPN MPLS L3 (APEX — vue Ingénieur).</a:t>
            </a:r>
          </a:p>
          <a:p>
            <a:pPr>
              <a:defRPr sz="2000"/>
            </a:pPr>
            <a:r>
              <a:t>🎯 **Relier** MPLS aux offres opérateur WAN entreprise.</a:t>
            </a:r>
          </a:p>
          <a:p>
            <a:pPr>
              <a:defRPr sz="2000"/>
            </a:pPr>
            <a:r>
              <a:t>🎯 **Comparer** MPLS et SD-WAN (transition S7/M1).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Motivation MPLS</a:t>
            </a:r>
          </a:p>
          <a:p>
            <a:pPr>
              <a:defRPr sz="2000"/>
            </a:pPr>
            <a:r>
              <a:t>📋 Labels et LSP</a:t>
            </a:r>
          </a:p>
          <a:p>
            <a:pPr>
              <a:defRPr sz="2000"/>
            </a:pPr>
            <a:r>
              <a:t>📋 LDP</a:t>
            </a:r>
          </a:p>
          <a:p>
            <a:pPr>
              <a:defRPr sz="2000"/>
            </a:pPr>
            <a:r>
              <a:t>📋 VPN MPLS L3</a:t>
            </a:r>
          </a:p>
          <a:p>
            <a:pPr>
              <a:defRPr sz="2000"/>
            </a:pPr>
            <a:r>
              <a:t>📋 MPLS vs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**Expliquer** commutation par labels vs routage IP classique.</a:t>
            </a:r>
          </a:p>
          <a:p>
            <a:pPr>
              <a:defRPr sz="2000"/>
            </a:pPr>
            <a:r>
              <a:t>1️⃣ **Décrire** LSP, LDP, push/swap/pop.</a:t>
            </a:r>
          </a:p>
          <a:p>
            <a:pPr>
              <a:defRPr sz="2000"/>
            </a:pPr>
            <a:r>
              <a:t>1️⃣ **Présenter** VPN MPLS L3 (APEX — vue Ingénieur).</a:t>
            </a:r>
          </a:p>
          <a:p>
            <a:pPr>
              <a:defRPr sz="2000"/>
            </a:pPr>
            <a:r>
              <a:t>1️⃣ **Relier** MPLS aux offres opérateur WAN entreprise.</a:t>
            </a:r>
          </a:p>
          <a:p>
            <a:pPr>
              <a:defRPr sz="2000"/>
            </a:pPr>
            <a:r>
              <a:t>1️⃣ **Comparer** MPLS et SD-WAN (transition S7/M1).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Label Switch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VPN MPLS L3 (aperçu)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MPLS et SD-WAN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