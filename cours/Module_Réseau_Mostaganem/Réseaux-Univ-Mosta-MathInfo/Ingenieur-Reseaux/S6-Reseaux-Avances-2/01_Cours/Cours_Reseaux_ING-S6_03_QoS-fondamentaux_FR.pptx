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S6 — Quality of Service — fondamentaux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**Comparer** IntServ (RSVP) et DiffServ (PHB, DSCP).</a:t>
            </a:r>
          </a:p>
          <a:p>
            <a:pPr>
              <a:defRPr sz="2000"/>
            </a:pPr>
            <a:r>
              <a:t>🎯 **Classifier** et **marquer** trafic VoIP, vidéo, best-effort.</a:t>
            </a:r>
          </a:p>
          <a:p>
            <a:pPr>
              <a:defRPr sz="2000"/>
            </a:pPr>
            <a:r>
              <a:t>🎯 **Configurer** queuing (FIFO, WFQ, CBWFQ, LLQ) sur routeur.</a:t>
            </a:r>
          </a:p>
          <a:p>
            <a:pPr>
              <a:defRPr sz="2000"/>
            </a:pPr>
            <a:r>
              <a:t>🎯 **Dimensionner** bandes garanties vs peak.</a:t>
            </a:r>
          </a:p>
          <a:p>
            <a:pPr>
              <a:defRPr sz="2000"/>
            </a:pPr>
            <a:r>
              <a:t>🎯 **Mesurer** latence, jitter, perte pour SLA multimédia.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Besoins QoS</a:t>
            </a:r>
          </a:p>
          <a:p>
            <a:pPr>
              <a:defRPr sz="2000"/>
            </a:pPr>
            <a:r>
              <a:t>📋 IntServ vs DiffServ</a:t>
            </a:r>
          </a:p>
          <a:p>
            <a:pPr>
              <a:defRPr sz="2000"/>
            </a:pPr>
            <a:r>
              <a:t>📋 Classification/marking</a:t>
            </a:r>
          </a:p>
          <a:p>
            <a:pPr>
              <a:defRPr sz="2000"/>
            </a:pPr>
            <a:r>
              <a:t>📋 Queuing et shaping</a:t>
            </a:r>
          </a:p>
          <a:p>
            <a:pPr>
              <a:defRPr sz="2000"/>
            </a:pPr>
            <a:r>
              <a:t>📋 QoS bout-en-bout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**Comparer** IntServ (RSVP) et DiffServ (PHB, DSCP).</a:t>
            </a:r>
          </a:p>
          <a:p>
            <a:pPr>
              <a:defRPr sz="2000"/>
            </a:pPr>
            <a:r>
              <a:t>1️⃣ **Classifier** et **marquer** trafic VoIP, vidéo, best-effort.</a:t>
            </a:r>
          </a:p>
          <a:p>
            <a:pPr>
              <a:defRPr sz="2000"/>
            </a:pPr>
            <a:r>
              <a:t>1️⃣ **Configurer** queuing (FIFO, WFQ, CBWFQ, LLQ) sur routeur.</a:t>
            </a:r>
          </a:p>
          <a:p>
            <a:pPr>
              <a:defRPr sz="2000"/>
            </a:pPr>
            <a:r>
              <a:t>1️⃣ **Dimensionner** bandes garanties vs peak.</a:t>
            </a:r>
          </a:p>
          <a:p>
            <a:pPr>
              <a:defRPr sz="2000"/>
            </a:pPr>
            <a:r>
              <a:t>1️⃣ **Mesurer** latence, jitter, perte pour SLA multimédia.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Besoins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DiffServ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Queuing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 VoIP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Réserver 15 % LLQ EF.</a:t>
            </a:r>
          </a:p>
          <a:p>
            <a:pPr>
              <a:defRPr sz="2000"/>
            </a:pPr>
            <a:r>
              <a:t>5️⃣ Marquer à l'IP Phone ou switch (`mls qos trust dscp`).</a:t>
            </a:r>
          </a:p>
          <a:p>
            <a:pPr>
              <a:defRPr sz="2000"/>
            </a:pPr>
            <a:r>
              <a:t>5️⃣ Mesurer MOS via jitter &lt; 30 ms objectif.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