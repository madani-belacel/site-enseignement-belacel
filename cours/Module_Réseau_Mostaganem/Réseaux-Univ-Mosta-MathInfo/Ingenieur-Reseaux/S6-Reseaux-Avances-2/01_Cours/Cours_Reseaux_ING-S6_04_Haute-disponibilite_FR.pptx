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Haute disponibilité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**Analyser** STP/RSTP/MST — root bridge, ports bloqués.</a:t>
            </a:r>
          </a:p>
          <a:p>
            <a:pPr>
              <a:defRPr sz="2000"/>
            </a:pPr>
            <a:r>
              <a:t>🎯 **Configurer** EtherChannel L2/L3 (PAgP/LACP).</a:t>
            </a:r>
          </a:p>
          <a:p>
            <a:pPr>
              <a:defRPr sz="2000"/>
            </a:pPr>
            <a:r>
              <a:t>🎯 **Implémenter** redondance L3 : HSRP, VRRP, GLBP.</a:t>
            </a:r>
          </a:p>
          <a:p>
            <a:pPr>
              <a:defRPr sz="2000"/>
            </a:pPr>
            <a:r>
              <a:t>🎯 **Concevoir** topologie sans SPOF au cœur campus.</a:t>
            </a:r>
          </a:p>
          <a:p>
            <a:pPr>
              <a:defRPr sz="2000"/>
            </a:pPr>
            <a:r>
              <a:t>🎯 **Tester** basculement et temps de convergence.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Redondance L2 — STP</a:t>
            </a:r>
          </a:p>
          <a:p>
            <a:pPr>
              <a:defRPr sz="2000"/>
            </a:pPr>
            <a:r>
              <a:t>📋 RSTP/MST</a:t>
            </a:r>
          </a:p>
          <a:p>
            <a:pPr>
              <a:defRPr sz="2000"/>
            </a:pPr>
            <a:r>
              <a:t>📋 EtherChannel</a:t>
            </a:r>
          </a:p>
          <a:p>
            <a:pPr>
              <a:defRPr sz="2000"/>
            </a:pPr>
            <a:r>
              <a:t>📋 Redondance L3 — FHRP</a:t>
            </a:r>
          </a:p>
          <a:p>
            <a:pPr>
              <a:defRPr sz="2000"/>
            </a:pPr>
            <a:r>
              <a:t>📋 Design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**Analyser** STP/RSTP/MST — root bridge, ports bloqués.</a:t>
            </a:r>
          </a:p>
          <a:p>
            <a:pPr>
              <a:defRPr sz="2000"/>
            </a:pPr>
            <a:r>
              <a:t>1️⃣ **Configurer** EtherChannel L2/L3 (PAgP/LACP).</a:t>
            </a:r>
          </a:p>
          <a:p>
            <a:pPr>
              <a:defRPr sz="2000"/>
            </a:pPr>
            <a:r>
              <a:t>1️⃣ **Implémenter** redondance L3 : HSRP, VRRP, GLBP.</a:t>
            </a:r>
          </a:p>
          <a:p>
            <a:pPr>
              <a:defRPr sz="2000"/>
            </a:pPr>
            <a:r>
              <a:t>1️⃣ **Concevoir** topologie sans SPOF au cœur campus.</a:t>
            </a:r>
          </a:p>
          <a:p>
            <a:pPr>
              <a:defRPr sz="2000"/>
            </a:pPr>
            <a:r>
              <a:t>1️⃣ **Tester** basculement et temps de convergence.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STP/RSTP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EtherChannel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HSRP/VRRP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Design sans SPOF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