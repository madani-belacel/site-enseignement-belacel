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05 : Couche Réseau IP</a:t>
            </a:r>
          </a:p>
          <a:p>
            <a:r>
              <a:t>Module Reseaux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05 — Diapo 2/10</a:t>
            </a:r>
          </a:p>
          <a:p>
            <a:r>
              <a:t>Couche Réseau IP</a:t>
            </a:r>
          </a:p>
          <a:p>
            <a:r>
              <a:t>Adressage IPv4/IPv6, sous-réseaux, routage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05 — Diapo 3/10</a:t>
            </a:r>
          </a:p>
          <a:p>
            <a:r>
              <a:t>Couche Réseau IP</a:t>
            </a:r>
          </a:p>
          <a:p>
            <a:r>
              <a:t>Adressage IPv4/IPv6, sous-réseaux, routage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05 — Diapo 4/10</a:t>
            </a:r>
          </a:p>
          <a:p>
            <a:r>
              <a:t>Couche Réseau IP</a:t>
            </a:r>
          </a:p>
          <a:p>
            <a:r>
              <a:t>Adressage IPv4/IPv6, sous-réseaux, routage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05 — Diapo 5/10</a:t>
            </a:r>
          </a:p>
          <a:p>
            <a:r>
              <a:t>Couche Réseau IP</a:t>
            </a:r>
          </a:p>
          <a:p>
            <a:r>
              <a:t>Adressage IPv4/IPv6, sous-réseaux, routage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05 — Diapo 6/10</a:t>
            </a:r>
          </a:p>
          <a:p>
            <a:r>
              <a:t>Couche Réseau IP</a:t>
            </a:r>
          </a:p>
          <a:p>
            <a:r>
              <a:t>Adressage IPv4/IPv6, sous-réseaux, routage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05 — Diapo 7/10</a:t>
            </a:r>
          </a:p>
          <a:p>
            <a:r>
              <a:t>Couche Réseau IP</a:t>
            </a:r>
          </a:p>
          <a:p>
            <a:r>
              <a:t>Adressage IPv4/IPv6, sous-réseaux, routage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05 — Diapo 8/10</a:t>
            </a:r>
          </a:p>
          <a:p>
            <a:r>
              <a:t>Couche Réseau IP</a:t>
            </a:r>
          </a:p>
          <a:p>
            <a:r>
              <a:t>Adressage IPv4/IPv6, sous-réseaux, routage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05 — Diapo 9/10</a:t>
            </a:r>
          </a:p>
          <a:p>
            <a:r>
              <a:t>Couche Réseau IP</a:t>
            </a:r>
          </a:p>
          <a:p>
            <a:r>
              <a:t>Adressage IPv4/IPv6, sous-réseaux, routage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05 — Diapo 10/10</a:t>
            </a:r>
          </a:p>
          <a:p>
            <a:r>
              <a:t>Couche Réseau IP</a:t>
            </a:r>
          </a:p>
          <a:p>
            <a:r>
              <a:t>Adressage IPv4/IPv6, sous-réseaux, routage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Cours Réseaux Ing. S6 — WAN et opérateurs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Ingénieur Réseaux — Semestre 6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ING-S6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**Comparer** technologies WAN : PPP, Metro Ethernet, MPLS, LTE backup.</a:t>
            </a:r>
          </a:p>
          <a:p>
            <a:pPr>
              <a:defRPr sz="2000"/>
            </a:pPr>
            <a:r>
              <a:t>🎯 **Décrire** architecture ISP hiérarchique (Tier, IXP).</a:t>
            </a:r>
          </a:p>
          <a:p>
            <a:pPr>
              <a:defRPr sz="2000"/>
            </a:pPr>
            <a:r>
              <a:t>🎯 **Concevoir** VPN site-à-site IPsec vs MPLS.</a:t>
            </a:r>
          </a:p>
          <a:p>
            <a:pPr>
              <a:defRPr sz="2000"/>
            </a:pPr>
            <a:r>
              <a:t>🎯 **Négocier** SLA opérateur (disponibilité, RTT, support).</a:t>
            </a:r>
          </a:p>
          <a:p>
            <a:pPr>
              <a:defRPr sz="2000"/>
            </a:pPr>
            <a:r>
              <a:t>🎯 **Planifier** continuité : lien secours, SD-WAN (aperçu).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ING-S6  •  Diapositive 2/10</a:t>
            </a:r>
          </a:p>
        </p:txBody>
      </p:sp>
      <p:pic>
        <p:nvPicPr>
          <p:cNvPr id="5" name="Picture 4" descr="Reseaux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📋 Technologies WAN</a:t>
            </a:r>
          </a:p>
          <a:p>
            <a:pPr>
              <a:defRPr sz="2000"/>
            </a:pPr>
            <a:r>
              <a:t>📋 Architecture ISP</a:t>
            </a:r>
          </a:p>
          <a:p>
            <a:pPr>
              <a:defRPr sz="2000"/>
            </a:pPr>
            <a:r>
              <a:t>📋 VPN site-à-site</a:t>
            </a:r>
          </a:p>
          <a:p>
            <a:pPr>
              <a:defRPr sz="2000"/>
            </a:pPr>
            <a:r>
              <a:t>📋 SLA et métriques</a:t>
            </a:r>
          </a:p>
          <a:p>
            <a:pPr>
              <a:defRPr sz="2000"/>
            </a:pPr>
            <a:r>
              <a:t>📋 Continuité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ING-S6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 pédagogiques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**Comparer** technologies WAN : PPP, Metro Ethernet, MPLS, LTE backup.</a:t>
            </a:r>
          </a:p>
          <a:p>
            <a:pPr>
              <a:defRPr sz="2000"/>
            </a:pPr>
            <a:r>
              <a:t>1️⃣ **Décrire** architecture ISP hiérarchique (Tier, IXP).</a:t>
            </a:r>
          </a:p>
          <a:p>
            <a:pPr>
              <a:defRPr sz="2000"/>
            </a:pPr>
            <a:r>
              <a:t>1️⃣ **Concevoir** VPN site-à-site IPsec vs MPLS.</a:t>
            </a:r>
          </a:p>
          <a:p>
            <a:pPr>
              <a:defRPr sz="2000"/>
            </a:pPr>
            <a:r>
              <a:t>1️⃣ **Négocier** SLA opérateur (disponibilité, RTT, support).</a:t>
            </a:r>
          </a:p>
          <a:p>
            <a:pPr>
              <a:defRPr sz="2000"/>
            </a:pPr>
            <a:r>
              <a:t>1️⃣ **Planifier** continuité : lien secours, SD-WAN (aperçu).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ING-S6  •  Diapositive 4/10</a:t>
            </a:r>
          </a:p>
        </p:txBody>
      </p:sp>
      <p:pic>
        <p:nvPicPr>
          <p:cNvPr id="5" name="Picture 4" descr="Reseaux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ING-S6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Architecture ISP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ING-S6  •  Diapositive 6/10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VPN site-à-site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ING-S6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SLA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ING-S6  •  Diapositive 8/10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ING-S6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ING-S6  •  Diapositive 10/10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