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S6 — Inter-domain routing — BGP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6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**Distinguer** eBGP et iBGP, AS et numéros ASN.</a:t>
            </a:r>
          </a:p>
          <a:p>
            <a:pPr>
              <a:defRPr sz="2000"/>
            </a:pPr>
            <a:r>
              <a:t>🎯 **Analyser** attributs BGP (AS-PATH, LOCAL_PREF, MED, ORIGIN).</a:t>
            </a:r>
          </a:p>
          <a:p>
            <a:pPr>
              <a:defRPr sz="2000"/>
            </a:pPr>
            <a:r>
              <a:t>🎯 **Appliquer** politiques route-map et filtrage de préfixes.</a:t>
            </a:r>
          </a:p>
          <a:p>
            <a:pPr>
              <a:defRPr sz="2000"/>
            </a:pPr>
            <a:r>
              <a:t>🎯 **Comprendre** scalabilité Internet et hiérarchie Tier-1/2/3.</a:t>
            </a:r>
          </a:p>
          <a:p>
            <a:pPr>
              <a:defRPr sz="2000"/>
            </a:pPr>
            <a:r>
              <a:t>🎯 **Configurer** session BGP simplifiée entre deux AS lab.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Pourquoi BGP ?</a:t>
            </a:r>
          </a:p>
          <a:p>
            <a:pPr>
              <a:defRPr sz="2000"/>
            </a:pPr>
            <a:r>
              <a:t>📋 eBGP vs iBGP</a:t>
            </a:r>
          </a:p>
          <a:p>
            <a:pPr>
              <a:defRPr sz="2000"/>
            </a:pPr>
            <a:r>
              <a:t>📋 Attributs et best-path</a:t>
            </a:r>
          </a:p>
          <a:p>
            <a:pPr>
              <a:defRPr sz="2000"/>
            </a:pPr>
            <a:r>
              <a:t>📋 Politiques</a:t>
            </a:r>
          </a:p>
          <a:p>
            <a:pPr>
              <a:defRPr sz="2000"/>
            </a:pPr>
            <a:r>
              <a:t>📋 Lab et dépannage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**Distinguer** eBGP et iBGP, AS et numéros ASN.</a:t>
            </a:r>
          </a:p>
          <a:p>
            <a:pPr>
              <a:defRPr sz="2000"/>
            </a:pPr>
            <a:r>
              <a:t>1️⃣ **Analyser** attributs BGP (AS-PATH, LOCAL_PREF, MED, ORIGIN).</a:t>
            </a:r>
          </a:p>
          <a:p>
            <a:pPr>
              <a:defRPr sz="2000"/>
            </a:pPr>
            <a:r>
              <a:t>1️⃣ **Appliquer** politiques route-map et filtrage de préfixes.</a:t>
            </a:r>
          </a:p>
          <a:p>
            <a:pPr>
              <a:defRPr sz="2000"/>
            </a:pPr>
            <a:r>
              <a:t>1️⃣ **Comprendre** scalabilité Internet et hiérarchie Tier-1/2/3.</a:t>
            </a:r>
          </a:p>
          <a:p>
            <a:pPr>
              <a:defRPr sz="2000"/>
            </a:pPr>
            <a:r>
              <a:t>1️⃣ **Configurer** session BGP simplifiée entre deux AS lab.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BGP — protocole inter-AS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Attributs de décision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Politiques et sécurité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Configuration eBGP minimale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ING-S6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