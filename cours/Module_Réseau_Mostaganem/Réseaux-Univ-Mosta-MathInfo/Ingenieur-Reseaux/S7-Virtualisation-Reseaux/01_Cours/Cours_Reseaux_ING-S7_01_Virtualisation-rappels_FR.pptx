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S7 — Virtualisation — rappels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7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**Différencier** Type 1 vs Type 2 hyperviseurs.</a:t>
            </a:r>
          </a:p>
          <a:p>
            <a:pPr>
              <a:defRPr sz="2000"/>
            </a:pPr>
            <a:r>
              <a:t>🎯 **Configurer** vSwitch, port groups, VLAN tagging VM.</a:t>
            </a:r>
          </a:p>
          <a:p>
            <a:pPr>
              <a:defRPr sz="2000"/>
            </a:pPr>
            <a:r>
              <a:t>🎯 **Expliquer** underlay vs overlay L2/L3.</a:t>
            </a:r>
          </a:p>
          <a:p>
            <a:pPr>
              <a:defRPr sz="2000"/>
            </a:pPr>
            <a:r>
              <a:t>🎯 **Relier** virtualisation compute et réseau datacenter.</a:t>
            </a:r>
          </a:p>
          <a:p>
            <a:pPr>
              <a:defRPr sz="2000"/>
            </a:pPr>
            <a:r>
              <a:t>🎯 **Identifier** cas d'usage NFV edge campus.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Hyperviseurs</a:t>
            </a:r>
          </a:p>
          <a:p>
            <a:pPr>
              <a:defRPr sz="2000"/>
            </a:pPr>
            <a:r>
              <a:t>📋 vSwitch</a:t>
            </a:r>
          </a:p>
          <a:p>
            <a:pPr>
              <a:defRPr sz="2000"/>
            </a:pPr>
            <a:r>
              <a:t>📋 Underlay/Overlay</a:t>
            </a:r>
          </a:p>
          <a:p>
            <a:pPr>
              <a:defRPr sz="2000"/>
            </a:pPr>
            <a:r>
              <a:t>📋 Conteneurs</a:t>
            </a:r>
          </a:p>
          <a:p>
            <a:pPr>
              <a:defRPr sz="2000"/>
            </a:pPr>
            <a:r>
              <a:t>📋 Cas campus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**Différencier** Type 1 vs Type 2 hyperviseurs.</a:t>
            </a:r>
          </a:p>
          <a:p>
            <a:pPr>
              <a:defRPr sz="2000"/>
            </a:pPr>
            <a:r>
              <a:t>1️⃣ **Configurer** vSwitch, port groups, VLAN tagging VM.</a:t>
            </a:r>
          </a:p>
          <a:p>
            <a:pPr>
              <a:defRPr sz="2000"/>
            </a:pPr>
            <a:r>
              <a:t>1️⃣ **Expliquer** underlay vs overlay L2/L3.</a:t>
            </a:r>
          </a:p>
          <a:p>
            <a:pPr>
              <a:defRPr sz="2000"/>
            </a:pPr>
            <a:r>
              <a:t>1️⃣ **Relier** virtualisation compute et réseau datacenter.</a:t>
            </a:r>
          </a:p>
          <a:p>
            <a:pPr>
              <a:defRPr sz="2000"/>
            </a:pPr>
            <a:r>
              <a:t>1️⃣ **Identifier** cas d'usage NFV edge campus.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Hyperviseurs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Underlay / Overlay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Conteneurs (aperçu)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 {UNIV}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ING-S7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