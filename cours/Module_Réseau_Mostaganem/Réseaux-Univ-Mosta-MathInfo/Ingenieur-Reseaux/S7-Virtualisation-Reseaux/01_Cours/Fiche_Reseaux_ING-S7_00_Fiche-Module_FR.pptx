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Ing. S7 — Virtualisation &amp; SDN/NFV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Virtualisation — rappels</a:t>
            </a:r>
          </a:p>
          <a:p>
            <a:pPr>
              <a:defRPr sz="2000"/>
            </a:pPr>
            <a:r>
              <a:t>3️⃣ Ch. 02 : Réseaux virtuels</a:t>
            </a:r>
          </a:p>
          <a:p>
            <a:pPr>
              <a:defRPr sz="2000"/>
            </a:pPr>
            <a:r>
              <a:t>3️⃣ Ch. 03 : SDN — Software Defined Networking</a:t>
            </a:r>
          </a:p>
          <a:p>
            <a:pPr>
              <a:defRPr sz="2000"/>
            </a:pPr>
            <a:r>
              <a:t>3️⃣ Ch. 04 : NFV</a:t>
            </a:r>
          </a:p>
          <a:p>
            <a:pPr>
              <a:defRPr sz="2000"/>
            </a:pPr>
            <a:r>
              <a:t>3️⃣ Ch. 05 : Datacenter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ING-S7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