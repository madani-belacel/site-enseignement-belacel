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S7 — NFV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7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**Définir** VNF vs PNFs.</a:t>
            </a:r>
          </a:p>
          <a:p>
            <a:pPr>
              <a:defRPr sz="2000"/>
            </a:pPr>
            <a:r>
              <a:t>🎯 **Décrire** MANO : NFVO, VNFM, VIM.</a:t>
            </a:r>
          </a:p>
          <a:p>
            <a:pPr>
              <a:defRPr sz="2000"/>
            </a:pPr>
            <a:r>
              <a:t>🎯 **Analyser** chaînage de services (SFC).</a:t>
            </a:r>
          </a:p>
          <a:p>
            <a:pPr>
              <a:defRPr sz="2000"/>
            </a:pPr>
            <a:r>
              <a:t>🎯 **Comparer** NFV et cloud-native (CNFs).</a:t>
            </a:r>
          </a:p>
          <a:p>
            <a:pPr>
              <a:defRPr sz="2000"/>
            </a:pPr>
            <a:r>
              <a:t>🎯 **Illustrer** vEPC, vFirewall opérateur.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VNF</a:t>
            </a:r>
          </a:p>
          <a:p>
            <a:pPr>
              <a:defRPr sz="2000"/>
            </a:pPr>
            <a:r>
              <a:t>📋 MANO</a:t>
            </a:r>
          </a:p>
          <a:p>
            <a:pPr>
              <a:defRPr sz="2000"/>
            </a:pPr>
            <a:r>
              <a:t>📋 SFC</a:t>
            </a:r>
          </a:p>
          <a:p>
            <a:pPr>
              <a:defRPr sz="2000"/>
            </a:pPr>
            <a:r>
              <a:t>📋 CNF</a:t>
            </a:r>
          </a:p>
          <a:p>
            <a:pPr>
              <a:defRPr sz="2000"/>
            </a:pPr>
            <a:r>
              <a:t>📋 Cas opérateur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**Définir** VNF vs PNFs.</a:t>
            </a:r>
          </a:p>
          <a:p>
            <a:pPr>
              <a:defRPr sz="2000"/>
            </a:pPr>
            <a:r>
              <a:t>1️⃣ **Décrire** MANO : NFVO, VNFM, VIM.</a:t>
            </a:r>
          </a:p>
          <a:p>
            <a:pPr>
              <a:defRPr sz="2000"/>
            </a:pPr>
            <a:r>
              <a:t>1️⃣ **Analyser** chaînage de services (SFC).</a:t>
            </a:r>
          </a:p>
          <a:p>
            <a:pPr>
              <a:defRPr sz="2000"/>
            </a:pPr>
            <a:r>
              <a:t>1️⃣ **Comparer** NFV et cloud-native (CNFs).</a:t>
            </a:r>
          </a:p>
          <a:p>
            <a:pPr>
              <a:defRPr sz="2000"/>
            </a:pPr>
            <a:r>
              <a:t>1️⃣ **Illustrer** vEPC, vFirewall opérateur.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VNF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MANO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SFC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CNF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