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S7 — Architecture SDN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Modéliser planes SDN</a:t>
            </a:r>
          </a:p>
          <a:p>
            <a:pPr>
              <a:defRPr sz="2000"/>
            </a:pPr>
            <a:r>
              <a:t>🎯 OpenFlow match/action</a:t>
            </a:r>
          </a:p>
          <a:p>
            <a:pPr>
              <a:defRPr sz="2000"/>
            </a:pPr>
            <a:r>
              <a:t>🎯 Critiquer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Modéliser planes SDN</a:t>
            </a:r>
          </a:p>
          <a:p>
            <a:pPr>
              <a:defRPr sz="2000"/>
            </a:pPr>
            <a:r>
              <a:t>1️⃣ OpenFlow match/action</a:t>
            </a:r>
          </a:p>
          <a:p>
            <a:pPr>
              <a:defRPr sz="2000"/>
            </a:pPr>
            <a:r>
              <a:t>1️⃣ Critiquer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Planes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Flow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Brownfield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