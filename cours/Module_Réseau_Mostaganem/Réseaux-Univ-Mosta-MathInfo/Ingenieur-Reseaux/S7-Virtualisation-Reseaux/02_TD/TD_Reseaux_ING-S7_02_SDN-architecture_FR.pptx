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3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66FF"/>
    <a:srgbClr val="990033"/>
    <a:srgbClr val="0053D3"/>
    <a:srgbClr val="0782F0"/>
    <a:srgbClr val="3333B2"/>
    <a:srgbClr val="262686"/>
    <a:srgbClr val="191959"/>
    <a:srgbClr val="0083F7"/>
    <a:srgbClr val="0152FF"/>
    <a:srgbClr val="0078E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Aucun style, aucune grille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69012ECD-51FC-41F1-AA8D-1B2483CD663E}" styleName="Style léger 2 - Accentuation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BC89EF96-8CEA-46FF-86C4-4CE0E7609802}" styleName="Style léger 3 - Accentuation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706" autoAdjust="0"/>
    <p:restoredTop sz="93969" autoAdjust="0"/>
  </p:normalViewPr>
  <p:slideViewPr>
    <p:cSldViewPr snapToGrid="0" snapToObjects="1">
      <p:cViewPr>
        <p:scale>
          <a:sx n="100" d="100"/>
          <a:sy n="100" d="100"/>
        </p:scale>
        <p:origin x="468" y="-94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-408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33" Type="http://schemas.openxmlformats.org/officeDocument/2006/relationships/notesMaster" Target="notesMasters/notesMaster1.xml"/><Relationship Id="rId34" Type="http://schemas.openxmlformats.org/officeDocument/2006/relationships/presProps" Target="presProps.xml"/><Relationship Id="rId35" Type="http://schemas.openxmlformats.org/officeDocument/2006/relationships/viewProps" Target="viewProps.xml"/><Relationship Id="rId36" Type="http://schemas.openxmlformats.org/officeDocument/2006/relationships/theme" Target="theme/theme1.xml"/><Relationship Id="rId37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8F0B2C1-4194-45A7-9834-731A4F36BABD}" type="datetimeFigureOut">
              <a:rPr lang="fr-FR" smtClean="0"/>
              <a:t>16/05/2026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DB5666F-E79B-4A29-9A64-FA4855FAABB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05723348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TD 02 : Modèle OSI vs TCP/IP</a:t>
            </a:r>
          </a:p>
          <a:p>
            <a:r>
              <a:t>Module Reseaux</a:t>
            </a:r>
          </a:p>
          <a:p>
            <a:r>
              <a:t>Dr. BELACEL Madani — Université de Mostaganem</a:t>
            </a:r>
          </a:p>
          <a:p>
            <a:r>
              <a:t>Année 2026-2027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TD 02 — Diapo 2/10</a:t>
            </a:r>
          </a:p>
          <a:p>
            <a:r>
              <a:t>Modèle OSI vs TCP/IP</a:t>
            </a:r>
          </a:p>
          <a:p>
            <a:r>
              <a:t>Couches, encapsulage PDU, comparaison détaillée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TD 02 — Diapo 3/10</a:t>
            </a:r>
          </a:p>
          <a:p>
            <a:r>
              <a:t>Modèle OSI vs TCP/IP</a:t>
            </a:r>
          </a:p>
          <a:p>
            <a:r>
              <a:t>Couches, encapsulage PDU, comparaison détaillée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TD 02 — Diapo 4/10</a:t>
            </a:r>
          </a:p>
          <a:p>
            <a:r>
              <a:t>Modèle OSI vs TCP/IP</a:t>
            </a:r>
          </a:p>
          <a:p>
            <a:r>
              <a:t>Couches, encapsulage PDU, comparaison détaillée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TD 02 — Diapo 5/10</a:t>
            </a:r>
          </a:p>
          <a:p>
            <a:r>
              <a:t>Modèle OSI vs TCP/IP</a:t>
            </a:r>
          </a:p>
          <a:p>
            <a:r>
              <a:t>Couches, encapsulage PDU, comparaison détaillée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TD 02 — Diapo 6/10</a:t>
            </a:r>
          </a:p>
          <a:p>
            <a:r>
              <a:t>Modèle OSI vs TCP/IP</a:t>
            </a:r>
          </a:p>
          <a:p>
            <a:r>
              <a:t>Couches, encapsulage PDU, comparaison détaillée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TD 02 — Diapo 7/10</a:t>
            </a:r>
          </a:p>
          <a:p>
            <a:r>
              <a:t>Modèle OSI vs TCP/IP</a:t>
            </a:r>
          </a:p>
          <a:p>
            <a:r>
              <a:t>Couches, encapsulage PDU, comparaison détaillée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TD 02 — Diapo 8/10</a:t>
            </a:r>
          </a:p>
          <a:p>
            <a:r>
              <a:t>Modèle OSI vs TCP/IP</a:t>
            </a:r>
          </a:p>
          <a:p>
            <a:r>
              <a:t>Couches, encapsulage PDU, comparaison détaillée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TD 02 — Diapo 9/10</a:t>
            </a:r>
          </a:p>
          <a:p>
            <a:r>
              <a:t>Modèle OSI vs TCP/IP</a:t>
            </a:r>
          </a:p>
          <a:p>
            <a:r>
              <a:t>Couches, encapsulage PDU, comparaison détaillée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TD 02 — Diapo 10/10</a:t>
            </a:r>
          </a:p>
          <a:p>
            <a:r>
              <a:t>Modèle OSI vs TCP/IP</a:t>
            </a:r>
          </a:p>
          <a:p>
            <a:r>
              <a:t>Couches, encapsulage PDU, comparaison détaillée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Poppins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Poppins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Poppins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Poppins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Poppins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Poppins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TD Réseaux Ing. S7 — Architecture SDN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Ingénieur Réseaux — Semestre 7 — BELACEL Madani — Université de Mostaganem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TD Réseaux ING-S7  •  Diapositive 1/10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Objectifs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🎯 Modéliser planes SDN</a:t>
            </a:r>
          </a:p>
          <a:p>
            <a:pPr>
              <a:defRPr sz="2000"/>
            </a:pPr>
            <a:r>
              <a:t>🎯 OpenFlow match/action</a:t>
            </a:r>
          </a:p>
          <a:p>
            <a:pPr>
              <a:defRPr sz="2000"/>
            </a:pPr>
            <a:r>
              <a:t>🎯 Critiquer migration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TD Réseaux ING-S7  •  Diapositive 2/10</a:t>
            </a:r>
          </a:p>
        </p:txBody>
      </p:sp>
      <p:pic>
        <p:nvPicPr>
          <p:cNvPr id="5" name="Picture 4" descr="Reseaux_s0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0" y="5001768"/>
            <a:ext cx="2011680" cy="1124712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Objectifs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1️⃣ Modéliser planes SDN</a:t>
            </a:r>
          </a:p>
          <a:p>
            <a:pPr>
              <a:defRPr sz="2000"/>
            </a:pPr>
            <a:r>
              <a:t>1️⃣ OpenFlow match/action</a:t>
            </a:r>
          </a:p>
          <a:p>
            <a:pPr>
              <a:defRPr sz="2000"/>
            </a:pPr>
            <a:r>
              <a:t>1️⃣ Critiquer migration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TD Réseaux ING-S7  •  Diapositive 3/10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Consignes générales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2️⃣ Justifier toutes les réponses (calculs, schémas, tableaux).</a:t>
            </a:r>
          </a:p>
          <a:p>
            <a:pPr>
              <a:defRPr sz="2000"/>
            </a:pPr>
            <a:r>
              <a:t>2️⃣ Les schémas doivent être lisibles et légendés.</a:t>
            </a:r>
          </a:p>
          <a:p>
            <a:pPr>
              <a:defRPr sz="2000"/>
            </a:pPr>
            <a:r>
              <a:t>2️⃣ Durée indicative : 2 h en autonomie encadrée.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TD Réseaux ING-S7  •  Diapositive 4/10</a:t>
            </a:r>
          </a:p>
        </p:txBody>
      </p:sp>
      <p:pic>
        <p:nvPicPr>
          <p:cNvPr id="5" name="Picture 4" descr="Reseaux_s0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5001768"/>
            <a:ext cx="2011680" cy="1124712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Exercice 1 — Planes (5 pts)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3️⃣ Voir polycopié PDF officiel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TD Réseaux ING-S7  •  Diapositive 5/10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Exercice 2 — Flow (6 pts)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4️⃣ Voir polycopié PDF officiel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TD Réseaux ING-S7  •  Diapositive 6/10</a:t>
            </a:r>
          </a:p>
        </p:txBody>
      </p:sp>
      <p:pic>
        <p:nvPicPr>
          <p:cNvPr id="5" name="Picture 4" descr="Reseaux_s0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0" y="1005840"/>
            <a:ext cx="2011680" cy="1124712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Exercice 3 — Brownfield (5 pts)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5️⃣ Voir polycopié PDF officiel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TD Réseaux ING-S7  •  Diapositive 7/10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Approfondissement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📌 Exemples Université de Mostaganem</a:t>
            </a:r>
          </a:p>
          <a:p>
            <a:pPr>
              <a:defRPr sz="2000"/>
            </a:pPr>
            <a:r>
              <a:t>📌 Références bibliographiques</a:t>
            </a:r>
          </a:p>
          <a:p>
            <a:pPr>
              <a:defRPr sz="2000"/>
            </a:pPr>
            <a:r>
              <a:t>📌 Lien TD/TP associé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TD Réseaux ING-S7  •  Diapositive 8/10</a:t>
            </a:r>
          </a:p>
        </p:txBody>
      </p:sp>
      <p:pic>
        <p:nvPicPr>
          <p:cNvPr id="5" name="Picture 4" descr="Reseaux_s0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0" y="5001768"/>
            <a:ext cx="2011680" cy="1124712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Approfondissement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📌 Exemples Université de Mostaganem</a:t>
            </a:r>
          </a:p>
          <a:p>
            <a:pPr>
              <a:defRPr sz="2000"/>
            </a:pPr>
            <a:r>
              <a:t>📌 Références bibliographiques</a:t>
            </a:r>
          </a:p>
          <a:p>
            <a:pPr>
              <a:defRPr sz="2000"/>
            </a:pPr>
            <a:r>
              <a:t>📌 Lien TD/TP associé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TD Réseaux ING-S7  •  Diapositive 9/10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Synthèse &amp; suite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✅ Relire le polycopié PDF</a:t>
            </a:r>
          </a:p>
          <a:p>
            <a:pPr>
              <a:defRPr sz="2000"/>
            </a:pPr>
            <a:r>
              <a:t>✅ Préparer TD/TP</a:t>
            </a:r>
          </a:p>
          <a:p>
            <a:pPr>
              <a:defRPr sz="2000"/>
            </a:pPr>
            <a:r>
              <a:t>✅ Questions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TD Réseaux ING-S7  •  Diapositive 10/10</a:t>
            </a:r>
          </a:p>
        </p:txBody>
      </p:sp>
      <p:pic>
        <p:nvPicPr>
          <p:cNvPr id="5" name="Picture 4" descr="Reseaux_s0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5001768"/>
            <a:ext cx="2011680" cy="1124712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14840</TotalTime>
  <Words>9927</Words>
  <Application>Microsoft Office PowerPoint</Application>
  <PresentationFormat>Affichage à l'écran (4:3)</PresentationFormat>
  <Paragraphs>973</Paragraphs>
  <Slides>31</Slides>
  <Notes>31</Notes>
  <HiddenSlides>0</HiddenSlides>
  <MMClips>0</MMClips>
  <ScaleCrop>false</ScaleCrop>
  <HeadingPairs>
    <vt:vector size="6" baseType="variant">
      <vt:variant>
        <vt:lpstr>Polices utilisées</vt:lpstr>
      </vt:variant>
      <vt:variant>
        <vt:i4>14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31</vt:i4>
      </vt:variant>
    </vt:vector>
  </HeadingPairs>
  <TitlesOfParts>
    <vt:vector size="46" baseType="lpstr">
      <vt:lpstr>Aptos</vt:lpstr>
      <vt:lpstr>Arial</vt:lpstr>
      <vt:lpstr>Calibri</vt:lpstr>
      <vt:lpstr>Century</vt:lpstr>
      <vt:lpstr>Inter</vt:lpstr>
      <vt:lpstr>Liberation Serif</vt:lpstr>
      <vt:lpstr>LMSans12-Regular</vt:lpstr>
      <vt:lpstr>NimbusRomNo9L-Medi</vt:lpstr>
      <vt:lpstr>Palatino Linotype</vt:lpstr>
      <vt:lpstr>Segoe UI Emoji</vt:lpstr>
      <vt:lpstr>Segoe UI Symbol</vt:lpstr>
      <vt:lpstr>Times New Roman</vt:lpstr>
      <vt:lpstr>ui-sans-serif</vt:lpstr>
      <vt:lpstr>Wingdings</vt:lpstr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islem oussama</dc:creator>
  <cp:keywords/>
  <dc:description>generated using python-pptx</dc:description>
  <cp:lastModifiedBy>islem oussama</cp:lastModifiedBy>
  <cp:revision>479</cp:revision>
  <dcterms:created xsi:type="dcterms:W3CDTF">2013-01-27T09:14:16Z</dcterms:created>
  <dcterms:modified xsi:type="dcterms:W3CDTF">2026-05-16T20:31:18Z</dcterms:modified>
  <cp:category/>
</cp:coreProperties>
</file>