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S7 — Cas NFV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Modéliser MANO</a:t>
            </a:r>
          </a:p>
          <a:p>
            <a:pPr>
              <a:defRPr sz="2000"/>
            </a:pPr>
            <a:r>
              <a:t>🎯 Chaînage VNF</a:t>
            </a:r>
          </a:p>
          <a:p>
            <a:pPr>
              <a:defRPr sz="2000"/>
            </a:pPr>
            <a:r>
              <a:t>🎯 ROI NFV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Modéliser MANO</a:t>
            </a:r>
          </a:p>
          <a:p>
            <a:pPr>
              <a:defRPr sz="2000"/>
            </a:pPr>
            <a:r>
              <a:t>1️⃣ Chaînage VNF</a:t>
            </a:r>
          </a:p>
          <a:p>
            <a:pPr>
              <a:defRPr sz="2000"/>
            </a:pPr>
            <a:r>
              <a:t>1️⃣ ROI NFV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MANO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SFC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CNF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