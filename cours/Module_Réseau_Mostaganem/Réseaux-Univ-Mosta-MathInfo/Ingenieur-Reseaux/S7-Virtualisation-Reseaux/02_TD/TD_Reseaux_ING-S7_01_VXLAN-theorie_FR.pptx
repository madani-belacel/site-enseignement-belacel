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S7 — VXLAN et encapsulation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Calculer overhead VXLAN</a:t>
            </a:r>
          </a:p>
          <a:p>
            <a:pPr>
              <a:defRPr sz="2000"/>
            </a:pPr>
            <a:r>
              <a:t>🎯 Dimensionner VNI</a:t>
            </a:r>
          </a:p>
          <a:p>
            <a:pPr>
              <a:defRPr sz="2000"/>
            </a:pPr>
            <a:r>
              <a:t>🎯 Analyser BUM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Calculer overhead VXLAN</a:t>
            </a:r>
          </a:p>
          <a:p>
            <a:pPr>
              <a:defRPr sz="2000"/>
            </a:pPr>
            <a:r>
              <a:t>1️⃣ Dimensionner VNI</a:t>
            </a:r>
          </a:p>
          <a:p>
            <a:pPr>
              <a:defRPr sz="2000"/>
            </a:pPr>
            <a:r>
              <a:t>1️⃣ Analyser BUM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Overhead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VNI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VTEP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