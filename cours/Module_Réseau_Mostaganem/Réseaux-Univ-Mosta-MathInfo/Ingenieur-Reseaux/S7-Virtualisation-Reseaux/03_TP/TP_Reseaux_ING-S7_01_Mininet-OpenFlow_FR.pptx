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01 : Introduction et topologies</a:t>
            </a:r>
          </a:p>
          <a:p>
            <a:r>
              <a:t>Module Reseaux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01 — Diapo 2/10</a:t>
            </a:r>
          </a:p>
          <a:p>
            <a:r>
              <a:t>Introduction et topologies</a:t>
            </a:r>
          </a:p>
          <a:p>
            <a:r>
              <a:t>Concepts réseau, topologies étoile/bus/anneau/maillée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01 — Diapo 3/10</a:t>
            </a:r>
          </a:p>
          <a:p>
            <a:r>
              <a:t>Introduction et topologies</a:t>
            </a:r>
          </a:p>
          <a:p>
            <a:r>
              <a:t>Concepts réseau, topologies étoile/bus/anneau/maillée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01 — Diapo 4/10</a:t>
            </a:r>
          </a:p>
          <a:p>
            <a:r>
              <a:t>Introduction et topologies</a:t>
            </a:r>
          </a:p>
          <a:p>
            <a:r>
              <a:t>Concepts réseau, topologies étoile/bus/anneau/maillée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01 — Diapo 5/10</a:t>
            </a:r>
          </a:p>
          <a:p>
            <a:r>
              <a:t>Introduction et topologies</a:t>
            </a:r>
          </a:p>
          <a:p>
            <a:r>
              <a:t>Concepts réseau, topologies étoile/bus/anneau/maillée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01 — Diapo 6/10</a:t>
            </a:r>
          </a:p>
          <a:p>
            <a:r>
              <a:t>Introduction et topologies</a:t>
            </a:r>
          </a:p>
          <a:p>
            <a:r>
              <a:t>Concepts réseau, topologies étoile/bus/anneau/maillée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01 — Diapo 7/10</a:t>
            </a:r>
          </a:p>
          <a:p>
            <a:r>
              <a:t>Introduction et topologies</a:t>
            </a:r>
          </a:p>
          <a:p>
            <a:r>
              <a:t>Concepts réseau, topologies étoile/bus/anneau/maillée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01 — Diapo 8/10</a:t>
            </a:r>
          </a:p>
          <a:p>
            <a:r>
              <a:t>Introduction et topologies</a:t>
            </a:r>
          </a:p>
          <a:p>
            <a:r>
              <a:t>Concepts réseau, topologies étoile/bus/anneau/maillée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01 — Diapo 9/10</a:t>
            </a:r>
          </a:p>
          <a:p>
            <a:r>
              <a:t>Introduction et topologies</a:t>
            </a:r>
          </a:p>
          <a:p>
            <a:r>
              <a:t>Concepts réseau, topologies étoile/bus/anneau/maillée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01 — Diapo 10/10</a:t>
            </a:r>
          </a:p>
          <a:p>
            <a:r>
              <a:t>Introduction et topologies</a:t>
            </a:r>
          </a:p>
          <a:p>
            <a:r>
              <a:t>Concepts réseau, topologies étoile/bus/anneau/maillée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TP Réseaux Ing. S7 — Mininet et OpenFlow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Ingénieur Réseaux — Semestre 7 — BELACEL Madani — Université de Mostaganem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ING-S7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🎯 Créer topo Mininet</a:t>
            </a:r>
          </a:p>
          <a:p>
            <a:pPr>
              <a:defRPr sz="2000"/>
            </a:pPr>
            <a:r>
              <a:t>🎯 Connecter contrôleur Ryu/ONOS</a:t>
            </a:r>
          </a:p>
          <a:p>
            <a:pPr>
              <a:defRPr sz="2000"/>
            </a:pPr>
            <a:r>
              <a:t>🎯 Installer flow OpenFlow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ING-S7  •  Diapositive 2/10</a:t>
            </a:r>
          </a:p>
        </p:txBody>
      </p:sp>
      <p:pic>
        <p:nvPicPr>
          <p:cNvPr id="5" name="Picture 4" descr="Reseaux_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Créer topo Mininet</a:t>
            </a:r>
          </a:p>
          <a:p>
            <a:pPr>
              <a:defRPr sz="2000"/>
            </a:pPr>
            <a:r>
              <a:t>1️⃣ Connecter contrôleur Ryu/ONOS</a:t>
            </a:r>
          </a:p>
          <a:p>
            <a:pPr>
              <a:defRPr sz="2000"/>
            </a:pPr>
            <a:r>
              <a:t>1️⃣ Installer flow OpenFlow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ING-S7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Matériel et logiciels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ING-S7  •  Diapositive 4/10</a:t>
            </a:r>
          </a:p>
        </p:txBody>
      </p:sp>
      <p:pic>
        <p:nvPicPr>
          <p:cNvPr id="5" name="Picture 4" descr="Reseaux_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Partie 1 — Contexte et topologie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ING-S7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Partie 2 — Étapes pratiques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ING-S7  •  Diapositive 6/10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Partie 3 — Vérifications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ING-S7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ING-S7  •  Diapositive 8/10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ING-S7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Synthèse &amp; suite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Relire le polycopié PDF</a:t>
            </a:r>
          </a:p>
          <a:p>
            <a:pPr>
              <a:defRPr sz="2000"/>
            </a:pPr>
            <a:r>
              <a:t>✅ Préparer TD/TP</a:t>
            </a:r>
          </a:p>
          <a:p>
            <a:pPr>
              <a:defRPr sz="2000"/>
            </a:pPr>
            <a:r>
              <a:t>✅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ING-S7  •  Diapositive 10/10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