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S7 — Mininet et OpenFlow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topo Mininet</a:t>
            </a:r>
          </a:p>
          <a:p>
            <a:pPr>
              <a:defRPr sz="2000"/>
            </a:pPr>
            <a:r>
              <a:t>🎯 Connecter contrôleur Ryu/ONOS</a:t>
            </a:r>
          </a:p>
          <a:p>
            <a:pPr>
              <a:defRPr sz="2000"/>
            </a:pPr>
            <a:r>
              <a:t>🎯 Installer flow OpenFlow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Créer topo Mininet</a:t>
            </a:r>
          </a:p>
          <a:p>
            <a:pPr>
              <a:defRPr sz="2000"/>
            </a:pPr>
            <a:r>
              <a:t>1️⃣ Connecter contrôleur Ryu/ONOS</a:t>
            </a:r>
          </a:p>
          <a:p>
            <a:pPr>
              <a:defRPr sz="2000"/>
            </a:pPr>
            <a:r>
              <a:t>1️⃣ Installer flow OpenFlow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