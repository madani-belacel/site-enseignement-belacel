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S7 — Réseau Docker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Créer réseaux bridge/user-defined</a:t>
            </a:r>
          </a:p>
          <a:p>
            <a:pPr>
              <a:defRPr sz="2000"/>
            </a:pPr>
            <a:r>
              <a:t>🎯 Interconnecter conteneurs</a:t>
            </a:r>
          </a:p>
          <a:p>
            <a:pPr>
              <a:defRPr sz="2000"/>
            </a:pPr>
            <a:r>
              <a:t>🎯 Publier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Créer réseaux bridge/user-defined</a:t>
            </a:r>
          </a:p>
          <a:p>
            <a:pPr>
              <a:defRPr sz="2000"/>
            </a:pPr>
            <a:r>
              <a:t>1️⃣ Interconnecter conteneurs</a:t>
            </a:r>
          </a:p>
          <a:p>
            <a:pPr>
              <a:defRPr sz="2000"/>
            </a:pPr>
            <a:r>
              <a:t>1️⃣ Publier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