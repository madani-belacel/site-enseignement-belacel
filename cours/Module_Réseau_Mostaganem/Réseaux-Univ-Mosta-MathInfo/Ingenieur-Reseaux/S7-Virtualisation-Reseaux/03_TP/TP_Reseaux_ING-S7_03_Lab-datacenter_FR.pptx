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: Couche Physique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2/10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3/10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4/10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5/10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6/10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7/10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8/10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9/10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10/10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Ing. S7 — Topologie spine-leaf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7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Câbler 2 spine 4 leaf</a:t>
            </a:r>
          </a:p>
          <a:p>
            <a:pPr>
              <a:defRPr sz="2000"/>
            </a:pPr>
            <a:r>
              <a:t>🎯 BGP underlay /31</a:t>
            </a:r>
          </a:p>
          <a:p>
            <a:pPr>
              <a:defRPr sz="2000"/>
            </a:pPr>
            <a:r>
              <a:t>🎯 Vérifier ECMP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Câbler 2 spine 4 leaf</a:t>
            </a:r>
          </a:p>
          <a:p>
            <a:pPr>
              <a:defRPr sz="2000"/>
            </a:pPr>
            <a:r>
              <a:t>1️⃣ BGP underlay /31</a:t>
            </a:r>
          </a:p>
          <a:p>
            <a:pPr>
              <a:defRPr sz="2000"/>
            </a:pPr>
            <a:r>
              <a:t>1️⃣ Vérifier ECMP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Matériel et logiciels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Contexte et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Étapes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