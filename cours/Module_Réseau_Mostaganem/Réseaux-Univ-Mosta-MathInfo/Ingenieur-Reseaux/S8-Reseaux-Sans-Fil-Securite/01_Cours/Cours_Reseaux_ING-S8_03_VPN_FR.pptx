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VPN — IPsec et SSL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**Construire** tunnel IPsec site-à-site IKEv2.</a:t>
            </a:r>
          </a:p>
          <a:p>
            <a:pPr>
              <a:defRPr sz="2000"/>
            </a:pPr>
            <a:r>
              <a:t>🎯 **Comparer** transport vs tunnel mode ESP.</a:t>
            </a:r>
          </a:p>
          <a:p>
            <a:pPr>
              <a:defRPr sz="2000"/>
            </a:pPr>
            <a:r>
              <a:t>🎯 **Présenter** SSL VPN remote access.</a:t>
            </a:r>
          </a:p>
          <a:p>
            <a:pPr>
              <a:defRPr sz="2000"/>
            </a:pPr>
            <a:r>
              <a:t>🎯 **Analyser** split tunneling risques.</a:t>
            </a:r>
          </a:p>
          <a:p>
            <a:pPr>
              <a:defRPr sz="2000"/>
            </a:pPr>
            <a:r>
              <a:t>🎯 **Dépanner** Phase 1/2 mismatches.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IPsec IKE</a:t>
            </a:r>
          </a:p>
          <a:p>
            <a:pPr>
              <a:defRPr sz="2000"/>
            </a:pPr>
            <a:r>
              <a:t>📋 Modes tunnel/transport</a:t>
            </a:r>
          </a:p>
          <a:p>
            <a:pPr>
              <a:defRPr sz="2000"/>
            </a:pPr>
            <a:r>
              <a:t>📋 SSL VPN</a:t>
            </a:r>
          </a:p>
          <a:p>
            <a:pPr>
              <a:defRPr sz="2000"/>
            </a:pPr>
            <a:r>
              <a:t>📋 Split tunneling</a:t>
            </a:r>
          </a:p>
          <a:p>
            <a:pPr>
              <a:defRPr sz="2000"/>
            </a:pPr>
            <a:r>
              <a:t>📋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**Construire** tunnel IPsec site-à-site IKEv2.</a:t>
            </a:r>
          </a:p>
          <a:p>
            <a:pPr>
              <a:defRPr sz="2000"/>
            </a:pPr>
            <a:r>
              <a:t>1️⃣ **Comparer** transport vs tunnel mode ESP.</a:t>
            </a:r>
          </a:p>
          <a:p>
            <a:pPr>
              <a:defRPr sz="2000"/>
            </a:pPr>
            <a:r>
              <a:t>1️⃣ **Présenter** SSL VPN remote access.</a:t>
            </a:r>
          </a:p>
          <a:p>
            <a:pPr>
              <a:defRPr sz="2000"/>
            </a:pPr>
            <a:r>
              <a:t>1️⃣ **Analyser** split tunneling risques.</a:t>
            </a:r>
          </a:p>
          <a:p>
            <a:pPr>
              <a:defRPr sz="2000"/>
            </a:pPr>
            <a:r>
              <a:t>1️⃣ **Dépanner** Phase 1/2 mismatches.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IPsec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SSL VPN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Split tunnel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