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: Couche Physique</a:t>
            </a:r>
          </a:p>
          <a:p>
            <a:r>
              <a:t>Module Reseaux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2/10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3/10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4/10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5/10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6/10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7/10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8/10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9/10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10/10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Cours Réseaux Ing. S8 — VPN — IPsec et SSL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Ingénieur Réseaux — Semestre 8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ING-S8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**Construire** tunnel IPsec site-à-site IKEv2.</a:t>
            </a:r>
          </a:p>
          <a:p>
            <a:pPr>
              <a:defRPr sz="2000"/>
            </a:pPr>
            <a:r>
              <a:t>🎯 **Comparer** transport vs tunnel mode ESP.</a:t>
            </a:r>
          </a:p>
          <a:p>
            <a:pPr>
              <a:defRPr sz="2000"/>
            </a:pPr>
            <a:r>
              <a:t>🎯 **Présenter** SSL VPN remote access.</a:t>
            </a:r>
          </a:p>
          <a:p>
            <a:pPr>
              <a:defRPr sz="2000"/>
            </a:pPr>
            <a:r>
              <a:t>🎯 **Analyser** split tunneling risques.</a:t>
            </a:r>
          </a:p>
          <a:p>
            <a:pPr>
              <a:defRPr sz="2000"/>
            </a:pPr>
            <a:r>
              <a:t>🎯 **Dépanner** Phase 1/2 mismatches.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ING-S8  •  Diapositive 2/10</a:t>
            </a:r>
          </a:p>
        </p:txBody>
      </p:sp>
      <p:pic>
        <p:nvPicPr>
          <p:cNvPr id="5" name="Picture 4" descr="Reseaux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IPsec IKE</a:t>
            </a:r>
          </a:p>
          <a:p>
            <a:pPr>
              <a:defRPr sz="2000"/>
            </a:pPr>
            <a:r>
              <a:t>📋 Modes tunnel/transport</a:t>
            </a:r>
          </a:p>
          <a:p>
            <a:pPr>
              <a:defRPr sz="2000"/>
            </a:pPr>
            <a:r>
              <a:t>📋 SSL VPN</a:t>
            </a:r>
          </a:p>
          <a:p>
            <a:pPr>
              <a:defRPr sz="2000"/>
            </a:pPr>
            <a:r>
              <a:t>📋 Split tunneling</a:t>
            </a:r>
          </a:p>
          <a:p>
            <a:pPr>
              <a:defRPr sz="2000"/>
            </a:pPr>
            <a:r>
              <a:t>📋 Dépannage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ING-S8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 pédagogiques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**Construire** tunnel IPsec site-à-site IKEv2.</a:t>
            </a:r>
          </a:p>
          <a:p>
            <a:pPr>
              <a:defRPr sz="2000"/>
            </a:pPr>
            <a:r>
              <a:t>1️⃣ **Comparer** transport vs tunnel mode ESP.</a:t>
            </a:r>
          </a:p>
          <a:p>
            <a:pPr>
              <a:defRPr sz="2000"/>
            </a:pPr>
            <a:r>
              <a:t>1️⃣ **Présenter** SSL VPN remote access.</a:t>
            </a:r>
          </a:p>
          <a:p>
            <a:pPr>
              <a:defRPr sz="2000"/>
            </a:pPr>
            <a:r>
              <a:t>1️⃣ **Analyser** split tunneling risques.</a:t>
            </a:r>
          </a:p>
          <a:p>
            <a:pPr>
              <a:defRPr sz="2000"/>
            </a:pPr>
            <a:r>
              <a:t>1️⃣ **Dépanner** Phase 1/2 mismatches.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ING-S8  •  Diapositive 4/10</a:t>
            </a:r>
          </a:p>
        </p:txBody>
      </p:sp>
      <p:pic>
        <p:nvPicPr>
          <p:cNvPr id="5" name="Picture 4" descr="Reseaux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IPsec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ING-S8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Modes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ING-S8  •  Diapositive 6/10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SSL VPN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ING-S8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Split tunnel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ING-S8  •  Diapositive 8/10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ING-S8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ING-S8  •  Diapositive 10/10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