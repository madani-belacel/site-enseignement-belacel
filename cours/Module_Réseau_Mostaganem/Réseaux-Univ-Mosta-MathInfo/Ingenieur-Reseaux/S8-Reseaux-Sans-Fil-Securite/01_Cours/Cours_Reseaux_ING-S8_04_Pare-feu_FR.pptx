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S8 — Pare-feu et périmètre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**Classifier** stateless vs stateful vs NGFW.</a:t>
            </a:r>
          </a:p>
          <a:p>
            <a:pPr>
              <a:defRPr sz="2000"/>
            </a:pPr>
            <a:r>
              <a:t>🎯 **Concevoir** DMZ, zones sécurité, least privilege.</a:t>
            </a:r>
          </a:p>
          <a:p>
            <a:pPr>
              <a:defRPr sz="2000"/>
            </a:pPr>
            <a:r>
              <a:t>🎯 **Rédiger** politiques zone-based (ZBFW).</a:t>
            </a:r>
          </a:p>
          <a:p>
            <a:pPr>
              <a:defRPr sz="2000"/>
            </a:pPr>
            <a:r>
              <a:t>🎯 **Placer** pare-feu dans architecture campus.</a:t>
            </a:r>
          </a:p>
          <a:p>
            <a:pPr>
              <a:defRPr sz="2000"/>
            </a:pPr>
            <a:r>
              <a:t>🎯 **Corréler** logs et alerting SIEM.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Stateful vs NGFW</a:t>
            </a:r>
          </a:p>
          <a:p>
            <a:pPr>
              <a:defRPr sz="2000"/>
            </a:pPr>
            <a:r>
              <a:t>📋 DMZ</a:t>
            </a:r>
          </a:p>
          <a:p>
            <a:pPr>
              <a:defRPr sz="2000"/>
            </a:pPr>
            <a:r>
              <a:t>📋 ZBFW</a:t>
            </a:r>
          </a:p>
          <a:p>
            <a:pPr>
              <a:defRPr sz="2000"/>
            </a:pPr>
            <a:r>
              <a:t>📋 Placement campus</a:t>
            </a:r>
          </a:p>
          <a:p>
            <a:pPr>
              <a:defRPr sz="2000"/>
            </a:pPr>
            <a:r>
              <a:t>📋 Logs SIEM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**Classifier** stateless vs stateful vs NGFW.</a:t>
            </a:r>
          </a:p>
          <a:p>
            <a:pPr>
              <a:defRPr sz="2000"/>
            </a:pPr>
            <a:r>
              <a:t>1️⃣ **Concevoir** DMZ, zones sécurité, least privilege.</a:t>
            </a:r>
          </a:p>
          <a:p>
            <a:pPr>
              <a:defRPr sz="2000"/>
            </a:pPr>
            <a:r>
              <a:t>1️⃣ **Rédiger** politiques zone-based (ZBFW).</a:t>
            </a:r>
          </a:p>
          <a:p>
            <a:pPr>
              <a:defRPr sz="2000"/>
            </a:pPr>
            <a:r>
              <a:t>1️⃣ **Placer** pare-feu dans architecture campus.</a:t>
            </a:r>
          </a:p>
          <a:p>
            <a:pPr>
              <a:defRPr sz="2000"/>
            </a:pPr>
            <a:r>
              <a:t>1️⃣ **Corréler** logs et alerting SIEM.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Stateful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DMZ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ZBFW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