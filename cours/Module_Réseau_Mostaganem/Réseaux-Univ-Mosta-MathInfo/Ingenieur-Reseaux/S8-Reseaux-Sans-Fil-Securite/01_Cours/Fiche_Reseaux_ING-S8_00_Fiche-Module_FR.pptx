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S8 — Réseaux sans fil &amp; Sécurité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Wireless 802.11</a:t>
            </a:r>
          </a:p>
          <a:p>
            <a:pPr>
              <a:defRPr sz="2000"/>
            </a:pPr>
            <a:r>
              <a:t>3️⃣ Ch. 02 : Sécurité WLAN</a:t>
            </a:r>
          </a:p>
          <a:p>
            <a:pPr>
              <a:defRPr sz="2000"/>
            </a:pPr>
            <a:r>
              <a:t>3️⃣ Ch. 03 : VPN</a:t>
            </a:r>
          </a:p>
          <a:p>
            <a:pPr>
              <a:defRPr sz="2000"/>
            </a:pPr>
            <a:r>
              <a:t>3️⃣ Ch. 04 : Pare-feu et périmètre</a:t>
            </a:r>
          </a:p>
          <a:p>
            <a:pPr>
              <a:defRPr sz="2000"/>
            </a:pPr>
            <a:r>
              <a:t>3️⃣ Ch. 05 : IDS/IPS et durcissement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