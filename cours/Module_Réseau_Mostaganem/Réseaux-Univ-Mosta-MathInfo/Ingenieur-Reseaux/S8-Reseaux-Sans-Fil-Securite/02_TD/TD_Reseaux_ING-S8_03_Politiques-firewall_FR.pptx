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S8 — Politiques pare-feu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8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Rédiger règles zone</a:t>
            </a:r>
          </a:p>
          <a:p>
            <a:pPr>
              <a:defRPr sz="2000"/>
            </a:pPr>
            <a:r>
              <a:t>🎯 Ordre ACL</a:t>
            </a:r>
          </a:p>
          <a:p>
            <a:pPr>
              <a:defRPr sz="2000"/>
            </a:pPr>
            <a:r>
              <a:t>🎯 DMZ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Rédiger règles zone</a:t>
            </a:r>
          </a:p>
          <a:p>
            <a:pPr>
              <a:defRPr sz="2000"/>
            </a:pPr>
            <a:r>
              <a:t>1️⃣ Ordre ACL</a:t>
            </a:r>
          </a:p>
          <a:p>
            <a:pPr>
              <a:defRPr sz="2000"/>
            </a:pPr>
            <a:r>
              <a:t>1️⃣ DMZ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Zones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Ordre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NAT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ING-S8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