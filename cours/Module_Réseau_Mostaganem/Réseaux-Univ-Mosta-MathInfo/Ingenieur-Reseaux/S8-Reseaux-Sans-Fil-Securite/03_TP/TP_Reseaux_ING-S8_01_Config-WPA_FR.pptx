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S8 — Configuration WPA entreprise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Configurer WPA2-Enterprise simulé</a:t>
            </a:r>
          </a:p>
          <a:p>
            <a:pPr>
              <a:defRPr sz="2000"/>
            </a:pPr>
            <a:r>
              <a:t>🎯 RADIUS auth</a:t>
            </a:r>
          </a:p>
          <a:p>
            <a:pPr>
              <a:defRPr sz="2000"/>
            </a:pPr>
            <a:r>
              <a:t>🎯 VLAN post-auth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Configurer WPA2-Enterprise simulé</a:t>
            </a:r>
          </a:p>
          <a:p>
            <a:pPr>
              <a:defRPr sz="2000"/>
            </a:pPr>
            <a:r>
              <a:t>1️⃣ RADIUS auth</a:t>
            </a:r>
          </a:p>
          <a:p>
            <a:pPr>
              <a:defRPr sz="2000"/>
            </a:pPr>
            <a:r>
              <a:t>1️⃣ VLAN post-auth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