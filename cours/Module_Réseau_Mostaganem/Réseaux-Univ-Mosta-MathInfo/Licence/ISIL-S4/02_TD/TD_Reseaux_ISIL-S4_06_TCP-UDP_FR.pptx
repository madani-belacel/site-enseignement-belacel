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TD Réseaux ISIL S4 — TCP / UDP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Licence ISIL — Semestre 4 — BELACEL Madani — Université de Mostaganem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ISIL-S4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ISIL-S4  •  Diapositive 2/10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1 — Ports et sockets (4 pts)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ISIL-S4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2 — TCP vs UDP (6 pts)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ISIL-S4  •  Diapositive 4/10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3 — Three-way handshake (6 pts)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ISIL-S4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4 — Analyse de capture (4 pts)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ISIL-S4  •  Diapositive 6/10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Annexe — Corrigé TD 06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ISIL-S4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ISIL-S4  •  Diapositive 8/10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ISIL-S4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Synthèse &amp; suite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Relire le polycopié PDF</a:t>
            </a:r>
          </a:p>
          <a:p>
            <a:pPr>
              <a:defRPr sz="2000"/>
            </a:pPr>
            <a:r>
              <a:t>✅ Préparer TD/TP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ISIL-S4  •  Diapositive 10/10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