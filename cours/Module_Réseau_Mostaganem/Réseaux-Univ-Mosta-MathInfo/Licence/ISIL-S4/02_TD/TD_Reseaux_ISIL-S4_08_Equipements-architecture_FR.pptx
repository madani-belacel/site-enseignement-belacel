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ISIL S4 — Équipements et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Équipements et couches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Conception réseau (8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Dépannage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Synthèse module (3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Annexe — Corrigé TD 08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