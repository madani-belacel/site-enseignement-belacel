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Équipements réseau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Équipements et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Équipements et couches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Conception réseau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Dépannage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Synthèse module (3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