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IP et routage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Adressage IPv4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Subnetting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Routage statique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Table de routage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