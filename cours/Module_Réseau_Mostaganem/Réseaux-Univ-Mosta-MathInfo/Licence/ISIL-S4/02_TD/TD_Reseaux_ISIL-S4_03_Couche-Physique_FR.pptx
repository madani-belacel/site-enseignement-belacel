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Couche Physique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Supports de transmission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Catégories de câbles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Multiplexage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Radio FM (stations sur fréquences différentes)</a:t>
            </a:r>
          </a:p>
          <a:p>
            <a:pPr>
              <a:defRPr sz="2000"/>
            </a:pPr>
            <a:r>
              <a:t>3️⃣ E1 télécom (32 canaux vocaux sur 2 Mbps)</a:t>
            </a:r>
          </a:p>
          <a:p>
            <a:pPr>
              <a:defRPr sz="2000"/>
            </a:pPr>
            <a:r>
              <a:t>3️⃣ DWDM sur fibre optique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Théorème de Shannon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