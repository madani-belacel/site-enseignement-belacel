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Couche Application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Applications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DNS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Interroger le TLD .com</a:t>
            </a:r>
          </a:p>
          <a:p>
            <a:pPr>
              <a:defRPr sz="2000"/>
            </a:pPr>
            <a:r>
              <a:t>1️⃣ Interroger le serveur racine</a:t>
            </a:r>
          </a:p>
          <a:p>
            <a:pPr>
              <a:defRPr sz="2000"/>
            </a:pPr>
            <a:r>
              <a:t>1️⃣ Interroger le serveur autoritaire google.com</a:t>
            </a:r>
          </a:p>
          <a:p>
            <a:pPr>
              <a:defRPr sz="2000"/>
            </a:pPr>
            <a:r>
              <a:t>1️⃣ Le résolveur local reçoit la requête du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HTTP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Protocoles applicatifs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Scénario complet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[ ] TCP three-way handshake vers port 443</a:t>
            </a:r>
          </a:p>
          <a:p>
            <a:pPr>
              <a:defRPr sz="2000"/>
            </a:pPr>
            <a:r>
              <a:t>4️⃣ [ ] TLS handshake et vérification certificat</a:t>
            </a:r>
          </a:p>
          <a:p>
            <a:pPr>
              <a:defRPr sz="2000"/>
            </a:pPr>
            <a:r>
              <a:t>4️⃣ [ ] DNS query pour www.univ-mosta.dz</a:t>
            </a:r>
          </a:p>
          <a:p>
            <a:pPr>
              <a:defRPr sz="2000"/>
            </a:pPr>
            <a:r>
              <a:t>4️⃣ [ ] HTTP GET / via tunnel TLS</a:t>
            </a:r>
          </a:p>
          <a:p>
            <a:pPr>
              <a:defRPr sz="2000"/>
            </a:pPr>
            <a:r>
              <a:t>4️⃣ [ ] Affichage de la page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DNS query → 2. DNS response → 3. TCP handshake → 4. TLS handshake → 5. HTTP GET → 6. Encapsulation/e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