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Modèle OSI / TCP-IP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Couches OSI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Encapsulation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Comparaison OSI / TCP/IP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Scénario de dépannage par couche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Transport : src port 49152, dest port 80</a:t>
            </a:r>
          </a:p>
          <a:p>
            <a:pPr>
              <a:defRPr sz="2000"/>
            </a:pPr>
            <a:r>
              <a:t>5️⃣ Réseau : src IP 192.168.1.10, dest IP 10.0.0.5</a:t>
            </a:r>
          </a:p>
          <a:p>
            <a:pPr>
              <a:defRPr sz="2000"/>
            </a:pPr>
            <a:r>
              <a:t>5️⃣ Liaison : MAC src (PC), MAC dest (passerelle ou serveur si même 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