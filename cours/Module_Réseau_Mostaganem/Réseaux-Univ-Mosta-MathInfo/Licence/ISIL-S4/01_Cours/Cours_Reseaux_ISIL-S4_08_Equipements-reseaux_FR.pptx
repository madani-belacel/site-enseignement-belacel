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Équipements réseau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10/10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Équipements réseaux et architecture LAN/WAN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Identifier et décrire les **équipements réseau** (NIC, hub, switch, routeur, pare-feu).</a:t>
            </a:r>
          </a:p>
          <a:p>
            <a:pPr>
              <a:defRPr sz="2000"/>
            </a:pPr>
            <a:r>
              <a:t>🎯 Associer chaque équipement à sa **couche OSI**.</a:t>
            </a:r>
          </a:p>
          <a:p>
            <a:pPr>
              <a:defRPr sz="2000"/>
            </a:pPr>
            <a:r>
              <a:t>🎯 Concevoir une **architecture LAN** simple pour un petit bureau ou campus.</a:t>
            </a:r>
          </a:p>
          <a:p>
            <a:pPr>
              <a:defRPr sz="2000"/>
            </a:pPr>
            <a:r>
              <a:t>🎯 Comprendre l'interconnexion **LAN/WAN** et le rôle du **FAI**.</a:t>
            </a:r>
          </a:p>
          <a:p>
            <a:pPr>
              <a:defRPr sz="2000"/>
            </a:pPr>
            <a:r>
              <a:t>🎯 Appliquer une **méthodologie de dépannage réseau** de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Carte réseau (NIC)</a:t>
            </a:r>
          </a:p>
          <a:p>
            <a:pPr>
              <a:defRPr sz="2000"/>
            </a:pPr>
            <a:r>
              <a:t>📋 Équipements de couche 1 et 2</a:t>
            </a:r>
          </a:p>
          <a:p>
            <a:pPr>
              <a:defRPr sz="2000"/>
            </a:pPr>
            <a:r>
              <a:t>📋 Équipements de couche 3</a:t>
            </a:r>
          </a:p>
          <a:p>
            <a:pPr>
              <a:defRPr sz="2000"/>
            </a:pPr>
            <a:r>
              <a:t>📋 Pare-feu et sécurité périmétrique</a:t>
            </a:r>
          </a:p>
          <a:p>
            <a:pPr>
              <a:defRPr sz="2000"/>
            </a:pPr>
            <a:r>
              <a:t>📋 Architecture LAN type</a:t>
            </a:r>
          </a:p>
          <a:p>
            <a:pPr>
              <a:defRPr sz="2000"/>
            </a:pPr>
            <a:r>
              <a:t>📋 Interconnexion LAN/WAN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Identifier et décrire les **équipements réseau** (NIC, hub, switch, routeur, pare-feu).</a:t>
            </a:r>
          </a:p>
          <a:p>
            <a:pPr>
              <a:defRPr sz="2000"/>
            </a:pPr>
            <a:r>
              <a:t>1️⃣ Associer chaque équipement à sa **couche OSI**.</a:t>
            </a:r>
          </a:p>
          <a:p>
            <a:pPr>
              <a:defRPr sz="2000"/>
            </a:pPr>
            <a:r>
              <a:t>1️⃣ Concevoir une **architecture LAN** simple pour un petit bureau ou campus.</a:t>
            </a:r>
          </a:p>
          <a:p>
            <a:pPr>
              <a:defRPr sz="2000"/>
            </a:pPr>
            <a:r>
              <a:t>1️⃣ Comprendre l'interconnexion **LAN/WAN** et le rôle du **FAI**.</a:t>
            </a:r>
          </a:p>
          <a:p>
            <a:pPr>
              <a:defRPr sz="2000"/>
            </a:pPr>
            <a:r>
              <a:t>1️⃣ Appliquer une **méthodologie de dépannage réseau** de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Carte réseau (NIC)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Équipements de couche 1 et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Équipements de couche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Switch avec **capacité de routage** intégrée.</a:t>
            </a:r>
          </a:p>
          <a:p>
            <a:pPr>
              <a:defRPr sz="2000"/>
            </a:pPr>
            <a:r>
              <a:t>4️⃣ Route entre VLANs sans routeur externe.</a:t>
            </a:r>
          </a:p>
          <a:p>
            <a:pPr>
              <a:defRPr sz="2000"/>
            </a:pPr>
            <a:r>
              <a:t>4️⃣ → Approfondi en Ingénieur.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Pare-feu et sécurité périmétrique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**DMZ** : Zone exposée contenant les serveurs publics (web, mail).</a:t>
            </a:r>
          </a:p>
          <a:p>
            <a:pPr>
              <a:defRPr sz="2000"/>
            </a:pPr>
            <a:r>
              <a:t>5️⃣ **LAN** : Zone interne protégée.</a:t>
            </a:r>
          </a:p>
          <a:p>
            <a:pPr>
              <a:defRPr sz="2000"/>
            </a:pPr>
            <a:r>
              <a:t>5️⃣ Un attaquant compromettant la DMZ n'accède pas directement au 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