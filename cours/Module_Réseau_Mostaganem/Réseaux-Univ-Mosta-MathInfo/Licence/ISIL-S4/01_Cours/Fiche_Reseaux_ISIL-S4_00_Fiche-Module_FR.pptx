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ISIL S4 — Réseaux (UEF422)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**Définir** les concepts fondamentaux des réseaux : topologies, types de réseaux, métriques de perfo</a:t>
            </a:r>
          </a:p>
          <a:p>
            <a:pPr>
              <a:defRPr sz="2000"/>
            </a:pPr>
            <a:r>
              <a:t>🎯 **Expliquer** le modèle en couches OSI et la pile TCP/IP, ainsi que le mécanisme d'encapsulation.</a:t>
            </a:r>
          </a:p>
          <a:p>
            <a:pPr>
              <a:defRPr sz="2000"/>
            </a:pPr>
            <a:r>
              <a:t>🎯 **Décrire** le fonctionnement des couches physiques, liaison, réseau, transport et application.</a:t>
            </a:r>
          </a:p>
          <a:p>
            <a:pPr>
              <a:defRPr sz="2000"/>
            </a:pPr>
            <a:r>
              <a:t>🎯 **Analyser** une adresse IPv4, un masque de sous-réseau et une table de routage statique simple.</a:t>
            </a:r>
          </a:p>
          <a:p>
            <a:pPr>
              <a:defRPr sz="2000"/>
            </a:pPr>
            <a:r>
              <a:t>🎯 **Comparer** les protocoles TCP et UDP et identifier leurs usages.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Présentation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**Définir** les concepts fondamentaux des réseaux : topologies, types de réseaux, métriques de perfo</a:t>
            </a:r>
          </a:p>
          <a:p>
            <a:pPr>
              <a:defRPr sz="2000"/>
            </a:pPr>
            <a:r>
              <a:t>2️⃣ **Expliquer** le modèle en couches OSI et la pile TCP/IP, ainsi que le mécanisme d'encapsulation.</a:t>
            </a:r>
          </a:p>
          <a:p>
            <a:pPr>
              <a:defRPr sz="2000"/>
            </a:pPr>
            <a:r>
              <a:t>2️⃣ **Décrire** le fonctionnement des couches physiques, liaison, réseau, transport et application.</a:t>
            </a:r>
          </a:p>
          <a:p>
            <a:pPr>
              <a:defRPr sz="2000"/>
            </a:pPr>
            <a:r>
              <a:t>2️⃣ **Analyser** une adresse IPv4, un masque de sous-réseau et une table de routage statique simple.</a:t>
            </a:r>
          </a:p>
          <a:p>
            <a:pPr>
              <a:defRPr sz="2000"/>
            </a:pPr>
            <a:r>
              <a:t>2️⃣ **Comparer** les protocoles TCP et UDP et identifier leurs usages.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Programme détaillé (planning sur 12 semaines)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Contenu détaillé par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