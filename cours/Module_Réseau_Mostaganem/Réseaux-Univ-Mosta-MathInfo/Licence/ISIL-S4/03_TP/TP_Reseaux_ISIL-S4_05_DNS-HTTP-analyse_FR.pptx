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: Couche Réseau 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2/10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3/10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4/10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5/10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6/10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7/10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8/10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9/10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10/10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ISIL S4 — DNS et HTTP : capture et analyse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ISIL — Semestre 4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Capturer et analyser des requêtes DNS</a:t>
            </a:r>
          </a:p>
          <a:p>
            <a:pPr>
              <a:defRPr sz="2000"/>
            </a:pPr>
            <a:r>
              <a:t>🎯 Observer le three-way handshake TCP</a:t>
            </a:r>
          </a:p>
          <a:p>
            <a:pPr>
              <a:defRPr sz="2000"/>
            </a:pPr>
            <a:r>
              <a:t>🎯 Analyser une requête/réponse HTTP ou HTTPS (en-têtes)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Capturer et analyser des requêtes DNS</a:t>
            </a:r>
          </a:p>
          <a:p>
            <a:pPr>
              <a:defRPr sz="2000"/>
            </a:pPr>
            <a:r>
              <a:t>1️⃣ Observer le three-way handshake TCP</a:t>
            </a:r>
          </a:p>
          <a:p>
            <a:pPr>
              <a:defRPr sz="2000"/>
            </a:pPr>
            <a:r>
              <a:t>1️⃣ Analyser une requête/réponse HTTP ou HTTPS (en-têtes)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Consignes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Vider le cache DNS :</a:t>
            </a:r>
          </a:p>
          <a:p>
            <a:pPr>
              <a:defRPr sz="2000"/>
            </a:pPr>
            <a:r>
              <a:t>2️⃣ Démarrer capture Wireshark.</a:t>
            </a:r>
          </a:p>
          <a:p>
            <a:pPr>
              <a:defRPr sz="2000"/>
            </a:pPr>
            <a:r>
              <a:t>2️⃣ Exécuter :</a:t>
            </a:r>
          </a:p>
          <a:p>
            <a:pPr>
              <a:defRPr sz="2000"/>
            </a:pPr>
            <a:r>
              <a:t>2️⃣ Filtrer : `dns`</a:t>
            </a:r>
          </a:p>
          <a:p>
            <a:pPr>
              <a:defRPr sz="2000"/>
            </a:pPr>
            <a:r>
              <a:t>2️⃣ Nouvelle capture.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4 — Questions de bilan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DNS utilise-t-il TCP ou UDP ? Dans quels cas TCP est-il utilisé ?</a:t>
            </a:r>
          </a:p>
          <a:p>
            <a:pPr>
              <a:defRPr sz="2000"/>
            </a:pPr>
            <a:r>
              <a:t>4️⃣ Quel port utilise le client pour une connexion HTTPS ?</a:t>
            </a:r>
          </a:p>
          <a:p>
            <a:pPr>
              <a:defRPr sz="2000"/>
            </a:pPr>
            <a:r>
              <a:t>4️⃣ Pourquoi le three-way handshake est-il nécessaire avant HTTP ?</a:t>
            </a:r>
          </a:p>
          <a:p>
            <a:pPr>
              <a:defRPr sz="2000"/>
            </a:pPr>
            <a:r>
              <a:t>4️⃣ Que signifie le code HTTP 301 ?</a:t>
            </a:r>
          </a:p>
          <a:p>
            <a:pPr>
              <a:defRPr sz="2000"/>
            </a:pPr>
            <a:r>
              <a:t>4️⃣ Comment différencier une trame DNS d'une trame HTTP dans Wireshark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Annexe — Corrigé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**UDP** principalement ; **TCP** pour transferts de zone (zone transfer) ou messages &gt; 512 octets.</a:t>
            </a:r>
          </a:p>
          <a:p>
            <a:pPr>
              <a:defRPr sz="2000"/>
            </a:pPr>
            <a:r>
              <a:t>5️⃣ Port **éphémère** (ex: 52341) vers port **443**.</a:t>
            </a:r>
          </a:p>
          <a:p>
            <a:pPr>
              <a:defRPr sz="2000"/>
            </a:pPr>
            <a:r>
              <a:t>5️⃣ TCP établit une connexion **fiable** avant d'échanger des données applicatives.</a:t>
            </a:r>
          </a:p>
          <a:p>
            <a:pPr>
              <a:defRPr sz="2000"/>
            </a:pPr>
            <a:r>
              <a:t>5️⃣ **301** = redirection permanente vers une autre URL.</a:t>
            </a:r>
          </a:p>
          <a:p>
            <a:pPr>
              <a:defRPr sz="2000"/>
            </a:pPr>
            <a:r>
              <a:t>5️⃣ Filtre `dns` vs `http` ; port 53 vs port 80/443 ; protocole visible dans la colonne Protocol.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