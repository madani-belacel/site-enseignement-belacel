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ISIL S4 — Routage statique inter-réseaux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Configurer le routage statique sur 2 routeurs</a:t>
            </a:r>
          </a:p>
          <a:p>
            <a:pPr>
              <a:defRPr sz="2000"/>
            </a:pPr>
            <a:r>
              <a:t>🎯 Comprendre les réseaux point-à-point (/30)</a:t>
            </a:r>
          </a:p>
          <a:p>
            <a:pPr>
              <a:defRPr sz="2000"/>
            </a:pPr>
            <a:r>
              <a:t>🎯 Diagnostiquer les problèmes de routage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Configurer le routage statique sur 2 routeurs</a:t>
            </a:r>
          </a:p>
          <a:p>
            <a:pPr>
              <a:defRPr sz="2000"/>
            </a:pPr>
            <a:r>
              <a:t>1️⃣ Comprendre les réseaux point-à-point (/30)</a:t>
            </a:r>
          </a:p>
          <a:p>
            <a:pPr>
              <a:defRPr sz="2000"/>
            </a:pPr>
            <a:r>
              <a:t>1️⃣ Diagnostiquer les problèmes de routage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Placer 2 Routeurs 4321, 2 Switch, 2 PC.</a:t>
            </a:r>
          </a:p>
          <a:p>
            <a:pPr>
              <a:defRPr sz="2000"/>
            </a:pPr>
            <a:r>
              <a:t>3️⃣ Câbler et configurer les IP des interfaces (comme TP 02).</a:t>
            </a:r>
          </a:p>
          <a:p>
            <a:pPr>
              <a:defRPr sz="2000"/>
            </a:pPr>
            <a:r>
              <a:t>3️⃣ Vérifier `show ip interface brief` sur R1 et R2.</a:t>
            </a:r>
          </a:p>
          <a:p>
            <a:pPr>
              <a:defRPr sz="2000"/>
            </a:pPr>
            <a:r>
              <a:t>3️⃣ Identifier quel ping échoue.</a:t>
            </a:r>
          </a:p>
          <a:p>
            <a:pPr>
              <a:defRPr sz="2000"/>
            </a:pPr>
            <a:r>
              <a:t>3️⃣ Utiliser `show ip route` pour diagnostiquer.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Pourquoi utilise-t-on un masque /30 entre les routeurs ?</a:t>
            </a:r>
          </a:p>
          <a:p>
            <a:pPr>
              <a:defRPr sz="2000"/>
            </a:pPr>
            <a:r>
              <a:t>5️⃣ Que signifie une route marquée **C** (Connected) vs **S** (Static) ?</a:t>
            </a:r>
          </a:p>
          <a:p>
            <a:pPr>
              <a:defRPr sz="2000"/>
            </a:pPr>
            <a:r>
              <a:t>5️⃣ Que se passe-t-il si la route statique sur R1 pointe vers une mauvaise next-hop ?</a:t>
            </a:r>
          </a:p>
          <a:p>
            <a:pPr>
              <a:defRPr sz="2000"/>
            </a:pPr>
            <a:r>
              <a:t>5️⃣ Combien d'hôtes utilisables dans un réseau 10.0.0.0/30 ?</a:t>
            </a:r>
          </a:p>
          <a:p>
            <a:pPr>
              <a:defRPr sz="2000"/>
            </a:pPr>
            <a:r>
              <a:t>5️⃣ Le TTL du paquet ICMP diminue-t-il à chaque routeur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