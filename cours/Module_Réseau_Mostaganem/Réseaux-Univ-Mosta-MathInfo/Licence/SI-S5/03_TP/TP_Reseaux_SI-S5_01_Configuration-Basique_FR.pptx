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SI S5 — Configuration basique multi-réseaux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Réviser topologie multi-réseaux avec routage statique</a:t>
            </a:r>
          </a:p>
          <a:p>
            <a:pPr>
              <a:defRPr sz="2000"/>
            </a:pPr>
            <a:r>
              <a:t>🎯 Configurer 3 LAN interconnectés par 2 routeurs</a:t>
            </a:r>
          </a:p>
          <a:p>
            <a:pPr>
              <a:defRPr sz="2000"/>
            </a:pPr>
            <a:r>
              <a:t>🎯 Diagnostiquer connectivité inter-réseaux (ping, traceroute)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Réviser topologie multi-réseaux avec routage statique</a:t>
            </a:r>
          </a:p>
          <a:p>
            <a:pPr>
              <a:defRPr sz="2000"/>
            </a:pPr>
            <a:r>
              <a:t>1️⃣ Configurer 3 LAN interconnectés par 2 routeurs</a:t>
            </a:r>
          </a:p>
          <a:p>
            <a:pPr>
              <a:defRPr sz="2000"/>
            </a:pPr>
            <a:r>
              <a:t>1️⃣ Diagnostiquer connectivité inter-réseaux (ping, traceroute)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Consignes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Placer 3 routeurs 4321, 3 switches, 3 PC.</a:t>
            </a:r>
          </a:p>
          <a:p>
            <a:pPr>
              <a:defRPr sz="2000"/>
            </a:pPr>
            <a:r>
              <a:t>3️⃣ Câbler et configurer IP sur toutes les interfaces (`no shutdown`).</a:t>
            </a:r>
          </a:p>
          <a:p>
            <a:pPr>
              <a:defRPr sz="2000"/>
            </a:pPr>
            <a:r>
              <a:t>3️⃣ Vérifier `show ip interface brief`.</a:t>
            </a:r>
          </a:p>
          <a:p>
            <a:pPr>
              <a:defRPr sz="2000"/>
            </a:pPr>
            <a:r>
              <a:t>3️⃣ Désactiver une interface sur R2.</a:t>
            </a:r>
          </a:p>
          <a:p>
            <a:pPr>
              <a:defRPr sz="2000"/>
            </a:pPr>
            <a:r>
              <a:t>3️⃣ Noter quels ping échouent.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4 — Questions de 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Pourquoi PC-A ne peut pas joindre PC-B sans route statique sur R1 ?</a:t>
            </a:r>
          </a:p>
          <a:p>
            <a:pPr>
              <a:defRPr sz="2000"/>
            </a:pPr>
            <a:r>
              <a:t>5️⃣ Différence `ip route` next-hop vs exit-interface ?</a:t>
            </a:r>
          </a:p>
          <a:p>
            <a:pPr>
              <a:defRPr sz="2000"/>
            </a:pPr>
            <a:r>
              <a:t>5️⃣ Quelles couches OSI interviennent dans un ping inter-réseaux ?</a:t>
            </a:r>
          </a:p>
          <a:p>
            <a:pPr>
              <a:defRPr sz="2000"/>
            </a:pPr>
            <a:r>
              <a:t>5️⃣ Comment le TTL change-t-il à chaque routeur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