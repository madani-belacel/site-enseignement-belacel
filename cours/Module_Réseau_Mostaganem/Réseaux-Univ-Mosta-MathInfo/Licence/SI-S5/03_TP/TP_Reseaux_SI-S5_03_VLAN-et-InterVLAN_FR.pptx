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TP Réseaux SI S5 — VLAN et inter-VLAN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Licence SI — Semestre 5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Créer VLAN 10 (Admin) et VLAN 20 (Invités) sur switch</a:t>
            </a:r>
          </a:p>
          <a:p>
            <a:pPr>
              <a:defRPr sz="2000"/>
            </a:pPr>
            <a:r>
              <a:t>🎯 Configurer trunk 802.1Q et router-on-a-stick</a:t>
            </a:r>
          </a:p>
          <a:p>
            <a:pPr>
              <a:defRPr sz="2000"/>
            </a:pPr>
            <a:r>
              <a:t>🎯 Tester isolation broadcast et routage inter-VLAN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Créer VLAN 10 (Admin) et VLAN 20 (Invités) sur switch</a:t>
            </a:r>
          </a:p>
          <a:p>
            <a:pPr>
              <a:defRPr sz="2000"/>
            </a:pPr>
            <a:r>
              <a:t>1️⃣ Configurer trunk 802.1Q et router-on-a-stick</a:t>
            </a:r>
          </a:p>
          <a:p>
            <a:pPr>
              <a:defRPr sz="2000"/>
            </a:pPr>
            <a:r>
              <a:t>1️⃣ Tester isolation broadcast et routage inter-VLAN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1 — Topologie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2 — Consignes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ping intra-VLAN (même VLAN, 2 PC).</a:t>
            </a:r>
          </a:p>
          <a:p>
            <a:pPr>
              <a:defRPr sz="2000"/>
            </a:pPr>
            <a:r>
              <a:t>3️⃣ ping inter-VLAN Admin → Guest.</a:t>
            </a:r>
          </a:p>
          <a:p>
            <a:pPr>
              <a:defRPr sz="2000"/>
            </a:pPr>
            <a:r>
              <a:t>3️⃣ Simulation : broadcast ARP ne traverse pas VLAN.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3 — Vérifications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4 — Questions de bilan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Pourquoi inter-VLAN nécessite un routeur ou switch L3 ?</a:t>
            </a:r>
          </a:p>
          <a:p>
            <a:pPr>
              <a:defRPr sz="2000"/>
            </a:pPr>
            <a:r>
              <a:t>5️⃣ Rôle du tag 802.1Q sur le trunk ?</a:t>
            </a:r>
          </a:p>
          <a:p>
            <a:pPr>
              <a:defRPr sz="2000"/>
            </a:pPr>
            <a:r>
              <a:t>5️⃣ Alternative au router-on-a-stick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