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Subnetting et VLSM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VLSM sur topologie multi-sites</a:t>
            </a:r>
          </a:p>
          <a:p>
            <a:pPr>
              <a:defRPr sz="2000"/>
            </a:pPr>
            <a:r>
              <a:t>🎯 Configurer interfaces routeur/switch selon plan d'adressage</a:t>
            </a:r>
          </a:p>
          <a:p>
            <a:pPr>
              <a:defRPr sz="2000"/>
            </a:pPr>
            <a:r>
              <a:t>🎯 Vérifier connectivité et tables de routage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VLSM sur topologie multi-sites</a:t>
            </a:r>
          </a:p>
          <a:p>
            <a:pPr>
              <a:defRPr sz="2000"/>
            </a:pPr>
            <a:r>
              <a:t>1️⃣ Configurer interfaces routeur/switch selon plan d'adressage</a:t>
            </a:r>
          </a:p>
          <a:p>
            <a:pPr>
              <a:defRPr sz="2000"/>
            </a:pPr>
            <a:r>
              <a:t>1️⃣ Vérifier connectivité et tables de routage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Vérifier le tableau ci-dessus (calcul manuscrit).</a:t>
            </a:r>
          </a:p>
          <a:p>
            <a:pPr>
              <a:defRPr sz="2000"/>
            </a:pPr>
            <a:r>
              <a:t>3️⃣ Assigner IP aux PC : Siège .10, Agence .10, Invités .10.</a:t>
            </a:r>
          </a:p>
          <a:p>
            <a:pPr>
              <a:defRPr sz="2000"/>
            </a:pPr>
            <a:r>
              <a:t>3️⃣ Topologie : R1 (Siège + lien), R2 (Agence + Invités + lien).</a:t>
            </a:r>
          </a:p>
          <a:p>
            <a:pPr>
              <a:defRPr sz="2000"/>
            </a:pPr>
            <a:r>
              <a:t>3️⃣ Configurer toutes interfaces + GW PC.</a:t>
            </a:r>
          </a:p>
          <a:p>
            <a:pPr>
              <a:defRPr sz="2000"/>
            </a:pPr>
            <a:r>
              <a:t>3️⃣ Routes statiques ou connect si directement connectés.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VLSM réduit le gaspillage vs 4× /26 ?</a:t>
            </a:r>
          </a:p>
          <a:p>
            <a:pPr>
              <a:defRPr sz="2000"/>
            </a:pPr>
            <a:r>
              <a:t>5️⃣ Quelle route résume les 4 sous-réseaux ?</a:t>
            </a:r>
          </a:p>
          <a:p>
            <a:pPr>
              <a:defRPr sz="2000"/>
            </a:pPr>
            <a:r>
              <a:t>5️⃣ Impact NAT sur adresse source vue par Internet simulé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