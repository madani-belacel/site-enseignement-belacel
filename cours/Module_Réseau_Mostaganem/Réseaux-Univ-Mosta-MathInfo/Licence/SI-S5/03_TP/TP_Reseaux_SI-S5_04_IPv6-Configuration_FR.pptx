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: Couche Liaison Ethernet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2/10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3/10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4/10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5/10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6/10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7/10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8/10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9/10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04 — Diapo 10/10</a:t>
            </a:r>
          </a:p>
          <a:p>
            <a:r>
              <a:t>Couche Liaison Ethernet</a:t>
            </a:r>
          </a:p>
          <a:p>
            <a:r>
              <a:t>Trames, MAC, switches, VLAN, STP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SI S5 — Configuration IPv6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Configurer adresses IPv6 global unicast et link-local</a:t>
            </a:r>
          </a:p>
          <a:p>
            <a:pPr>
              <a:defRPr sz="2000"/>
            </a:pPr>
            <a:r>
              <a:t>🎯 Activer routage IPv6 et ping6 entre LAN</a:t>
            </a:r>
          </a:p>
          <a:p>
            <a:pPr>
              <a:defRPr sz="2000"/>
            </a:pPr>
            <a:r>
              <a:t>🎯 Observer SLAAC sur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Configurer adresses IPv6 global unicast et link-local</a:t>
            </a:r>
          </a:p>
          <a:p>
            <a:pPr>
              <a:defRPr sz="2000"/>
            </a:pPr>
            <a:r>
              <a:t>1️⃣ Activer routage IPv6 et ping6 entre LAN</a:t>
            </a:r>
          </a:p>
          <a:p>
            <a:pPr>
              <a:defRPr sz="2000"/>
            </a:pPr>
            <a:r>
              <a:t>1️⃣ Observer SLAAC sur PC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PC1 : auto config IPv6 (SLAAC) ou statique.</a:t>
            </a:r>
          </a:p>
          <a:p>
            <a:pPr>
              <a:defRPr sz="2000"/>
            </a:pPr>
            <a:r>
              <a:t>3️⃣ PC2 : statique 2001:DB8:ACAD:2::10/64, GW ::1.</a:t>
            </a:r>
          </a:p>
          <a:p>
            <a:pPr>
              <a:defRPr sz="2000"/>
            </a:pPr>
            <a:r>
              <a:t>3️⃣ `ipv6 route` statique ou OSPFv3 (option avancée).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Différence global unicast vs link-local ?</a:t>
            </a:r>
          </a:p>
          <a:p>
            <a:pPr>
              <a:defRPr sz="2000"/>
            </a:pPr>
            <a:r>
              <a:t>5️⃣ Que fait SLAAC sans DHCPv6 ?</a:t>
            </a:r>
          </a:p>
          <a:p>
            <a:pPr>
              <a:defRPr sz="2000"/>
            </a:pPr>
            <a:r>
              <a:t>5️⃣ Pourquoi /64 systématique sur LAN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