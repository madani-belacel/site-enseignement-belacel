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: Couche Application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2/10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3/10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4/10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5/10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6/10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7/10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8/10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9/10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10/10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Cas pratique campus Université de Mostaganem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Concevoir architecture 3 tiers pour faculté MathInfo</a:t>
            </a:r>
          </a:p>
          <a:p>
            <a:pPr>
              <a:defRPr sz="2000"/>
            </a:pPr>
            <a:r>
              <a:t>🎯 Intégrer VLSM, VLAN, routage, serveur DHCP/DNS simulé</a:t>
            </a:r>
          </a:p>
          <a:p>
            <a:pPr>
              <a:defRPr sz="2000"/>
            </a:pPr>
            <a:r>
              <a:t>🎯 Livrer documentation professionnelle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Concevoir architecture 3 tiers pour faculté MathInfo</a:t>
            </a:r>
          </a:p>
          <a:p>
            <a:pPr>
              <a:defRPr sz="2000"/>
            </a:pPr>
            <a:r>
              <a:t>1️⃣ Intégrer VLSM, VLAN, routage, serveur DHCP/DNS simulé</a:t>
            </a:r>
          </a:p>
          <a:p>
            <a:pPr>
              <a:defRPr sz="2000"/>
            </a:pPr>
            <a:r>
              <a:t>1️⃣ Livrer documentation professionnelle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Plan VLSM complet (tableau).</a:t>
            </a:r>
          </a:p>
          <a:p>
            <a:pPr>
              <a:defRPr sz="2000"/>
            </a:pPr>
            <a:r>
              <a:t>3️⃣ Schéma logique 3 tiers (Accès/Distribution/Cœur).</a:t>
            </a:r>
          </a:p>
          <a:p>
            <a:pPr>
              <a:defRPr sz="2000"/>
            </a:pPr>
            <a:r>
              <a:t>3️⃣ Liste équipements PT.</a:t>
            </a:r>
          </a:p>
          <a:p>
            <a:pPr>
              <a:defRPr sz="2000"/>
            </a:pPr>
            <a:r>
              <a:t>3️⃣ VLAN + trunk + inter-VLAN routing.</a:t>
            </a:r>
          </a:p>
          <a:p>
            <a:pPr>
              <a:defRPr sz="2000"/>
            </a:pPr>
            <a:r>
              <a:t>3️⃣ DHCP centralisé VLAN 10 (optionnel helper).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Justifier segmentation VLAN pour invités.</a:t>
            </a:r>
          </a:p>
          <a:p>
            <a:pPr>
              <a:defRPr sz="2000"/>
            </a:pPr>
            <a:r>
              <a:t>5️⃣ Point unique de défaillance restant ?</a:t>
            </a:r>
          </a:p>
          <a:p>
            <a:pPr>
              <a:defRPr sz="2000"/>
            </a:pPr>
            <a:r>
              <a:t>5️⃣ Évolution IPv6 dual-stack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