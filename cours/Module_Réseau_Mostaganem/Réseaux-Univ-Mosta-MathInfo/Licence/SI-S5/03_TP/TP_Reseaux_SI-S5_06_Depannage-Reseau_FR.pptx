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06 : Couche Transport TCP/UDP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06 — Diapo 2/10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06 — Diapo 3/10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06 — Diapo 4/10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06 — Diapo 5/10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06 — Diapo 6/10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06 — Diapo 7/10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06 — Diapo 8/10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06 — Diapo 9/10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06 — Diapo 10/10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TP Réseaux SI S5 — Dépannage réseau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SI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Appliquer méthode bottom-up sur topologie pré-configurée</a:t>
            </a:r>
          </a:p>
          <a:p>
            <a:pPr>
              <a:defRPr sz="2000"/>
            </a:pPr>
            <a:r>
              <a:t>🎯 Corriger 3 pannes injectées (L2, L3, application)</a:t>
            </a:r>
          </a:p>
          <a:p>
            <a:pPr>
              <a:defRPr sz="2000"/>
            </a:pPr>
            <a:r>
              <a:t>🎯 Documenter chronologie de dépannage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Appliquer méthode bottom-up sur topologie pré-configurée</a:t>
            </a:r>
          </a:p>
          <a:p>
            <a:pPr>
              <a:defRPr sz="2000"/>
            </a:pPr>
            <a:r>
              <a:t>1️⃣ Corriger 3 pannes injectées (L2, L3, application)</a:t>
            </a:r>
          </a:p>
          <a:p>
            <a:pPr>
              <a:defRPr sz="2000"/>
            </a:pPr>
            <a:r>
              <a:t>1️⃣ Documenter chronologie de dépannage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1 — Topologie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Port switch en VLAN incorrect</a:t>
            </a:r>
          </a:p>
          <a:p>
            <a:pPr>
              <a:defRPr sz="2000"/>
            </a:pPr>
            <a:r>
              <a:t>2️⃣ Route statique manquante</a:t>
            </a:r>
          </a:p>
          <a:p>
            <a:pPr>
              <a:defRPr sz="2000"/>
            </a:pPr>
            <a:r>
              <a:t>2️⃣ Serveur : mauvaise passerelle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2 — Consignes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3 — Vérifications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4 — Questions de bilan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Ordre bottom-up vs top-down — quand préférer l'un ?</a:t>
            </a:r>
          </a:p>
          <a:p>
            <a:pPr>
              <a:defRPr sz="2000"/>
            </a:pPr>
            <a:r>
              <a:t>5️⃣ Utilité `show ip interface` et `show vlan` ?</a:t>
            </a:r>
          </a:p>
          <a:p>
            <a:pPr>
              <a:defRPr sz="2000"/>
            </a:pPr>
            <a:r>
              <a:t>5️⃣ Différence ICMP host unreachable vs port unreachable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