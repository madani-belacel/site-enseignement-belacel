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SI S5 — Équipements, dépannage et best practices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**Concevoir** une architecture réseau **campus** (3 tiers, segmentation VLAN).</a:t>
            </a:r>
          </a:p>
          <a:p>
            <a:pPr>
              <a:defRPr sz="2000"/>
            </a:pPr>
            <a:r>
              <a:t>🎯 **Appliquer** une **méthodologie de dépannage** structurée et documentée.</a:t>
            </a:r>
          </a:p>
          <a:p>
            <a:pPr>
              <a:defRPr sz="2000"/>
            </a:pPr>
            <a:r>
              <a:t>🎯 **Utiliser** les outils CLI et Wireshark pour isoler une panne.</a:t>
            </a:r>
          </a:p>
          <a:p>
            <a:pPr>
              <a:defRPr sz="2000"/>
            </a:pPr>
            <a:r>
              <a:t>🎯 **Appliquer** les **bonnes pratiques** de sécurité et d'exploitation réseau.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Architecture campus SI</a:t>
            </a:r>
          </a:p>
          <a:p>
            <a:pPr>
              <a:defRPr sz="2000"/>
            </a:pPr>
            <a:r>
              <a:t>📋 Équipements — rôles et critères de choix</a:t>
            </a:r>
          </a:p>
          <a:p>
            <a:pPr>
              <a:defRPr sz="2000"/>
            </a:pPr>
            <a:r>
              <a:t>📋 Méthodologie de dépannage</a:t>
            </a:r>
          </a:p>
          <a:p>
            <a:pPr>
              <a:defRPr sz="2000"/>
            </a:pPr>
            <a:r>
              <a:t>📋 Outils et commandes essentielles</a:t>
            </a:r>
          </a:p>
          <a:p>
            <a:pPr>
              <a:defRPr sz="2000"/>
            </a:pPr>
            <a:r>
              <a:t>📋 Scénarios de pannes types</a:t>
            </a:r>
          </a:p>
          <a:p>
            <a:pPr>
              <a:defRPr sz="2000"/>
            </a:pPr>
            <a:r>
              <a:t>📋 Best practices sécurité et exploitation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**Concevoir** une architecture réseau **campus** (3 tiers, segmentation VLAN).</a:t>
            </a:r>
          </a:p>
          <a:p>
            <a:pPr>
              <a:defRPr sz="2000"/>
            </a:pPr>
            <a:r>
              <a:t>1️⃣ **Appliquer** une **méthodologie de dépannage** structurée et documentée.</a:t>
            </a:r>
          </a:p>
          <a:p>
            <a:pPr>
              <a:defRPr sz="2000"/>
            </a:pPr>
            <a:r>
              <a:t>1️⃣ **Utiliser** les outils CLI et Wireshark pour isoler une panne.</a:t>
            </a:r>
          </a:p>
          <a:p>
            <a:pPr>
              <a:defRPr sz="2000"/>
            </a:pPr>
            <a:r>
              <a:t>1️⃣ **Appliquer** les **bonnes pratiques** de sécurité et d'exploitation réseau.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Architecture campus 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Équipements — choix 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Méthodologie de dépannage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Outils essentiels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