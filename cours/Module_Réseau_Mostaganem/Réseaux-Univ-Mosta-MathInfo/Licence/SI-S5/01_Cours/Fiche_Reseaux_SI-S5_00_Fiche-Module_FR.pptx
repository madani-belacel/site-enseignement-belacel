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SI S5 — Réseaux (Licence SI — S5)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 plan d'adressage IP optimisé (VLSM) pour une organisation multi-sites.</a:t>
            </a:r>
          </a:p>
          <a:p>
            <a:pPr>
              <a:defRPr sz="2000"/>
            </a:pPr>
            <a:r>
              <a:t>🎯 **Configurer** des VLAN 802.1Q et le routage inter-VLAN (switch L3 ou routeur-on-a-stick).</a:t>
            </a:r>
          </a:p>
          <a:p>
            <a:pPr>
              <a:defRPr sz="2000"/>
            </a:pPr>
            <a:r>
              <a:t>🎯 **Déployer** et **tester** une configuration IPv6 (link-local, global unicast, ICMPv6).</a:t>
            </a:r>
          </a:p>
          <a:p>
            <a:pPr>
              <a:defRPr sz="2000"/>
            </a:pPr>
            <a:r>
              <a:t>🎯 **Analyser** le trafic réseau avec Wireshark (TCP, DNS, HTTP/TLS).</a:t>
            </a:r>
          </a:p>
          <a:p>
            <a:pPr>
              <a:defRPr sz="2000"/>
            </a:pPr>
            <a:r>
              <a:t>🎯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Positionnement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Le **subnetting avancé** (VLSM, agrégation de routes)</a:t>
            </a:r>
          </a:p>
          <a:p>
            <a:pPr>
              <a:defRPr sz="2000"/>
            </a:pPr>
            <a:r>
              <a:t>1️⃣ **IPv6** et les mécanismes de transition</a:t>
            </a:r>
          </a:p>
          <a:p>
            <a:pPr>
              <a:defRPr sz="2000"/>
            </a:pPr>
            <a:r>
              <a:t>1️⃣ Les **VLAN** (802.1Q) et le **routage inter-VLAN**</a:t>
            </a:r>
          </a:p>
          <a:p>
            <a:pPr>
              <a:defRPr sz="2000"/>
            </a:pPr>
            <a:r>
              <a:t>1️⃣ Le **dépannage** méthodologique (modèle OSI, Wireshark, Packet Tracer)</a:t>
            </a:r>
          </a:p>
          <a:p>
            <a:pPr>
              <a:defRPr sz="2000"/>
            </a:pPr>
            <a:r>
              <a:t>1️⃣ Les **services réseau** (DHCP, DNS avancé, NAT/PAT)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**Concevoir** un plan d'adressage IP optimisé (VLSM) pour une organisation multi-sites.</a:t>
            </a:r>
          </a:p>
          <a:p>
            <a:pPr>
              <a:defRPr sz="2000"/>
            </a:pPr>
            <a:r>
              <a:t>2️⃣ **Configurer** des VLAN 802.1Q et le routage inter-VLAN (switch L3 ou routeur-on-a-stick).</a:t>
            </a:r>
          </a:p>
          <a:p>
            <a:pPr>
              <a:defRPr sz="2000"/>
            </a:pPr>
            <a:r>
              <a:t>2️⃣ **Déployer** et **tester** une configuration IPv6 (link-local, global unicast, ICMPv6).</a:t>
            </a:r>
          </a:p>
          <a:p>
            <a:pPr>
              <a:defRPr sz="2000"/>
            </a:pPr>
            <a:r>
              <a:t>2️⃣ **Analyser** le trafic réseau avec Wireshark (TCP, DNS, HTTP/TLS).</a:t>
            </a:r>
          </a:p>
          <a:p>
            <a:pPr>
              <a:defRPr sz="2000"/>
            </a:pPr>
            <a:r>
              <a:t>2️⃣ **Diagnostiquer** une panne réseau en appliquant une méthode structurée (bottom-up / top-down).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 détaillé — Planning 14 semaines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Contenu par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