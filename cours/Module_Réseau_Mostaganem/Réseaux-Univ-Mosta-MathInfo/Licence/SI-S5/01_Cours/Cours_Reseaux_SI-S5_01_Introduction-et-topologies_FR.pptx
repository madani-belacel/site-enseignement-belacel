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: Introduction et topologies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2/10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3/10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4/10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5/10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6/10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7/10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8/10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9/10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10/10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SI S5 — Introduction et topologies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SI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**Consolider** les acquis ISIL-S4 (types de réseaux, topologies, métriques).</a:t>
            </a:r>
          </a:p>
          <a:p>
            <a:pPr>
              <a:defRPr sz="2000"/>
            </a:pPr>
            <a:r>
              <a:t>🎯 **Analyser** des topologies hybrides et des architectures multi-sites.</a:t>
            </a:r>
          </a:p>
          <a:p>
            <a:pPr>
              <a:defRPr sz="2000"/>
            </a:pPr>
            <a:r>
              <a:t>🎯 **Évaluer** les performances réseau via des métriques avancées (SLA, disponibilité).</a:t>
            </a:r>
          </a:p>
          <a:p>
            <a:pPr>
              <a:defRPr sz="2000"/>
            </a:pPr>
            <a:r>
              <a:t>🎯 **Dimensionner** grossièrement un lien en fonction du débit et de la latence requis.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Révision ciblée ISIL-S4</a:t>
            </a:r>
          </a:p>
          <a:p>
            <a:pPr>
              <a:defRPr sz="2000"/>
            </a:pPr>
            <a:r>
              <a:t>📋 Topologies avancées et hybrides</a:t>
            </a:r>
          </a:p>
          <a:p>
            <a:pPr>
              <a:defRPr sz="2000"/>
            </a:pPr>
            <a:r>
              <a:t>📋 Métriques de performance approfondies</a:t>
            </a:r>
          </a:p>
          <a:p>
            <a:pPr>
              <a:defRPr sz="2000"/>
            </a:pPr>
            <a:r>
              <a:t>📋 SLA et qualité de service (aperçu)</a:t>
            </a:r>
          </a:p>
          <a:p>
            <a:pPr>
              <a:defRPr sz="2000"/>
            </a:pPr>
            <a:r>
              <a:t>📋 Études de cas SI</a:t>
            </a:r>
          </a:p>
          <a:p>
            <a:pPr>
              <a:defRPr sz="2000"/>
            </a:pPr>
            <a:r>
              <a:t>📋 QCM et exercices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du chapitre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**Consolider** les acquis ISIL-S4 (types de réseaux, topologies, métriques).</a:t>
            </a:r>
          </a:p>
          <a:p>
            <a:pPr>
              <a:defRPr sz="2000"/>
            </a:pPr>
            <a:r>
              <a:t>1️⃣ **Analyser** des topologies hybrides et des architectures multi-sites.</a:t>
            </a:r>
          </a:p>
          <a:p>
            <a:pPr>
              <a:defRPr sz="2000"/>
            </a:pPr>
            <a:r>
              <a:t>1️⃣ **Évaluer** les performances réseau via des métriques avancées (SLA, disponibilité).</a:t>
            </a:r>
          </a:p>
          <a:p>
            <a:pPr>
              <a:defRPr sz="2000"/>
            </a:pPr>
            <a:r>
              <a:t>1️⃣ **Dimensionner** grossièrement un lien en fonction du débit et de la latence requis.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Révision ciblée ISIL-S4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[ ] Conversion bits/octets et calculs de temps de transfert</a:t>
            </a:r>
          </a:p>
          <a:p>
            <a:pPr>
              <a:defRPr sz="2000"/>
            </a:pPr>
            <a:r>
              <a:t>2️⃣ [ ] Différence hub / switch / routeur</a:t>
            </a:r>
          </a:p>
          <a:p>
            <a:pPr>
              <a:defRPr sz="2000"/>
            </a:pPr>
            <a:r>
              <a:t>2️⃣ [ ] Encapsulation OSI (Data → Segment → Paquet → Trame)</a:t>
            </a:r>
          </a:p>
          <a:p>
            <a:pPr>
              <a:defRPr sz="2000"/>
            </a:pPr>
            <a:r>
              <a:t>2️⃣ [ ] Adressage IPv4 /24 et masque</a:t>
            </a:r>
          </a:p>
          <a:p>
            <a:pPr>
              <a:defRPr sz="2000"/>
            </a:pPr>
            <a:r>
              <a:t>2️⃣ [ ] Commandes `ping`, `ipconfig`, `tracert`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Topologies avancées et hybrides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**Redondance** : si un lien tombe, chemin alternatif.</a:t>
            </a:r>
          </a:p>
          <a:p>
            <a:pPr>
              <a:defRPr sz="2000"/>
            </a:pPr>
            <a:r>
              <a:t>3️⃣ **Coût** : plus élevé qu'une étoile pure.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Métriques de performance approfondies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SLA et qualité de service (aperçu)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