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Révision et topologies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Consolider les acquis ISIL-S4 (PAN/LAN/MAN/WAN, topologies)</a:t>
            </a:r>
          </a:p>
          <a:p>
            <a:pPr>
              <a:defRPr sz="2000"/>
            </a:pPr>
            <a:r>
              <a:t>🎯 Analyser des métriques avancées (SLA, disponibilité, RTT)</a:t>
            </a:r>
          </a:p>
          <a:p>
            <a:pPr>
              <a:defRPr sz="2000"/>
            </a:pPr>
            <a:r>
              <a:t>🎯 Dimensionner un lien pour un scénario multi-sites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Consolider les acquis ISIL-S4 (PAN/LAN/MAN/WAN, topologies)</a:t>
            </a:r>
          </a:p>
          <a:p>
            <a:pPr>
              <a:defRPr sz="2000"/>
            </a:pPr>
            <a:r>
              <a:t>1️⃣ Analyser des métriques avancées (SLA, disponibilité, RTT)</a:t>
            </a:r>
          </a:p>
          <a:p>
            <a:pPr>
              <a:defRPr sz="2000"/>
            </a:pPr>
            <a:r>
              <a:t>1️⃣ Dimensionner un lien pour un scénario multi-sites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Classification et architecture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Métriques et SLA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Topologies hybrides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Une topologie étoile hiérarchique réduit les domaines de collision.</a:t>
            </a:r>
          </a:p>
          <a:p>
            <a:pPr>
              <a:defRPr sz="2000"/>
            </a:pPr>
            <a:r>
              <a:t>4️⃣ Le maillage partiel est courant entre routeurs de cœur de campus.</a:t>
            </a:r>
          </a:p>
          <a:p>
            <a:pPr>
              <a:defRPr sz="2000"/>
            </a:pPr>
            <a:r>
              <a:t>4️⃣ SD-WAN remplace toujours les liaisons MPLS dédiées.</a:t>
            </a:r>
          </a:p>
          <a:p>
            <a:pPr>
              <a:defRPr sz="2000"/>
            </a:pPr>
            <a:r>
              <a:t>4️⃣ La topologie logique VLAN peut différer de la topologie physique.</a:t>
            </a:r>
          </a:p>
          <a:p>
            <a:pPr>
              <a:defRPr sz="2000"/>
            </a:pPr>
            <a:r>
              <a:t>4️⃣ Un point unique de défaillance est acceptable pour un réseau invité.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Cas Université de Mostaganem — Faculté MathInfo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Proposer une topologie **physique** pour une salle TP.</a:t>
            </a:r>
          </a:p>
          <a:p>
            <a:pPr>
              <a:defRPr sz="2000"/>
            </a:pPr>
            <a:r>
              <a:t>5️⃣ Estimer le débit agrégé si 20 PC téléchargent simultanément à 10 Mbps chacun — le lien MAN suffit-il</a:t>
            </a:r>
          </a:p>
          <a:p>
            <a:pPr>
              <a:defRPr sz="2000"/>
            </a:pPr>
            <a:r>
              <a:t>5️⃣ Quel SLA minimal pour l'accès aux serveurs de notes (disponibilité) ?</a:t>
            </a:r>
          </a:p>
          <a:p>
            <a:pPr>
              <a:defRPr sz="2000"/>
            </a:pPr>
            <a:r>
              <a:t>5️⃣ Schéma simplifié : salle TP → cœur faculté → MAN → Internet.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