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Couche Physique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Choisir un média guidé/non guidé selon contraintes</a:t>
            </a:r>
          </a:p>
          <a:p>
            <a:pPr>
              <a:defRPr sz="2000"/>
            </a:pPr>
            <a:r>
              <a:t>🎯 Calculer débit théorique et impact des erreurs (CRC)</a:t>
            </a:r>
          </a:p>
          <a:p>
            <a:pPr>
              <a:defRPr sz="2000"/>
            </a:pPr>
            <a:r>
              <a:t>🎯 Lire un plan de câblage structuré TIA/EIA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Choisir un média guidé/non guidé selon contraintes</a:t>
            </a:r>
          </a:p>
          <a:p>
            <a:pPr>
              <a:defRPr sz="2000"/>
            </a:pPr>
            <a:r>
              <a:t>1️⃣ Calculer débit théorique et impact des erreurs (CRC)</a:t>
            </a:r>
          </a:p>
          <a:p>
            <a:pPr>
              <a:defRPr sz="2000"/>
            </a:pPr>
            <a:r>
              <a:t>1️⃣ Lire un plan de câblage structuré TIA/EIA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Choix de média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Débit et signal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Câblage structuré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Définir MDF et IDF.</a:t>
            </a:r>
          </a:p>
          <a:p>
            <a:pPr>
              <a:defRPr sz="2000"/>
            </a:pPr>
            <a:r>
              <a:t>4️⃣ Longueur max channel horizontal TIA-568 (sans patch) ?</a:t>
            </a:r>
          </a:p>
          <a:p>
            <a:pPr>
              <a:defRPr sz="2000"/>
            </a:pPr>
            <a:r>
              <a:t>4️⃣ Pourquoi séparer **câble horizontal** et **backbone** ?</a:t>
            </a:r>
          </a:p>
          <a:p>
            <a:pPr>
              <a:defRPr sz="2000"/>
            </a:pPr>
            <a:r>
              <a:t>4️⃣ Schéma : MDF ↔ IDF1 ↔ prises ; indiquer zones **horizontal** et **vertical**.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Dépannage L1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Lister **4 causes** possibles couche Physique.</a:t>
            </a:r>
          </a:p>
          <a:p>
            <a:pPr>
              <a:defRPr sz="2000"/>
            </a:pPr>
            <a:r>
              <a:t>5️⃣ Quel outil utiliser pour tester continuité paires ?</a:t>
            </a:r>
          </a:p>
          <a:p>
            <a:pPr>
              <a:defRPr sz="2000"/>
            </a:pPr>
            <a:r>
              <a:t>5️⃣ Différence câble **straight** vs **crossover** (contexte Gigabit auto-MDIX).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