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S5 — Serveur DHCP/DNS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DHCP pools IOS ou Linux</a:t>
            </a:r>
          </a:p>
          <a:p>
            <a:pPr>
              <a:defRPr sz="2000"/>
            </a:pPr>
            <a:r>
              <a:t>🎯 Déployer relais sur routeur distant</a:t>
            </a:r>
          </a:p>
          <a:p>
            <a:pPr>
              <a:defRPr sz="2000"/>
            </a:pPr>
            <a:r>
              <a:t>🎯 Valider résolution DNS 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DHCP pools IOS ou Linux</a:t>
            </a:r>
          </a:p>
          <a:p>
            <a:pPr>
              <a:defRPr sz="2000"/>
            </a:pPr>
            <a:r>
              <a:t>1️⃣ Déployer relais sur routeur distant</a:t>
            </a:r>
          </a:p>
          <a:p>
            <a:pPr>
              <a:defRPr sz="2000"/>
            </a:pPr>
            <a:r>
              <a:t>1️⃣ Valider résolution DNS interne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