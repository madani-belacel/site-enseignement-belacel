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S5 — Services réseau — DHCP et DNS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**Expliquer** le cycle DORA du DHCP et les options courantes (3, 6, 51, 66).</a:t>
            </a:r>
          </a:p>
          <a:p>
            <a:pPr>
              <a:defRPr sz="2000"/>
            </a:pPr>
            <a:r>
              <a:t>🎯 **Configurer** serveur DHCP Cisco IOS et relais DHCP (`ip helper-address`).</a:t>
            </a:r>
          </a:p>
          <a:p>
            <a:pPr>
              <a:defRPr sz="2000"/>
            </a:pPr>
            <a:r>
              <a:t>🎯 **Décrire** résolution DNS récursive vs itérative, enregistrements A/AAAA/CNAME/MX.</a:t>
            </a:r>
          </a:p>
          <a:p>
            <a:pPr>
              <a:defRPr sz="2000"/>
            </a:pPr>
            <a:r>
              <a:t>🎯 **Déployer** DNS interne split-horizon pour intranet Université de Mostaganem.</a:t>
            </a:r>
          </a:p>
          <a:p>
            <a:pPr>
              <a:defRPr sz="2000"/>
            </a:pPr>
            <a:r>
              <a:t>🎯 **Superviser** NTP/SNMP pour synchronisation et inventaire (aperçu).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DHCP — principes et options</a:t>
            </a:r>
          </a:p>
          <a:p>
            <a:pPr>
              <a:defRPr sz="2000"/>
            </a:pPr>
            <a:r>
              <a:t>📋 Relais et redondance DHCP</a:t>
            </a:r>
          </a:p>
          <a:p>
            <a:pPr>
              <a:defRPr sz="2000"/>
            </a:pPr>
            <a:r>
              <a:t>📋 DNS — architecture et zones</a:t>
            </a:r>
          </a:p>
          <a:p>
            <a:pPr>
              <a:defRPr sz="2000"/>
            </a:pPr>
            <a:r>
              <a:t>📋 Split DNS et sécurité</a:t>
            </a:r>
          </a:p>
          <a:p>
            <a:pPr>
              <a:defRPr sz="2000"/>
            </a:pPr>
            <a:r>
              <a:t>📋 NTP/SNMP —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**Expliquer** le cycle DORA du DHCP et les options courantes (3, 6, 51, 66).</a:t>
            </a:r>
          </a:p>
          <a:p>
            <a:pPr>
              <a:defRPr sz="2000"/>
            </a:pPr>
            <a:r>
              <a:t>1️⃣ **Configurer** serveur DHCP Cisco IOS et relais DHCP (`ip helper-address`).</a:t>
            </a:r>
          </a:p>
          <a:p>
            <a:pPr>
              <a:defRPr sz="2000"/>
            </a:pPr>
            <a:r>
              <a:t>1️⃣ **Décrire** résolution DNS récursive vs itérative, enregistrements A/AAAA/CNAME/MX.</a:t>
            </a:r>
          </a:p>
          <a:p>
            <a:pPr>
              <a:defRPr sz="2000"/>
            </a:pPr>
            <a:r>
              <a:t>1️⃣ **Déployer** DNS interne split-horizon pour intranet Université de Mostaganem.</a:t>
            </a:r>
          </a:p>
          <a:p>
            <a:pPr>
              <a:defRPr sz="2000"/>
            </a:pPr>
            <a:r>
              <a:t>1️⃣ **Superviser** NTP/SNMP pour synchronisation et inventaire (aperçu).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DHCP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Relais DHCP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NTP et SNMP (aperçu)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