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Ing. S5 — OSPF multi-area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Déployer OSPF areas 0, 1, 2 sur 4 routeurs</a:t>
            </a:r>
          </a:p>
          <a:p>
            <a:pPr>
              <a:defRPr sz="2000"/>
            </a:pPr>
            <a:r>
              <a:t>🎯 Vérifier adjacences FULL et routes inter-area</a:t>
            </a:r>
          </a:p>
          <a:p>
            <a:pPr>
              <a:defRPr sz="2000"/>
            </a:pPr>
            <a:r>
              <a:t>🎯 Configurer summarization ABR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Déployer OSPF areas 0, 1, 2 sur 4 routeurs</a:t>
            </a:r>
          </a:p>
          <a:p>
            <a:pPr>
              <a:defRPr sz="2000"/>
            </a:pPr>
            <a:r>
              <a:t>1️⃣ Vérifier adjacences FULL et routes inter-area</a:t>
            </a:r>
          </a:p>
          <a:p>
            <a:pPr>
              <a:defRPr sz="2000"/>
            </a:pPr>
            <a:r>
              <a:t>1️⃣ Configurer summarization ABR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Matériel et logiciels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Contexte et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Étapes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