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S5 — ACL et filtrage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**Rédiger** des ACL standard, étendue et nommées (IPv4).</a:t>
            </a:r>
          </a:p>
          <a:p>
            <a:pPr>
              <a:defRPr sz="2000"/>
            </a:pPr>
            <a:r>
              <a:t>🎯 **Appliquer** ACL sur interfaces et VTY avec ordre de traitement.</a:t>
            </a:r>
          </a:p>
          <a:p>
            <a:pPr>
              <a:defRPr sz="2000"/>
            </a:pPr>
            <a:r>
              <a:t>🎯 **Combiner** ACL avec NAT/PAT pour politiques d'accès Internet.</a:t>
            </a:r>
          </a:p>
          <a:p>
            <a:pPr>
              <a:defRPr sz="2000"/>
            </a:pPr>
            <a:r>
              <a:t>🎯 **Analyser** l'impact d'une règle mal placée (implicit deny).</a:t>
            </a:r>
          </a:p>
          <a:p>
            <a:pPr>
              <a:defRPr sz="2000"/>
            </a:pPr>
            <a:r>
              <a:t>🎯 **Proposer** une stratégie de filtrage par zone (admin, étudiants, serveurs).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Principes ACL : ordre, numéros, wildcard</a:t>
            </a:r>
          </a:p>
          <a:p>
            <a:pPr>
              <a:defRPr sz="2000"/>
            </a:pPr>
            <a:r>
              <a:t>📋 ACL standard vs étendue</a:t>
            </a:r>
          </a:p>
          <a:p>
            <a:pPr>
              <a:defRPr sz="2000"/>
            </a:pPr>
            <a:r>
              <a:t>📋 NAT statique, dynamique, PAT</a:t>
            </a:r>
          </a:p>
          <a:p>
            <a:pPr>
              <a:defRPr sz="2000"/>
            </a:pPr>
            <a:r>
              <a:t>📋 Placement et bonnes pratiques</a:t>
            </a:r>
          </a:p>
          <a:p>
            <a:pPr>
              <a:defRPr sz="2000"/>
            </a:pPr>
            <a:r>
              <a:t>📋 Cas filtrage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**Rédiger** des ACL standard, étendue et nommées (IPv4).</a:t>
            </a:r>
          </a:p>
          <a:p>
            <a:pPr>
              <a:defRPr sz="2000"/>
            </a:pPr>
            <a:r>
              <a:t>1️⃣ **Appliquer** ACL sur interfaces et VTY avec ordre de traitement.</a:t>
            </a:r>
          </a:p>
          <a:p>
            <a:pPr>
              <a:defRPr sz="2000"/>
            </a:pPr>
            <a:r>
              <a:t>1️⃣ **Combiner** ACL avec NAT/PAT pour politiques d'accès Internet.</a:t>
            </a:r>
          </a:p>
          <a:p>
            <a:pPr>
              <a:defRPr sz="2000"/>
            </a:pPr>
            <a:r>
              <a:t>1️⃣ **Analyser** l'impact d'une règle mal placée (implicit deny).</a:t>
            </a:r>
          </a:p>
          <a:p>
            <a:pPr>
              <a:defRPr sz="2000"/>
            </a:pPr>
            <a:r>
              <a:t>1️⃣ **Proposer** une stratégie de filtrage par zone (admin, étudiants, serveurs).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Principes des ACL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ACL étendue —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NAT et PAT avancé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 Université de Mostaganem —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