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: Introduction et topologies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2/10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3/10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4/10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5/10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6/10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7/10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8/10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9/10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10/10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Ing. S5 — Conception et plan d'adressage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Produire un plan VLSM multi-sites</a:t>
            </a:r>
          </a:p>
          <a:p>
            <a:pPr>
              <a:defRPr sz="2000"/>
            </a:pPr>
            <a:r>
              <a:t>🎯 Documenter VLAN, IP, passerelles</a:t>
            </a:r>
          </a:p>
          <a:p>
            <a:pPr>
              <a:defRPr sz="2000"/>
            </a:pPr>
            <a:r>
              <a:t>🎯 Identifier SPOF et proposer redondance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Produire un plan VLSM multi-sites</a:t>
            </a:r>
          </a:p>
          <a:p>
            <a:pPr>
              <a:defRPr sz="2000"/>
            </a:pPr>
            <a:r>
              <a:t>1️⃣ Documenter VLAN, IP, passerelles</a:t>
            </a:r>
          </a:p>
          <a:p>
            <a:pPr>
              <a:defRPr sz="2000"/>
            </a:pPr>
            <a:r>
              <a:t>1️⃣ Identifier SPOF et proposer redondance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Consignes générales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Justifier toutes les réponses (calculs, schémas, tableaux).</a:t>
            </a:r>
          </a:p>
          <a:p>
            <a:pPr>
              <a:defRPr sz="2000"/>
            </a:pPr>
            <a:r>
              <a:t>2️⃣ Les schémas doivent être lisibles et légendés.</a:t>
            </a:r>
          </a:p>
          <a:p>
            <a:pPr>
              <a:defRPr sz="2000"/>
            </a:pPr>
            <a:r>
              <a:t>2️⃣ Durée indicative : 2 h en autonomie encadrée.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Classification architecture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Plan VLSM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Allouer sous-réseaux VLSM (tableau : réseau, masque, 1ère/dernière IP utilisable).</a:t>
            </a:r>
          </a:p>
          <a:p>
            <a:pPr>
              <a:defRPr sz="2000"/>
            </a:pPr>
            <a:r>
              <a:t>4️⃣ Vérifier absence de chevauchement.</a:t>
            </a:r>
          </a:p>
          <a:p>
            <a:pPr>
              <a:defRPr sz="2000"/>
            </a:pPr>
            <a:r>
              <a:t>4️⃣ Quelle place reste-t-il dans /22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Documentation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Schéma ASCII trois niveaux</a:t>
            </a:r>
          </a:p>
          <a:p>
            <a:pPr>
              <a:defRPr sz="2000"/>
            </a:pPr>
            <a:r>
              <a:t>5️⃣ Table IP/VLAN</a:t>
            </a:r>
          </a:p>
          <a:p>
            <a:pPr>
              <a:defRPr sz="2000"/>
            </a:pPr>
            <a:r>
              <a:t>5️⃣ Politique de nommage (3 exemples)</a:t>
            </a:r>
          </a:p>
          <a:p>
            <a:pPr>
              <a:defRPr sz="2000"/>
            </a:pPr>
            <a:r>
              <a:t>5️⃣ Procédure sauvegarde config routeur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