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S5 — OSPF — calcul et zones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Calculer coûts OSPF et chemins SPF simplifiés</a:t>
            </a:r>
          </a:p>
          <a:p>
            <a:pPr>
              <a:defRPr sz="2000"/>
            </a:pPr>
            <a:r>
              <a:t>🎯 Analyser LSDB et types de routes</a:t>
            </a:r>
          </a:p>
          <a:p>
            <a:pPr>
              <a:defRPr sz="2000"/>
            </a:pPr>
            <a:r>
              <a:t>🎯 Concevoir decoupage en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Calculer coûts OSPF et chemins SPF simplifiés</a:t>
            </a:r>
          </a:p>
          <a:p>
            <a:pPr>
              <a:defRPr sz="2000"/>
            </a:pPr>
            <a:r>
              <a:t>1️⃣ Analyser LSDB et types de routes</a:t>
            </a:r>
          </a:p>
          <a:p>
            <a:pPr>
              <a:defRPr sz="2000"/>
            </a:pPr>
            <a:r>
              <a:t>1️⃣ Concevoir decoupage en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Coûts OSPF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Areas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Dessiner schéma areas.</a:t>
            </a:r>
          </a:p>
          <a:p>
            <a:pPr>
              <a:defRPr sz="2000"/>
            </a:pPr>
            <a:r>
              <a:t>4️⃣ Quels LSA type 3 apparaissent en area 2 pour routes area 1 ?</a:t>
            </a:r>
          </a:p>
          <a:p>
            <a:pPr>
              <a:defRPr sz="2000"/>
            </a:pPr>
            <a:r>
              <a:t>4️⃣ Peut-on avoir area 3 sans lien direct area 0 ? (virtual-link — nommer)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Table de routage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