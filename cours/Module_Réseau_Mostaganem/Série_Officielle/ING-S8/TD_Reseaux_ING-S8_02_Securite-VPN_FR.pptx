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S8 — VPN et IPsec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IPsec</a:t>
            </a:r>
          </a:p>
          <a:p>
            <a:pPr>
              <a:defRPr sz="2000"/>
            </a:pPr>
            <a:r>
              <a:t>🎯 Analyser IKE</a:t>
            </a:r>
          </a:p>
          <a:p>
            <a:pPr>
              <a:defRPr sz="2000"/>
            </a:pPr>
            <a:r>
              <a:t>🎯 Politique remote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Concevoir IPsec</a:t>
            </a:r>
          </a:p>
          <a:p>
            <a:pPr>
              <a:defRPr sz="2000"/>
            </a:pPr>
            <a:r>
              <a:t>1️⃣ Analyser IKE</a:t>
            </a:r>
          </a:p>
          <a:p>
            <a:pPr>
              <a:defRPr sz="2000"/>
            </a:pPr>
            <a:r>
              <a:t>1️⃣ Politique remote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IKE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Proposition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Split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