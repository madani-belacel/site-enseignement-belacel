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02 : Modèle OSI vs TCP/IP</a:t>
            </a:r>
          </a:p>
          <a:p>
            <a:r>
              <a:t>Module Reseaux</a:t>
            </a:r>
          </a:p>
          <a:p>
            <a:r>
              <a:t>Dr. BELACEL Madani — Université de Mostaganem</a:t>
            </a:r>
          </a:p>
          <a:p>
            <a:r>
              <a:t>Année 2026-2027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02 — Diapo 2/10</a:t>
            </a:r>
          </a:p>
          <a:p>
            <a:r>
              <a:t>Modèle OSI vs TCP/IP</a:t>
            </a:r>
          </a:p>
          <a:p>
            <a:r>
              <a:t>Couches, encapsulage PDU, comparaison détaillée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02 — Diapo 3/10</a:t>
            </a:r>
          </a:p>
          <a:p>
            <a:r>
              <a:t>Modèle OSI vs TCP/IP</a:t>
            </a:r>
          </a:p>
          <a:p>
            <a:r>
              <a:t>Couches, encapsulage PDU, comparaison détaillée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02 — Diapo 4/10</a:t>
            </a:r>
          </a:p>
          <a:p>
            <a:r>
              <a:t>Modèle OSI vs TCP/IP</a:t>
            </a:r>
          </a:p>
          <a:p>
            <a:r>
              <a:t>Couches, encapsulage PDU, comparaison détaillée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02 — Diapo 5/10</a:t>
            </a:r>
          </a:p>
          <a:p>
            <a:r>
              <a:t>Modèle OSI vs TCP/IP</a:t>
            </a:r>
          </a:p>
          <a:p>
            <a:r>
              <a:t>Couches, encapsulage PDU, comparaison détaillée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02 — Diapo 6/10</a:t>
            </a:r>
          </a:p>
          <a:p>
            <a:r>
              <a:t>Modèle OSI vs TCP/IP</a:t>
            </a:r>
          </a:p>
          <a:p>
            <a:r>
              <a:t>Couches, encapsulage PDU, comparaison détaillée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02 — Diapo 7/10</a:t>
            </a:r>
          </a:p>
          <a:p>
            <a:r>
              <a:t>Modèle OSI vs TCP/IP</a:t>
            </a:r>
          </a:p>
          <a:p>
            <a:r>
              <a:t>Couches, encapsulage PDU, comparaison détaillée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02 — Diapo 8/10</a:t>
            </a:r>
          </a:p>
          <a:p>
            <a:r>
              <a:t>Modèle OSI vs TCP/IP</a:t>
            </a:r>
          </a:p>
          <a:p>
            <a:r>
              <a:t>Couches, encapsulage PDU, comparaison détaillée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02 — Diapo 9/10</a:t>
            </a:r>
          </a:p>
          <a:p>
            <a:r>
              <a:t>Modèle OSI vs TCP/IP</a:t>
            </a:r>
          </a:p>
          <a:p>
            <a:r>
              <a:t>Couches, encapsulage PDU, comparaison détaillée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 02 — Diapo 10/10</a:t>
            </a:r>
          </a:p>
          <a:p>
            <a:r>
              <a:t>Modèle OSI vs TCP/IP</a:t>
            </a:r>
          </a:p>
          <a:p>
            <a:r>
              <a:t>Couches, encapsulage PDU, comparaison détaillée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TD Réseaux Ing. S8 — VPN et IPsec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Ingénieur Réseaux — Semestre 8 — BELACEL Madani — Université de Mostaganem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ING-S8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🎯 Concevoir IPsec</a:t>
            </a:r>
          </a:p>
          <a:p>
            <a:pPr>
              <a:defRPr sz="2000"/>
            </a:pPr>
            <a:r>
              <a:t>🎯 Analyser IKE</a:t>
            </a:r>
          </a:p>
          <a:p>
            <a:pPr>
              <a:defRPr sz="2000"/>
            </a:pPr>
            <a:r>
              <a:t>🎯 Politique remote access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ING-S8  •  Diapositive 2/10</a:t>
            </a:r>
          </a:p>
        </p:txBody>
      </p:sp>
      <p:pic>
        <p:nvPicPr>
          <p:cNvPr id="5" name="Picture 4" descr="Reseaux_s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1️⃣ Concevoir IPsec</a:t>
            </a:r>
          </a:p>
          <a:p>
            <a:pPr>
              <a:defRPr sz="2000"/>
            </a:pPr>
            <a:r>
              <a:t>1️⃣ Analyser IKE</a:t>
            </a:r>
          </a:p>
          <a:p>
            <a:pPr>
              <a:defRPr sz="2000"/>
            </a:pPr>
            <a:r>
              <a:t>1️⃣ Politique remote access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ING-S8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Consignes générales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2️⃣ Justifier toutes les réponses (calculs, schémas, tableaux).</a:t>
            </a:r>
          </a:p>
          <a:p>
            <a:pPr>
              <a:defRPr sz="2000"/>
            </a:pPr>
            <a:r>
              <a:t>2️⃣ Les schémas doivent être lisibles et légendés.</a:t>
            </a:r>
          </a:p>
          <a:p>
            <a:pPr>
              <a:defRPr sz="2000"/>
            </a:pPr>
            <a:r>
              <a:t>2️⃣ Durée indicative : 2 h en autonomie encadrée.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ING-S8  •  Diapositive 4/10</a:t>
            </a:r>
          </a:p>
        </p:txBody>
      </p:sp>
      <p:pic>
        <p:nvPicPr>
          <p:cNvPr id="5" name="Picture 4" descr="Reseaux_s0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1 — IKE (6 pts)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3️⃣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ING-S8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2 — Proposition (5 pts)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4️⃣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ING-S8  •  Diapositive 6/10</a:t>
            </a:r>
          </a:p>
        </p:txBody>
      </p:sp>
      <p:pic>
        <p:nvPicPr>
          <p:cNvPr id="5" name="Picture 4" descr="Reseaux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1005840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Exercice 3 — Split (5 pts)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5️⃣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ING-S8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Approfondissement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📌 Exemples Université de Mostaganem</a:t>
            </a:r>
          </a:p>
          <a:p>
            <a:pPr>
              <a:defRPr sz="2000"/>
            </a:pPr>
            <a:r>
              <a:t>📌 Références bibliographiques</a:t>
            </a:r>
          </a:p>
          <a:p>
            <a:pPr>
              <a:defRPr sz="2000"/>
            </a:pPr>
            <a:r>
              <a:t>📌 Lien TD/TP associé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ING-S8  •  Diapositive 8/10</a:t>
            </a:r>
          </a:p>
        </p:txBody>
      </p:sp>
      <p:pic>
        <p:nvPicPr>
          <p:cNvPr id="5" name="Picture 4" descr="Reseaux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Approfondissement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📌 Exemples Université de Mostaganem</a:t>
            </a:r>
          </a:p>
          <a:p>
            <a:pPr>
              <a:defRPr sz="2000"/>
            </a:pPr>
            <a:r>
              <a:t>📌 Références bibliographiques</a:t>
            </a:r>
          </a:p>
          <a:p>
            <a:pPr>
              <a:defRPr sz="2000"/>
            </a:pPr>
            <a:r>
              <a:t>📌 Lien TD/TP associé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ING-S8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Synthèse &amp; suite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Relire le polycopié PDF</a:t>
            </a:r>
          </a:p>
          <a:p>
            <a:pPr>
              <a:defRPr sz="2000"/>
            </a:pPr>
            <a:r>
              <a:t>✅ Préparer TD/TP</a:t>
            </a:r>
          </a:p>
          <a:p>
            <a:pPr>
              <a:defRPr sz="2000"/>
            </a:pPr>
            <a:r>
              <a:t>✅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TD Réseaux ING-S8  •  Diapositive 10/10</a:t>
            </a:r>
          </a:p>
        </p:txBody>
      </p:sp>
      <p:pic>
        <p:nvPicPr>
          <p:cNvPr id="5" name="Picture 4" descr="Reseaux_s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5001768"/>
            <a:ext cx="2011680" cy="1124712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