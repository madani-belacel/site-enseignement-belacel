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: Couche Réseau IP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2/10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3/10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4/10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5/10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6/10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7/10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8/10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9/10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05 — Diapo 10/10</a:t>
            </a:r>
          </a:p>
          <a:p>
            <a:r>
              <a:t>Couche Réseau IP</a:t>
            </a:r>
          </a:p>
          <a:p>
            <a:r>
              <a:t>Adressage IPv4/IPv6, sous-réseaux, routage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S8 — IDS/IPS et durcissement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**Distinguer** IDS passif vs IPS inline.</a:t>
            </a:r>
          </a:p>
          <a:p>
            <a:pPr>
              <a:defRPr sz="2000"/>
            </a:pPr>
            <a:r>
              <a:t>🎯 **Décrire** signatures vs anomalies.</a:t>
            </a:r>
          </a:p>
          <a:p>
            <a:pPr>
              <a:defRPr sz="2000"/>
            </a:pPr>
            <a:r>
              <a:t>🎯 **Segmenter** réseau micro-segmentation intro.</a:t>
            </a:r>
          </a:p>
          <a:p>
            <a:pPr>
              <a:defRPr sz="2000"/>
            </a:pPr>
            <a:r>
              <a:t>🎯 **Appliquer** durcissement IOS (SSH, ACL VTY).</a:t>
            </a:r>
          </a:p>
          <a:p>
            <a:pPr>
              <a:defRPr sz="2000"/>
            </a:pPr>
            <a:r>
              <a:t>🎯 **Analyser** trafic chiffré limites inspection.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IDS vs IPS</a:t>
            </a:r>
          </a:p>
          <a:p>
            <a:pPr>
              <a:defRPr sz="2000"/>
            </a:pPr>
            <a:r>
              <a:t>📋 Signatures</a:t>
            </a:r>
          </a:p>
          <a:p>
            <a:pPr>
              <a:defRPr sz="2000"/>
            </a:pPr>
            <a:r>
              <a:t>📋 Segmentation</a:t>
            </a:r>
          </a:p>
          <a:p>
            <a:pPr>
              <a:defRPr sz="2000"/>
            </a:pPr>
            <a:r>
              <a:t>📋 Durcissement IOS</a:t>
            </a:r>
          </a:p>
          <a:p>
            <a:pPr>
              <a:defRPr sz="2000"/>
            </a:pPr>
            <a:r>
              <a:t>📋 Limites chiffrement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**Distinguer** IDS passif vs IPS inline.</a:t>
            </a:r>
          </a:p>
          <a:p>
            <a:pPr>
              <a:defRPr sz="2000"/>
            </a:pPr>
            <a:r>
              <a:t>1️⃣ **Décrire** signatures vs anomalies.</a:t>
            </a:r>
          </a:p>
          <a:p>
            <a:pPr>
              <a:defRPr sz="2000"/>
            </a:pPr>
            <a:r>
              <a:t>1️⃣ **Segmenter** réseau micro-segmentation intro.</a:t>
            </a:r>
          </a:p>
          <a:p>
            <a:pPr>
              <a:defRPr sz="2000"/>
            </a:pPr>
            <a:r>
              <a:t>1️⃣ **Appliquer** durcissement IOS (SSH, ACL VTY).</a:t>
            </a:r>
          </a:p>
          <a:p>
            <a:pPr>
              <a:defRPr sz="2000"/>
            </a:pPr>
            <a:r>
              <a:t>1️⃣ **Analyser** trafic chiffré limites inspection.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IDS/IPS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Signatures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Durcissement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ING-S8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