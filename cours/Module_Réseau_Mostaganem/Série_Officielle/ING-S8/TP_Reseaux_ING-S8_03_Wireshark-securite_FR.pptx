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33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FF"/>
    <a:srgbClr val="990033"/>
    <a:srgbClr val="0053D3"/>
    <a:srgbClr val="0782F0"/>
    <a:srgbClr val="3333B2"/>
    <a:srgbClr val="262686"/>
    <a:srgbClr val="191959"/>
    <a:srgbClr val="0083F7"/>
    <a:srgbClr val="0152FF"/>
    <a:srgbClr val="0078E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Style moyen 2 - Accentuation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D5ABB26-0587-4C30-8999-92F81FD0307C}" styleName="Aucun style, aucune grille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69012ECD-51FC-41F1-AA8D-1B2483CD663E}" styleName="Style léger 2 - Accentuation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BC89EF96-8CEA-46FF-86C4-4CE0E7609802}" styleName="Style léger 3 - Accentuation 1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706" autoAdjust="0"/>
    <p:restoredTop sz="93969" autoAdjust="0"/>
  </p:normalViewPr>
  <p:slideViewPr>
    <p:cSldViewPr snapToGrid="0" snapToObjects="1">
      <p:cViewPr>
        <p:scale>
          <a:sx n="100" d="100"/>
          <a:sy n="100" d="100"/>
        </p:scale>
        <p:origin x="468" y="-94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-408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33" Type="http://schemas.openxmlformats.org/officeDocument/2006/relationships/notesMaster" Target="notesMasters/notesMaster1.xml"/><Relationship Id="rId34" Type="http://schemas.openxmlformats.org/officeDocument/2006/relationships/presProps" Target="presProps.xml"/><Relationship Id="rId35" Type="http://schemas.openxmlformats.org/officeDocument/2006/relationships/viewProps" Target="viewProps.xml"/><Relationship Id="rId36" Type="http://schemas.openxmlformats.org/officeDocument/2006/relationships/theme" Target="theme/theme1.xml"/><Relationship Id="rId37" Type="http://schemas.openxmlformats.org/officeDocument/2006/relationships/tableStyles" Target="tableStyle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en-tête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3" name="Espace réservé de la date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8F0B2C1-4194-45A7-9834-731A4F36BABD}" type="datetimeFigureOut">
              <a:rPr lang="fr-FR" smtClean="0"/>
              <a:t>16/05/2026</a:t>
            </a:fld>
            <a:endParaRPr lang="fr-FR"/>
          </a:p>
        </p:txBody>
      </p:sp>
      <p:sp>
        <p:nvSpPr>
          <p:cNvPr id="4" name="Espace réservé de l'image des diapositives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fr-FR"/>
          </a:p>
        </p:txBody>
      </p:sp>
      <p:sp>
        <p:nvSpPr>
          <p:cNvPr id="5" name="Espace réservé des notes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fr-FR"/>
              <a:t>Cliquez pour modifier les styles du texte du masque</a:t>
            </a:r>
          </a:p>
          <a:p>
            <a:pPr lvl="1"/>
            <a:r>
              <a:rPr lang="fr-FR"/>
              <a:t>Deuxième niveau</a:t>
            </a:r>
          </a:p>
          <a:p>
            <a:pPr lvl="2"/>
            <a:r>
              <a:rPr lang="fr-FR"/>
              <a:t>Troisième niveau</a:t>
            </a:r>
          </a:p>
          <a:p>
            <a:pPr lvl="3"/>
            <a:r>
              <a:rPr lang="fr-FR"/>
              <a:t>Quatrième niveau</a:t>
            </a:r>
          </a:p>
          <a:p>
            <a:pPr lvl="4"/>
            <a:r>
              <a:rPr lang="fr-FR"/>
              <a:t>Cinquième niveau</a:t>
            </a:r>
          </a:p>
        </p:txBody>
      </p:sp>
      <p:sp>
        <p:nvSpPr>
          <p:cNvPr id="6" name="Espace réservé du pied de page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fr-FR"/>
          </a:p>
        </p:txBody>
      </p:sp>
      <p:sp>
        <p:nvSpPr>
          <p:cNvPr id="7" name="Espace réservé du numéro de diapositive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DB5666F-E79B-4A29-9A64-FA4855FAABBD}" type="slidenum">
              <a:rPr lang="fr-FR" smtClean="0"/>
              <a:t>‹N°›</a:t>
            </a:fld>
            <a:endParaRPr lang="fr-FR"/>
          </a:p>
        </p:txBody>
      </p:sp>
    </p:spTree>
    <p:extLst>
      <p:ext uri="{BB962C8B-B14F-4D97-AF65-F5344CB8AC3E}">
        <p14:creationId xmlns:p14="http://schemas.microsoft.com/office/powerpoint/2010/main" val="405723348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: Couche Physique</a:t>
            </a:r>
          </a:p>
          <a:p>
            <a:r>
              <a:t>Module Reseaux</a:t>
            </a:r>
          </a:p>
          <a:p>
            <a:r>
              <a:t>Dr. BELACEL Madani — Université de Mostaganem</a:t>
            </a:r>
          </a:p>
          <a:p>
            <a:r>
              <a:t>Année 2026-2027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2/10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3/10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4/10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5/10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6/10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7/10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8/10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9/10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TP 03 — Diapo 10/10</a:t>
            </a:r>
          </a:p>
          <a:p>
            <a:r>
              <a:t>Couche Physique</a:t>
            </a:r>
          </a:p>
          <a:p>
            <a:r>
              <a:t>Supports transmission, débit, normes, câblage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5/16/2026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‹N°›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Poppins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Poppins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Poppins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Poppins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Poppins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Poppins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Poppins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Poppins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TP Réseaux Ing. S8 — Analyse trafic sécurisé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Ingénieur Réseaux — Semestre 8 — BELACEL Madani — Université de Mostaganem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1/10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🎯 Capturer TLS handshake</a:t>
            </a:r>
          </a:p>
          <a:p>
            <a:pPr>
              <a:defRPr sz="2000"/>
            </a:pPr>
            <a:r>
              <a:t>🎯 Identifier scan port</a:t>
            </a:r>
          </a:p>
          <a:p>
            <a:pPr>
              <a:defRPr sz="2000"/>
            </a:pPr>
            <a:r>
              <a:t>🎯 Filtrer anomalies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2/10</a:t>
            </a:r>
          </a:p>
        </p:txBody>
      </p:sp>
      <p:pic>
        <p:nvPicPr>
          <p:cNvPr id="5" name="Picture 4" descr="Reseaux_s01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Objectifs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1️⃣ Capturer TLS handshake</a:t>
            </a:r>
          </a:p>
          <a:p>
            <a:pPr>
              <a:defRPr sz="2000"/>
            </a:pPr>
            <a:r>
              <a:t>1️⃣ Identifier scan port</a:t>
            </a:r>
          </a:p>
          <a:p>
            <a:pPr>
              <a:defRPr sz="2000"/>
            </a:pPr>
            <a:r>
              <a:t>1️⃣ Filtrer anomalies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3/10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Matériel et logiciels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2️⃣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4/10</a:t>
            </a:r>
          </a:p>
        </p:txBody>
      </p:sp>
      <p:pic>
        <p:nvPicPr>
          <p:cNvPr id="5" name="Picture 4" descr="Reseaux_s0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1 — Contexte et topologie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3️⃣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5/10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2 — Étapes pratiques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4️⃣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6/10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1005840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Partie 3 — Vérifications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5️⃣ Voir polycopié PDF officiel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7/10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8/10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85800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Approfondissement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📌 Exemples Université de Mostaganem</a:t>
            </a:r>
          </a:p>
          <a:p>
            <a:pPr>
              <a:defRPr sz="2000"/>
            </a:pPr>
            <a:r>
              <a:t>📌 Références bibliographiques</a:t>
            </a:r>
          </a:p>
          <a:p>
            <a:pPr>
              <a:defRPr sz="2000"/>
            </a:pPr>
            <a:r>
              <a:t>📌 Lien TD/TP associé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9/10</a:t>
            </a:r>
          </a:p>
        </p:txBody>
      </p:sp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Synthèse &amp; suite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2000"/>
            </a:pPr>
            <a:r>
              <a:t>✅ Relire le polycopié PDF</a:t>
            </a:r>
          </a:p>
          <a:p>
            <a:pPr>
              <a:defRPr sz="2000"/>
            </a:pPr>
            <a:r>
              <a:t>✅ Préparer TD/TP</a:t>
            </a:r>
          </a:p>
          <a:p>
            <a:pPr>
              <a:defRPr sz="2000"/>
            </a:pPr>
            <a:r>
              <a:t>✅ Questions 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5760" y="6446520"/>
            <a:ext cx="8412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val="45586A"/&gt;</a:solidFill>
              </a:defRPr>
            </a:pPr>
            <a:r>
              <a:t>TP Réseaux ING-S8  •  Diapositive 10/10</a:t>
            </a:r>
          </a:p>
        </p:txBody>
      </p:sp>
      <p:pic>
        <p:nvPicPr>
          <p:cNvPr id="5" name="Picture 4" descr="Reseaux_s05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4320" y="5001768"/>
            <a:ext cx="2011680" cy="1124712"/>
          </a:xfrm>
          <a:prstGeom prst="rect">
            <a:avLst/>
          </a:prstGeom>
        </p:spPr>
      </p:pic>
      <p:sp>
        <p:nvSpPr>
          <p:cNvPr id="990001" name="Pied de page FLE"/>
          <p:cNvSpPr>
            <a:spLocks noGrp="1"/>
          </p:cNvSpPr>
          <p:nvPr/>
        </p:nvSpPr>
        <p:spPr>
          <a:xfrm>
            <a:off x="3611880" y="-137160"/>
            <a:ext cx="4572000" cy="274320"/>
          </a:xfrm>
          <a:prstGeom prst="rect">
            <a:avLst/>
          </a:prstGeom>
        </p:spPr>
        <p:txBody>
          <a:bodyPr anchor="b"/>
          <a:lstStyle/>
          <a:p>
            <a:pPr algn="r">
              <a:defRPr sz="900">
                <a:solidFill>
                  <a:srgbClr val="9AA7B6"/>
                </a:solidFill>
                <a:latin typeface="Poppins"/>
              </a:defRPr>
            </a:pPr>
            <a:r>
              <a:rPr lang="fr-FR" sz="900">
                <a:solidFill>
                  <a:srgbClr val="9AA7B6"/>
                </a:solidFill>
                <a:latin typeface="Poppins"/>
              </a:rPr>
              <a:t>Université de Mostaganem — Dr. Madani BELACEL</a:t>
            </a:r>
          </a:p>
        </p:txBody>
      </p:sp>
    </p:spTree>
  </p:cSld>
  <p:clrMapOvr>
    <a:masterClrMapping/>
  </p:clrMapOvr>
  <p:transition spd="med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Poppins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Thème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14840</TotalTime>
  <Words>9927</Words>
  <Application>Microsoft Office PowerPoint</Application>
  <PresentationFormat>Affichage à l'écran (4:3)</PresentationFormat>
  <Paragraphs>973</Paragraphs>
  <Slides>31</Slides>
  <Notes>31</Notes>
  <HiddenSlides>0</HiddenSlides>
  <MMClips>0</MMClips>
  <ScaleCrop>false</ScaleCrop>
  <HeadingPairs>
    <vt:vector size="6" baseType="variant">
      <vt:variant>
        <vt:lpstr>Polices utilisées</vt:lpstr>
      </vt:variant>
      <vt:variant>
        <vt:i4>14</vt:i4>
      </vt:variant>
      <vt:variant>
        <vt:lpstr>Thème</vt:lpstr>
      </vt:variant>
      <vt:variant>
        <vt:i4>1</vt:i4>
      </vt:variant>
      <vt:variant>
        <vt:lpstr>Titres des diapositives</vt:lpstr>
      </vt:variant>
      <vt:variant>
        <vt:i4>31</vt:i4>
      </vt:variant>
    </vt:vector>
  </HeadingPairs>
  <TitlesOfParts>
    <vt:vector size="46" baseType="lpstr">
      <vt:lpstr>Aptos</vt:lpstr>
      <vt:lpstr>Arial</vt:lpstr>
      <vt:lpstr>Calibri</vt:lpstr>
      <vt:lpstr>Century</vt:lpstr>
      <vt:lpstr>Inter</vt:lpstr>
      <vt:lpstr>Liberation Serif</vt:lpstr>
      <vt:lpstr>LMSans12-Regular</vt:lpstr>
      <vt:lpstr>NimbusRomNo9L-Medi</vt:lpstr>
      <vt:lpstr>Palatino Linotype</vt:lpstr>
      <vt:lpstr>Segoe UI Emoji</vt:lpstr>
      <vt:lpstr>Segoe UI Symbol</vt:lpstr>
      <vt:lpstr>Times New Roman</vt:lpstr>
      <vt:lpstr>ui-sans-serif</vt:lpstr>
      <vt:lpstr>Wingdings</vt:lpstr>
      <vt:lpstr>Office Theme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  <vt:lpstr>Présentation PowerPoint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islem oussama</dc:creator>
  <cp:keywords/>
  <dc:description>generated using python-pptx</dc:description>
  <cp:lastModifiedBy>islem oussama</cp:lastModifiedBy>
  <cp:revision>479</cp:revision>
  <dcterms:created xsi:type="dcterms:W3CDTF">2013-01-27T09:14:16Z</dcterms:created>
  <dcterms:modified xsi:type="dcterms:W3CDTF">2026-05-16T20:31:18Z</dcterms:modified>
  <cp:category/>
</cp:coreProperties>
</file>