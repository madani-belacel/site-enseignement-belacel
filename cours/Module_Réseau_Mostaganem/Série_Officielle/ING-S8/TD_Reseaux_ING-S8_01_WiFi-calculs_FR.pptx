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Réseaux Ing. S8 — Wi-Fi — portée et débit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8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ING-S8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Calculer Fresnel, SNR</a:t>
            </a:r>
          </a:p>
          <a:p>
            <a:pPr>
              <a:defRPr sz="2000"/>
            </a:pPr>
            <a:r>
              <a:t>🎯 Planifier canaux</a:t>
            </a:r>
          </a:p>
          <a:p>
            <a:pPr>
              <a:defRPr sz="2000"/>
            </a:pPr>
            <a:r>
              <a:t>🎯 Estimer débit réel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ING-S8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Calculer Fresnel, SNR</a:t>
            </a:r>
          </a:p>
          <a:p>
            <a:pPr>
              <a:defRPr sz="2000"/>
            </a:pPr>
            <a:r>
              <a:t>1️⃣ Planifier canaux</a:t>
            </a:r>
          </a:p>
          <a:p>
            <a:pPr>
              <a:defRPr sz="2000"/>
            </a:pPr>
            <a:r>
              <a:t>1️⃣ Estimer débit réel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ING-S8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Consignes générales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Justifier toutes les réponses (calculs, schémas, tableaux).</a:t>
            </a:r>
          </a:p>
          <a:p>
            <a:pPr>
              <a:defRPr sz="2000"/>
            </a:pPr>
            <a:r>
              <a:t>2️⃣ Les schémas doivent être lisibles et légendés.</a:t>
            </a:r>
          </a:p>
          <a:p>
            <a:pPr>
              <a:defRPr sz="2000"/>
            </a:pPr>
            <a:r>
              <a:t>2️⃣ Durée indicative : 2 h en autonomie encadrée.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ING-S8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— Canaux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ING-S8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— Débit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ING-S8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— SNR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ING-S8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ING-S8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ING-S8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ING-S8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