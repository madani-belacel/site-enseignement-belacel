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S8 — Wireless 802.11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**Comparer** standards 802.11 a/b/g/n/ac/ax (Wi-Fi 6).</a:t>
            </a:r>
          </a:p>
          <a:p>
            <a:pPr>
              <a:defRPr sz="2000"/>
            </a:pPr>
            <a:r>
              <a:t>🎯 **Expliquer** CSMA/CA, NAV, RTS/CTS.</a:t>
            </a:r>
          </a:p>
          <a:p>
            <a:pPr>
              <a:defRPr sz="2000"/>
            </a:pPr>
            <a:r>
              <a:t>🎯 **Analyser** canaux 2,4 vs 5 GHz, largeur bande, MU-MIMO.</a:t>
            </a:r>
          </a:p>
          <a:p>
            <a:pPr>
              <a:defRPr sz="2000"/>
            </a:pPr>
            <a:r>
              <a:t>🎯 **Dimensionner** couverture et densité AP campus.</a:t>
            </a:r>
          </a:p>
          <a:p>
            <a:pPr>
              <a:defRPr sz="2000"/>
            </a:pPr>
            <a:r>
              <a:t>🎯 **Configurer** SSID, puissance, roaming (802.11k/r).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Standards 802.11</a:t>
            </a:r>
          </a:p>
          <a:p>
            <a:pPr>
              <a:defRPr sz="2000"/>
            </a:pPr>
            <a:r>
              <a:t>📋 CSMA/CA</a:t>
            </a:r>
          </a:p>
          <a:p>
            <a:pPr>
              <a:defRPr sz="2000"/>
            </a:pPr>
            <a:r>
              <a:t>📋 Canaux et densité</a:t>
            </a:r>
          </a:p>
          <a:p>
            <a:pPr>
              <a:defRPr sz="2000"/>
            </a:pPr>
            <a:r>
              <a:t>📋 Roaming</a:t>
            </a:r>
          </a:p>
          <a:p>
            <a:pPr>
              <a:defRPr sz="2000"/>
            </a:pPr>
            <a:r>
              <a:t>📋 Design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**Comparer** standards 802.11 a/b/g/n/ac/ax (Wi-Fi 6).</a:t>
            </a:r>
          </a:p>
          <a:p>
            <a:pPr>
              <a:defRPr sz="2000"/>
            </a:pPr>
            <a:r>
              <a:t>1️⃣ **Expliquer** CSMA/CA, NAV, RTS/CTS.</a:t>
            </a:r>
          </a:p>
          <a:p>
            <a:pPr>
              <a:defRPr sz="2000"/>
            </a:pPr>
            <a:r>
              <a:t>1️⃣ **Analyser** canaux 2,4 vs 5 GHz, largeur bande, MU-MIMO.</a:t>
            </a:r>
          </a:p>
          <a:p>
            <a:pPr>
              <a:defRPr sz="2000"/>
            </a:pPr>
            <a:r>
              <a:t>1️⃣ **Dimensionner** couverture et densité AP campus.</a:t>
            </a:r>
          </a:p>
          <a:p>
            <a:pPr>
              <a:defRPr sz="2000"/>
            </a:pPr>
            <a:r>
              <a:t>1️⃣ **Configurer** SSID, puissance, roaming (802.11k/r).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Standards 802.11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Canaux et planification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Roaming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Dimensionnement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