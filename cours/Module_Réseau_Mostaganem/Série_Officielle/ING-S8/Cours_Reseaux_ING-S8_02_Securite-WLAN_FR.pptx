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: Modèle OSI vs TCP/IP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2/10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3/10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4/10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5/10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6/10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7/10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8/10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9/10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10/10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Ing. S8 — Sécurité WLAN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8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**Différencier** WPA2-Personal vs Enterprise (802.1X).</a:t>
            </a:r>
          </a:p>
          <a:p>
            <a:pPr>
              <a:defRPr sz="2000"/>
            </a:pPr>
            <a:r>
              <a:t>🎯 **Déployer** WPA3-SAE et transition mode.</a:t>
            </a:r>
          </a:p>
          <a:p>
            <a:pPr>
              <a:defRPr sz="2000"/>
            </a:pPr>
            <a:r>
              <a:t>🎯 **Intégrer** RADIUS/NPS pour auth centralisée.</a:t>
            </a:r>
          </a:p>
          <a:p>
            <a:pPr>
              <a:defRPr sz="2000"/>
            </a:pPr>
            <a:r>
              <a:t>🎯 **Durcir** : isolation client, rogue AP detection.</a:t>
            </a:r>
          </a:p>
          <a:p>
            <a:pPr>
              <a:defRPr sz="2000"/>
            </a:pPr>
            <a:r>
              <a:t>🎯 **Auditer** configuration sans fil Université de Mostaganem.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WPA2/WPA3</a:t>
            </a:r>
          </a:p>
          <a:p>
            <a:pPr>
              <a:defRPr sz="2000"/>
            </a:pPr>
            <a:r>
              <a:t>📋 802.1X et RADIUS</a:t>
            </a:r>
          </a:p>
          <a:p>
            <a:pPr>
              <a:defRPr sz="2000"/>
            </a:pPr>
            <a:r>
              <a:t>📋 Durcissement WLAN</a:t>
            </a:r>
          </a:p>
          <a:p>
            <a:pPr>
              <a:defRPr sz="2000"/>
            </a:pPr>
            <a:r>
              <a:t>📋 Audit</a:t>
            </a:r>
          </a:p>
          <a:p>
            <a:pPr>
              <a:defRPr sz="2000"/>
            </a:pPr>
            <a:r>
              <a:t>📋 Cas pratique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**Différencier** WPA2-Personal vs Enterprise (802.1X).</a:t>
            </a:r>
          </a:p>
          <a:p>
            <a:pPr>
              <a:defRPr sz="2000"/>
            </a:pPr>
            <a:r>
              <a:t>1️⃣ **Déployer** WPA3-SAE et transition mode.</a:t>
            </a:r>
          </a:p>
          <a:p>
            <a:pPr>
              <a:defRPr sz="2000"/>
            </a:pPr>
            <a:r>
              <a:t>1️⃣ **Intégrer** RADIUS/NPS pour auth centralisée.</a:t>
            </a:r>
          </a:p>
          <a:p>
            <a:pPr>
              <a:defRPr sz="2000"/>
            </a:pPr>
            <a:r>
              <a:t>1️⃣ **Durcir** : isolation client, rogue AP detection.</a:t>
            </a:r>
          </a:p>
          <a:p>
            <a:pPr>
              <a:defRPr sz="2000"/>
            </a:pPr>
            <a:r>
              <a:t>1️⃣ **Auditer** configuration sans fil Université de Mostaganem.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WPA2/3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802.1X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Durcissement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