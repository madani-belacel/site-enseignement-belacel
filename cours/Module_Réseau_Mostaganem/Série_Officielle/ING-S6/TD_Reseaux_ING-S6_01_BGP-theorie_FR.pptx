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S6 — BGP — exercices théoriques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Analyser AS-PATH et politiques</a:t>
            </a:r>
          </a:p>
          <a:p>
            <a:pPr>
              <a:defRPr sz="2000"/>
            </a:pPr>
            <a:r>
              <a:t>🎯 Simuler best-path</a:t>
            </a:r>
          </a:p>
          <a:p>
            <a:pPr>
              <a:defRPr sz="2000"/>
            </a:pPr>
            <a:r>
              <a:t>🎯 Concevoir filtrage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Analyser AS-PATH et politiques</a:t>
            </a:r>
          </a:p>
          <a:p>
            <a:pPr>
              <a:defRPr sz="2000"/>
            </a:pPr>
            <a:r>
              <a:t>1️⃣ Simuler best-path</a:t>
            </a:r>
          </a:p>
          <a:p>
            <a:pPr>
              <a:defRPr sz="2000"/>
            </a:pPr>
            <a:r>
              <a:t>1️⃣ Concevoir filtrage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Attributs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Prefix-list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Scénario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