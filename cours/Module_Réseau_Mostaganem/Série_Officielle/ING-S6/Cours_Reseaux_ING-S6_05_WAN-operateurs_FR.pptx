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WAN et opérateurs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technologies WAN : PPP, Metro Ethernet, MPLS, LTE backup.</a:t>
            </a:r>
          </a:p>
          <a:p>
            <a:pPr>
              <a:defRPr sz="2000"/>
            </a:pPr>
            <a:r>
              <a:t>🎯 **Décrire** architecture ISP hiérarchique (Tier, IXP).</a:t>
            </a:r>
          </a:p>
          <a:p>
            <a:pPr>
              <a:defRPr sz="2000"/>
            </a:pPr>
            <a:r>
              <a:t>🎯 **Concevoir** VPN site-à-site IPsec vs MPLS.</a:t>
            </a:r>
          </a:p>
          <a:p>
            <a:pPr>
              <a:defRPr sz="2000"/>
            </a:pPr>
            <a:r>
              <a:t>🎯 **Négocier** SLA opérateur (disponibilité, RTT, support).</a:t>
            </a:r>
          </a:p>
          <a:p>
            <a:pPr>
              <a:defRPr sz="2000"/>
            </a:pPr>
            <a:r>
              <a:t>🎯 **Planifier** continuité : lien secours, SD-WAN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Technologies WAN</a:t>
            </a:r>
          </a:p>
          <a:p>
            <a:pPr>
              <a:defRPr sz="2000"/>
            </a:pPr>
            <a:r>
              <a:t>📋 Architecture ISP</a:t>
            </a:r>
          </a:p>
          <a:p>
            <a:pPr>
              <a:defRPr sz="2000"/>
            </a:pPr>
            <a:r>
              <a:t>📋 VPN site-à-site</a:t>
            </a:r>
          </a:p>
          <a:p>
            <a:pPr>
              <a:defRPr sz="2000"/>
            </a:pPr>
            <a:r>
              <a:t>📋 SLA et métriques</a:t>
            </a:r>
          </a:p>
          <a:p>
            <a:pPr>
              <a:defRPr sz="2000"/>
            </a:pPr>
            <a:r>
              <a:t>📋 Continuité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technologies WAN : PPP, Metro Ethernet, MPLS, LTE backup.</a:t>
            </a:r>
          </a:p>
          <a:p>
            <a:pPr>
              <a:defRPr sz="2000"/>
            </a:pPr>
            <a:r>
              <a:t>1️⃣ **Décrire** architecture ISP hiérarchique (Tier, IXP).</a:t>
            </a:r>
          </a:p>
          <a:p>
            <a:pPr>
              <a:defRPr sz="2000"/>
            </a:pPr>
            <a:r>
              <a:t>1️⃣ **Concevoir** VPN site-à-site IPsec vs MPLS.</a:t>
            </a:r>
          </a:p>
          <a:p>
            <a:pPr>
              <a:defRPr sz="2000"/>
            </a:pPr>
            <a:r>
              <a:t>1️⃣ **Négocier** SLA opérateur (disponibilité, RTT, support).</a:t>
            </a:r>
          </a:p>
          <a:p>
            <a:pPr>
              <a:defRPr sz="2000"/>
            </a:pPr>
            <a:r>
              <a:t>1️⃣ **Planifier** continuité : lien secours, SD-WAN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ISP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VPN site-à-site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