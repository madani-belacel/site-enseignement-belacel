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: Modèle OSI vs TCP/IP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2/10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3/10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4/10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5/10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6/10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7/10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8/10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9/10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10/10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Ing. S6 — QoS — bandes passantes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6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ING-S6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Dimensionner LLQ/CBWFQ</a:t>
            </a:r>
          </a:p>
          <a:p>
            <a:pPr>
              <a:defRPr sz="2000"/>
            </a:pPr>
            <a:r>
              <a:t>🎯 Calculer overhead VoIP</a:t>
            </a:r>
          </a:p>
          <a:p>
            <a:pPr>
              <a:defRPr sz="2000"/>
            </a:pPr>
            <a:r>
              <a:t>🎯 Mapper DSCP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ING-S6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Dimensionner LLQ/CBWFQ</a:t>
            </a:r>
          </a:p>
          <a:p>
            <a:pPr>
              <a:defRPr sz="2000"/>
            </a:pPr>
            <a:r>
              <a:t>1️⃣ Calculer overhead VoIP</a:t>
            </a:r>
          </a:p>
          <a:p>
            <a:pPr>
              <a:defRPr sz="2000"/>
            </a:pPr>
            <a:r>
              <a:t>1️⃣ Mapper DSCP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ING-S6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Consignes générales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Justifier toutes les réponses (calculs, schémas, tableaux).</a:t>
            </a:r>
          </a:p>
          <a:p>
            <a:pPr>
              <a:defRPr sz="2000"/>
            </a:pPr>
            <a:r>
              <a:t>2️⃣ Les schémas doivent être lisibles et légendés.</a:t>
            </a:r>
          </a:p>
          <a:p>
            <a:pPr>
              <a:defRPr sz="2000"/>
            </a:pPr>
            <a:r>
              <a:t>2️⃣ Durée indicative : 2 h en autonomie encadrée.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ING-S6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Dimensionnement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ING-S6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Marking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ING-S6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Shaping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ING-S6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ING-S6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ING-S6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ING-S6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