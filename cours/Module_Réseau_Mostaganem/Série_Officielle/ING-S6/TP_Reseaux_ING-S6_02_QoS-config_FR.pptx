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S6 — Configuration QoS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Marquer et prioriser VoIP simulé</a:t>
            </a:r>
          </a:p>
          <a:p>
            <a:pPr>
              <a:defRPr sz="2000"/>
            </a:pPr>
            <a:r>
              <a:t>🎯 Appliquer policy-map WAN</a:t>
            </a:r>
          </a:p>
          <a:p>
            <a:pPr>
              <a:defRPr sz="2000"/>
            </a:pPr>
            <a:r>
              <a:t>🎯 Mesurer avant/après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Marquer et prioriser VoIP simulé</a:t>
            </a:r>
          </a:p>
          <a:p>
            <a:pPr>
              <a:defRPr sz="2000"/>
            </a:pPr>
            <a:r>
              <a:t>1️⃣ Appliquer policy-map WAN</a:t>
            </a:r>
          </a:p>
          <a:p>
            <a:pPr>
              <a:defRPr sz="2000"/>
            </a:pPr>
            <a:r>
              <a:t>1️⃣ Mesurer avant/après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