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RSID M1 S1 — Étude SD-WAN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Policy design</a:t>
            </a:r>
          </a:p>
          <a:p>
            <a:pPr>
              <a:defRPr sz="2000"/>
            </a:pPr>
            <a:r>
              <a:t>🎯 Failover</a:t>
            </a:r>
          </a:p>
          <a:p>
            <a:pPr>
              <a:defRPr sz="2000"/>
            </a:pPr>
            <a:r>
              <a:t>🎯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Policy design</a:t>
            </a:r>
          </a:p>
          <a:p>
            <a:pPr>
              <a:defRPr sz="2000"/>
            </a:pPr>
            <a:r>
              <a:t>1️⃣ Failover</a:t>
            </a:r>
          </a:p>
          <a:p>
            <a:pPr>
              <a:defRPr sz="2000"/>
            </a:pPr>
            <a:r>
              <a:t>1️⃣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Politiques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Architecture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Sécurité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RSID-M1-S1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