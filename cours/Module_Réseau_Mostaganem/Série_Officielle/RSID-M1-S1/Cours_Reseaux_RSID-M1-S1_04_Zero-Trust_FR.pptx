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: Couche Liaison Ethernet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2/10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3/10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4/10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5/10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6/10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7/10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8/10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9/10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10/10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RSID M1 S1 — Zero Trust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Master RSID — Semestre 1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**Appliquer** never trust always verify.</a:t>
            </a:r>
          </a:p>
          <a:p>
            <a:pPr>
              <a:defRPr sz="2000"/>
            </a:pPr>
            <a:r>
              <a:t>🎯 **Relier** SASE SSE/ZTNA.</a:t>
            </a:r>
          </a:p>
          <a:p>
            <a:pPr>
              <a:defRPr sz="2000"/>
            </a:pPr>
            <a:r>
              <a:t>🎯 **Micro-segmenter** workloads.</a:t>
            </a:r>
          </a:p>
          <a:p>
            <a:pPr>
              <a:defRPr sz="2000"/>
            </a:pPr>
            <a:r>
              <a:t>🎯 **Identity-centric** access MFA.</a:t>
            </a:r>
          </a:p>
          <a:p>
            <a:pPr>
              <a:defRPr sz="2000"/>
            </a:pPr>
            <a:r>
              <a:t>🎯 **Migrer** depuis perimeter security.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Concepts</a:t>
            </a:r>
          </a:p>
          <a:p>
            <a:pPr>
              <a:defRPr sz="2000"/>
            </a:pPr>
            <a:r>
              <a:t>📋 Architecture</a:t>
            </a:r>
          </a:p>
          <a:p>
            <a:pPr>
              <a:defRPr sz="2000"/>
            </a:pPr>
            <a:r>
              <a:t>📋 Configuration</a:t>
            </a:r>
          </a:p>
          <a:p>
            <a:pPr>
              <a:defRPr sz="2000"/>
            </a:pPr>
            <a:r>
              <a:t>📋 Cas entreprise</a:t>
            </a:r>
          </a:p>
          <a:p>
            <a:pPr>
              <a:defRPr sz="2000"/>
            </a:pPr>
            <a:r>
              <a:t>📋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**Appliquer** never trust always verify.</a:t>
            </a:r>
          </a:p>
          <a:p>
            <a:pPr>
              <a:defRPr sz="2000"/>
            </a:pPr>
            <a:r>
              <a:t>1️⃣ **Relier** SASE SSE/ZTNA.</a:t>
            </a:r>
          </a:p>
          <a:p>
            <a:pPr>
              <a:defRPr sz="2000"/>
            </a:pPr>
            <a:r>
              <a:t>1️⃣ **Micro-segmenter** workloads.</a:t>
            </a:r>
          </a:p>
          <a:p>
            <a:pPr>
              <a:defRPr sz="2000"/>
            </a:pPr>
            <a:r>
              <a:t>1️⃣ **Identity-centric** access MFA.</a:t>
            </a:r>
          </a:p>
          <a:p>
            <a:pPr>
              <a:defRPr sz="2000"/>
            </a:pPr>
            <a:r>
              <a:t>1️⃣ **Migrer** depuis perimeter security.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Principes NIST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Micro-seg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Migration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