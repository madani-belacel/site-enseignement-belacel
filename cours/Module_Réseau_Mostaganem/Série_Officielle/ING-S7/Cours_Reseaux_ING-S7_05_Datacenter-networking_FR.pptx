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: Couche Réseau 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2/10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3/10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4/10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5/10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6/10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7/10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8/10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9/10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10/10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S7 — Datacenter networking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**Concevoir** topologie spine-leaf Clos non-blocking.</a:t>
            </a:r>
          </a:p>
          <a:p>
            <a:pPr>
              <a:defRPr sz="2000"/>
            </a:pPr>
            <a:r>
              <a:t>🎯 **Expliquer** ECMP et equal-cost multipath L3.</a:t>
            </a:r>
          </a:p>
          <a:p>
            <a:pPr>
              <a:defRPr sz="2000"/>
            </a:pPr>
            <a:r>
              <a:t>🎯 **Dimensionner** oversubscription ratio.</a:t>
            </a:r>
          </a:p>
          <a:p>
            <a:pPr>
              <a:defRPr sz="2000"/>
            </a:pPr>
            <a:r>
              <a:t>🎯 **Automatiser** déploiement (Ansible aperçu).</a:t>
            </a:r>
          </a:p>
          <a:p>
            <a:pPr>
              <a:defRPr sz="2000"/>
            </a:pPr>
            <a:r>
              <a:t>🎯 **Relier** design moderne cloud et Université de Mostaganem DC.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Spine-leaf</a:t>
            </a:r>
          </a:p>
          <a:p>
            <a:pPr>
              <a:defRPr sz="2000"/>
            </a:pPr>
            <a:r>
              <a:t>📋 ECMP</a:t>
            </a:r>
          </a:p>
          <a:p>
            <a:pPr>
              <a:defRPr sz="2000"/>
            </a:pPr>
            <a:r>
              <a:t>📋 Oversubscription</a:t>
            </a:r>
          </a:p>
          <a:p>
            <a:pPr>
              <a:defRPr sz="2000"/>
            </a:pPr>
            <a:r>
              <a:t>📋 Automation</a:t>
            </a:r>
          </a:p>
          <a:p>
            <a:pPr>
              <a:defRPr sz="2000"/>
            </a:pPr>
            <a:r>
              <a:t>📋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**Concevoir** topologie spine-leaf Clos non-blocking.</a:t>
            </a:r>
          </a:p>
          <a:p>
            <a:pPr>
              <a:defRPr sz="2000"/>
            </a:pPr>
            <a:r>
              <a:t>1️⃣ **Expliquer** ECMP et equal-cost multipath L3.</a:t>
            </a:r>
          </a:p>
          <a:p>
            <a:pPr>
              <a:defRPr sz="2000"/>
            </a:pPr>
            <a:r>
              <a:t>1️⃣ **Dimensionner** oversubscription ratio.</a:t>
            </a:r>
          </a:p>
          <a:p>
            <a:pPr>
              <a:defRPr sz="2000"/>
            </a:pPr>
            <a:r>
              <a:t>1️⃣ **Automatiser** déploiement (Ansible aperçu).</a:t>
            </a:r>
          </a:p>
          <a:p>
            <a:pPr>
              <a:defRPr sz="2000"/>
            </a:pPr>
            <a:r>
              <a:t>1️⃣ **Relier** design moderne cloud et Université de Mostaganem DC.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Spine-leaf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ECMP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Oversubscription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