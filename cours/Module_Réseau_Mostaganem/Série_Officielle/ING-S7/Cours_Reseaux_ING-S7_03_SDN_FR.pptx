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S7 — SDN — Software Defined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**Séparer** data, control, application planes.</a:t>
            </a:r>
          </a:p>
          <a:p>
            <a:pPr>
              <a:defRPr sz="2000"/>
            </a:pPr>
            <a:r>
              <a:t>🎯 **Expliquer** OpenFlow tables (match/action).</a:t>
            </a:r>
          </a:p>
          <a:p>
            <a:pPr>
              <a:defRPr sz="2000"/>
            </a:pPr>
            <a:r>
              <a:t>🎯 **Présenter** contrôleurs (ONOS, ODL, Ryu) et API northbound.</a:t>
            </a:r>
          </a:p>
          <a:p>
            <a:pPr>
              <a:defRPr sz="2000"/>
            </a:pPr>
            <a:r>
              <a:t>🎯 **Analyser** bénéfices : centralisation, programmabilité.</a:t>
            </a:r>
          </a:p>
          <a:p>
            <a:pPr>
              <a:defRPr sz="2000"/>
            </a:pPr>
            <a:r>
              <a:t>🎯 **Discuter** limites : scalabilité, migration brownfield.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Planes SDN</a:t>
            </a:r>
          </a:p>
          <a:p>
            <a:pPr>
              <a:defRPr sz="2000"/>
            </a:pPr>
            <a:r>
              <a:t>📋 OpenFlow</a:t>
            </a:r>
          </a:p>
          <a:p>
            <a:pPr>
              <a:defRPr sz="2000"/>
            </a:pPr>
            <a:r>
              <a:t>📋 Contrôleurs</a:t>
            </a:r>
          </a:p>
          <a:p>
            <a:pPr>
              <a:defRPr sz="2000"/>
            </a:pPr>
            <a:r>
              <a:t>📋 API</a:t>
            </a:r>
          </a:p>
          <a:p>
            <a:pPr>
              <a:defRPr sz="2000"/>
            </a:pPr>
            <a:r>
              <a:t>📋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**Séparer** data, control, application planes.</a:t>
            </a:r>
          </a:p>
          <a:p>
            <a:pPr>
              <a:defRPr sz="2000"/>
            </a:pPr>
            <a:r>
              <a:t>1️⃣ **Expliquer** OpenFlow tables (match/action).</a:t>
            </a:r>
          </a:p>
          <a:p>
            <a:pPr>
              <a:defRPr sz="2000"/>
            </a:pPr>
            <a:r>
              <a:t>1️⃣ **Présenter** contrôleurs (ONOS, ODL, Ryu) et API northbound.</a:t>
            </a:r>
          </a:p>
          <a:p>
            <a:pPr>
              <a:defRPr sz="2000"/>
            </a:pPr>
            <a:r>
              <a:t>1️⃣ **Analyser** bénéfices : centralisation, programmabilité.</a:t>
            </a:r>
          </a:p>
          <a:p>
            <a:pPr>
              <a:defRPr sz="2000"/>
            </a:pPr>
            <a:r>
              <a:t>1️⃣ **Discuter** limites : scalabilité, migration brownfield.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Planes SDN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OpenFlow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Southbound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