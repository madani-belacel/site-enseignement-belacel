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S9 —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SNMP v2c/v3</a:t>
            </a:r>
          </a:p>
          <a:p>
            <a:pPr>
              <a:defRPr sz="2000"/>
            </a:pPr>
            <a:r>
              <a:t>🎯 NetFlow/sFlow/IPFIX</a:t>
            </a:r>
          </a:p>
          <a:p>
            <a:pPr>
              <a:defRPr sz="2000"/>
            </a:pPr>
            <a:r>
              <a:t>🎯 SLA dashboards</a:t>
            </a:r>
          </a:p>
          <a:p>
            <a:pPr>
              <a:defRPr sz="2000"/>
            </a:pPr>
            <a:r>
              <a:t>🎯 Alerting</a:t>
            </a:r>
          </a:p>
          <a:p>
            <a:pPr>
              <a:defRPr sz="2000"/>
            </a:pPr>
            <a:r>
              <a:t>🎯 Observability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Intro</a:t>
            </a:r>
          </a:p>
          <a:p>
            <a:pPr>
              <a:defRPr sz="2000"/>
            </a:pPr>
            <a:r>
              <a:t>📋 Technologies</a:t>
            </a:r>
          </a:p>
          <a:p>
            <a:pPr>
              <a:defRPr sz="2000"/>
            </a:pPr>
            <a:r>
              <a:t>📋 Protocoles</a:t>
            </a:r>
          </a:p>
          <a:p>
            <a:pPr>
              <a:defRPr sz="2000"/>
            </a:pPr>
            <a:r>
              <a:t>📋 Cas pratique</a:t>
            </a:r>
          </a:p>
          <a:p>
            <a:pPr>
              <a:defRPr sz="2000"/>
            </a:pPr>
            <a:r>
              <a:t>📋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SNMP v2c/v3</a:t>
            </a:r>
          </a:p>
          <a:p>
            <a:pPr>
              <a:defRPr sz="2000"/>
            </a:pPr>
            <a:r>
              <a:t>1️⃣ NetFlow/sFlow/IPFIX</a:t>
            </a:r>
          </a:p>
          <a:p>
            <a:pPr>
              <a:defRPr sz="2000"/>
            </a:pPr>
            <a:r>
              <a:t>1️⃣ SLA dashboards</a:t>
            </a:r>
          </a:p>
          <a:p>
            <a:pPr>
              <a:defRPr sz="2000"/>
            </a:pPr>
            <a:r>
              <a:t>1️⃣ Alerting</a:t>
            </a:r>
          </a:p>
          <a:p>
            <a:pPr>
              <a:defRPr sz="2000"/>
            </a:pPr>
            <a:r>
              <a:t>1️⃣ Observability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SNMP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NetFlow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