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S9 — VoIP et QoS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Calcul MOS</a:t>
            </a:r>
          </a:p>
          <a:p>
            <a:pPr>
              <a:defRPr sz="2000"/>
            </a:pPr>
            <a:r>
              <a:t>🎯 Dimensionner EF</a:t>
            </a:r>
          </a:p>
          <a:p>
            <a:pPr>
              <a:defRPr sz="2000"/>
            </a:pPr>
            <a:r>
              <a:t>🎯 Analyser RTP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Calcul MOS</a:t>
            </a:r>
          </a:p>
          <a:p>
            <a:pPr>
              <a:defRPr sz="2000"/>
            </a:pPr>
            <a:r>
              <a:t>1️⃣ Dimensionner EF</a:t>
            </a:r>
          </a:p>
          <a:p>
            <a:pPr>
              <a:defRPr sz="2000"/>
            </a:pPr>
            <a:r>
              <a:t>1️⃣ Analyser RTP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Codec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MOS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Marking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ING-S9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