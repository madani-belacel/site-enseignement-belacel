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S9 — Protocoles IoT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MQTT pub/sub</a:t>
            </a:r>
          </a:p>
          <a:p>
            <a:pPr>
              <a:defRPr sz="2000"/>
            </a:pPr>
            <a:r>
              <a:t>🎯 CoAP RESTful</a:t>
            </a:r>
          </a:p>
          <a:p>
            <a:pPr>
              <a:defRPr sz="2000"/>
            </a:pPr>
            <a:r>
              <a:t>🎯 LoRaWAN aperçu</a:t>
            </a:r>
          </a:p>
          <a:p>
            <a:pPr>
              <a:defRPr sz="2000"/>
            </a:pPr>
            <a:r>
              <a:t>🎯 QoS MQTT 0/1/2</a:t>
            </a:r>
          </a:p>
          <a:p>
            <a:pPr>
              <a:defRPr sz="2000"/>
            </a:pPr>
            <a:r>
              <a:t>🎯 Brokers et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Intro</a:t>
            </a:r>
          </a:p>
          <a:p>
            <a:pPr>
              <a:defRPr sz="2000"/>
            </a:pPr>
            <a:r>
              <a:t>📋 Technologies</a:t>
            </a:r>
          </a:p>
          <a:p>
            <a:pPr>
              <a:defRPr sz="2000"/>
            </a:pPr>
            <a:r>
              <a:t>📋 Protocoles</a:t>
            </a:r>
          </a:p>
          <a:p>
            <a:pPr>
              <a:defRPr sz="2000"/>
            </a:pPr>
            <a:r>
              <a:t>📋 Cas pratique</a:t>
            </a:r>
          </a:p>
          <a:p>
            <a:pPr>
              <a:defRPr sz="2000"/>
            </a:pPr>
            <a:r>
              <a:t>📋 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MQTT pub/sub</a:t>
            </a:r>
          </a:p>
          <a:p>
            <a:pPr>
              <a:defRPr sz="2000"/>
            </a:pPr>
            <a:r>
              <a:t>1️⃣ CoAP RESTful</a:t>
            </a:r>
          </a:p>
          <a:p>
            <a:pPr>
              <a:defRPr sz="2000"/>
            </a:pPr>
            <a:r>
              <a:t>1️⃣ LoRaWAN aperçu</a:t>
            </a:r>
          </a:p>
          <a:p>
            <a:pPr>
              <a:defRPr sz="2000"/>
            </a:pPr>
            <a:r>
              <a:t>1️⃣ QoS MQTT 0/1/2</a:t>
            </a:r>
          </a:p>
          <a:p>
            <a:pPr>
              <a:defRPr sz="2000"/>
            </a:pPr>
            <a:r>
              <a:t>1️⃣ Brokers et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MQTT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LoRaWAN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Comparaison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