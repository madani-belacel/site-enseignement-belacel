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Supervision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SNMP OID</a:t>
            </a:r>
          </a:p>
          <a:p>
            <a:pPr>
              <a:defRPr sz="2000"/>
            </a:pPr>
            <a:r>
              <a:t>🎯 NetFlow analyse</a:t>
            </a:r>
          </a:p>
          <a:p>
            <a:pPr>
              <a:defRPr sz="2000"/>
            </a:pPr>
            <a:r>
              <a:t>🎯 SLA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SNMP OID</a:t>
            </a:r>
          </a:p>
          <a:p>
            <a:pPr>
              <a:defRPr sz="2000"/>
            </a:pPr>
            <a:r>
              <a:t>1️⃣ NetFlow analyse</a:t>
            </a:r>
          </a:p>
          <a:p>
            <a:pPr>
              <a:defRPr sz="2000"/>
            </a:pPr>
            <a:r>
              <a:t>1️⃣ SLA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SNMP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NetFlow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SLA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