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S9 — Internet des objets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Architecture IoT 3 tiers</a:t>
            </a:r>
          </a:p>
          <a:p>
            <a:pPr>
              <a:defRPr sz="2000"/>
            </a:pPr>
            <a:r>
              <a:t>🎯 Capteurs/actuateurs</a:t>
            </a:r>
          </a:p>
          <a:p>
            <a:pPr>
              <a:defRPr sz="2000"/>
            </a:pPr>
            <a:r>
              <a:t>🎯 Edge vs cloud</a:t>
            </a:r>
          </a:p>
          <a:p>
            <a:pPr>
              <a:defRPr sz="2000"/>
            </a:pPr>
            <a:r>
              <a:t>🎯 Protocoles légers</a:t>
            </a:r>
          </a:p>
          <a:p>
            <a:pPr>
              <a:defRPr sz="2000"/>
            </a:pPr>
            <a:r>
              <a:t>🎯 Sécurité IoT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Intro</a:t>
            </a:r>
          </a:p>
          <a:p>
            <a:pPr>
              <a:defRPr sz="2000"/>
            </a:pPr>
            <a:r>
              <a:t>📋 Technologies</a:t>
            </a:r>
          </a:p>
          <a:p>
            <a:pPr>
              <a:defRPr sz="2000"/>
            </a:pPr>
            <a:r>
              <a:t>📋 Protocoles</a:t>
            </a:r>
          </a:p>
          <a:p>
            <a:pPr>
              <a:defRPr sz="2000"/>
            </a:pPr>
            <a:r>
              <a:t>📋 Cas pratique</a:t>
            </a:r>
          </a:p>
          <a:p>
            <a:pPr>
              <a:defRPr sz="2000"/>
            </a:pPr>
            <a:r>
              <a:t>📋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Architecture IoT 3 tiers</a:t>
            </a:r>
          </a:p>
          <a:p>
            <a:pPr>
              <a:defRPr sz="2000"/>
            </a:pPr>
            <a:r>
              <a:t>1️⃣ Capteurs/actuateurs</a:t>
            </a:r>
          </a:p>
          <a:p>
            <a:pPr>
              <a:defRPr sz="2000"/>
            </a:pPr>
            <a:r>
              <a:t>1️⃣ Edge vs cloud</a:t>
            </a:r>
          </a:p>
          <a:p>
            <a:pPr>
              <a:defRPr sz="2000"/>
            </a:pPr>
            <a:r>
              <a:t>1️⃣ Protocoles légers</a:t>
            </a:r>
          </a:p>
          <a:p>
            <a:pPr>
              <a:defRPr sz="2000"/>
            </a:pPr>
            <a:r>
              <a:t>1️⃣ Sécurité IoT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Edge/Fog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Cas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