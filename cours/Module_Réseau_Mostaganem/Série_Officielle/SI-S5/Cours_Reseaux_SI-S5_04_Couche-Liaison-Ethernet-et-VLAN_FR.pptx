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: Couche Liaison Ethernet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2/10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3/10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4/10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5/10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6/10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7/10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8/10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9/10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10/10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SI S5 — Couche Liaison : Ethernet et VLAN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**Configurer** des VLAN 802.1Q (ports access et trunk).</a:t>
            </a:r>
          </a:p>
          <a:p>
            <a:pPr>
              <a:defRPr sz="2000"/>
            </a:pPr>
            <a:r>
              <a:t>🎯 **Expliquer** le routage **inter-VLAN** (routeur-on-a-stick, switch L3).</a:t>
            </a:r>
          </a:p>
          <a:p>
            <a:pPr>
              <a:defRPr sz="2000"/>
            </a:pPr>
            <a:r>
              <a:t>🎯 **Concevoir** un plan de segmentation VLAN pour un campus ou PME.</a:t>
            </a:r>
          </a:p>
          <a:p>
            <a:pPr>
              <a:defRPr sz="2000"/>
            </a:pPr>
            <a:r>
              <a:t>🎯 **Analyser** le trafic VLAN dans Wireshark et Packet Tracer.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Ethernet — rappels et approfondissements</a:t>
            </a:r>
          </a:p>
          <a:p>
            <a:pPr>
              <a:defRPr sz="2000"/>
            </a:pPr>
            <a:r>
              <a:t>📋 VLAN 802.1Q — concepts</a:t>
            </a:r>
          </a:p>
          <a:p>
            <a:pPr>
              <a:defRPr sz="2000"/>
            </a:pPr>
            <a:r>
              <a:t>📋 Ports access vs trunk</a:t>
            </a:r>
          </a:p>
          <a:p>
            <a:pPr>
              <a:defRPr sz="2000"/>
            </a:pPr>
            <a:r>
              <a:t>📋 Routage inter-VLAN</a:t>
            </a:r>
          </a:p>
          <a:p>
            <a:pPr>
              <a:defRPr sz="2000"/>
            </a:pPr>
            <a:r>
              <a:t>📋 Sécurité VLAN (aperçu)</a:t>
            </a:r>
          </a:p>
          <a:p>
            <a:pPr>
              <a:defRPr sz="2000"/>
            </a:pPr>
            <a:r>
              <a:t>📋 Conception et bonnes pratiques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chapitre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**Configurer** des VLAN 802.1Q (ports access et trunk).</a:t>
            </a:r>
          </a:p>
          <a:p>
            <a:pPr>
              <a:defRPr sz="2000"/>
            </a:pPr>
            <a:r>
              <a:t>1️⃣ **Expliquer** le routage **inter-VLAN** (routeur-on-a-stick, switch L3).</a:t>
            </a:r>
          </a:p>
          <a:p>
            <a:pPr>
              <a:defRPr sz="2000"/>
            </a:pPr>
            <a:r>
              <a:t>1️⃣ **Concevoir** un plan de segmentation VLAN pour un campus ou PME.</a:t>
            </a:r>
          </a:p>
          <a:p>
            <a:pPr>
              <a:defRPr sz="2000"/>
            </a:pPr>
            <a:r>
              <a:t>1️⃣ **Analyser** le trafic VLAN dans Wireshark et Packet Tracer.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Ethernet — approfondissements 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Agrégation de **plusieurs liens physiques** en un logique (L2/L3).</a:t>
            </a:r>
          </a:p>
          <a:p>
            <a:pPr>
              <a:defRPr sz="2000"/>
            </a:pPr>
            <a:r>
              <a:t>2️⃣ Détail en Ingénieur S6 — ici : principe de **redondance et bande passante**.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VLAN 802.1Q —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**12 bits** dans le tag 802.1Q → **4094 VLANs** utilisables (1 et 4095 réservés).</a:t>
            </a:r>
          </a:p>
          <a:p>
            <a:pPr>
              <a:defRPr sz="2000"/>
            </a:pPr>
            <a:r>
              <a:t>3️⃣ Plage recommandée : 1–1005 (VLAN normal range).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Trame 802.1Q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Ports access vs trunk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Sur un trunk, le trafic **non tagué** appartient au **native VLAN** (défaut : VLAN 1).</a:t>
            </a:r>
          </a:p>
          <a:p>
            <a:pPr>
              <a:defRPr sz="2000"/>
            </a:pPr>
            <a:r>
              <a:t>5️⃣ **Règle de sécurité** : ne pas utiliser VLAN 1 pour données ; aligner native VLAN des deux côtés du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SI-S5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