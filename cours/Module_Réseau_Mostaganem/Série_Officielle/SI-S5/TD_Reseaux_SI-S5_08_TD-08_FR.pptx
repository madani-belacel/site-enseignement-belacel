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: Équipements réseau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2/10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3/10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4/10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5/10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6/10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7/10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8/10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9/10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10/10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Applications et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Analyser résolution DNS récursive/itérative</a:t>
            </a:r>
          </a:p>
          <a:p>
            <a:pPr>
              <a:defRPr sz="2000"/>
            </a:pPr>
            <a:r>
              <a:t>🎯 Comparer HTTP/1.1 et HTTP/2 (multiplexage)</a:t>
            </a:r>
          </a:p>
          <a:p>
            <a:pPr>
              <a:defRPr sz="2000"/>
            </a:pPr>
            <a:r>
              <a:t>🎯 Configurer DHCP relay et comprendre enregistrements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Analyser résolution DNS récursive/itérative</a:t>
            </a:r>
          </a:p>
          <a:p>
            <a:pPr>
              <a:defRPr sz="2000"/>
            </a:pPr>
            <a:r>
              <a:t>1️⃣ Comparer HTTP/1.1 et HTTP/2 (multiplexage)</a:t>
            </a:r>
          </a:p>
          <a:p>
            <a:pPr>
              <a:defRPr sz="2000"/>
            </a:pPr>
            <a:r>
              <a:t>1️⃣ Configurer DHCP relay et comprendre enregistrements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DNS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HTTP/TLS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Différence **HTTP** et **HTTPS** (couche, port, certificat).</a:t>
            </a:r>
          </a:p>
          <a:p>
            <a:pPr>
              <a:defRPr sz="2000"/>
            </a:pPr>
            <a:r>
              <a:t>3️⃣ HTTP/2 : **multiplexage** sur une connexion TCP — avantage.</a:t>
            </a:r>
          </a:p>
          <a:p>
            <a:pPr>
              <a:defRPr sz="2000"/>
            </a:pPr>
            <a:r>
              <a:t>3️⃣ Citer 3 codes statut : 200, 301, 404 — signification.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DHCP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Cas pratique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**3 causes** possibles (L7).</a:t>
            </a:r>
          </a:p>
          <a:p>
            <a:pPr>
              <a:defRPr sz="2000"/>
            </a:pPr>
            <a:r>
              <a:t>5️⃣ Commande `curl -v` — que vérifier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