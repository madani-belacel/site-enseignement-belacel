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Analyse Wireshark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Capturer trafic TCP (3-way handshake, fenêtre)</a:t>
            </a:r>
          </a:p>
          <a:p>
            <a:pPr>
              <a:defRPr sz="2000"/>
            </a:pPr>
            <a:r>
              <a:t>🎯 Analyser requêtes DNS et HTTP/HTTPS</a:t>
            </a:r>
          </a:p>
          <a:p>
            <a:pPr>
              <a:defRPr sz="2000"/>
            </a:pPr>
            <a:r>
              <a:t>🎯 Appliquer filtres display et suivi de flux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Capturer trafic TCP (3-way handshake, fenêtre)</a:t>
            </a:r>
          </a:p>
          <a:p>
            <a:pPr>
              <a:defRPr sz="2000"/>
            </a:pPr>
            <a:r>
              <a:t>1️⃣ Analyser requêtes DNS et HTTP/HTTPS</a:t>
            </a:r>
          </a:p>
          <a:p>
            <a:pPr>
              <a:defRPr sz="2000"/>
            </a:pPr>
            <a:r>
              <a:t>1️⃣ Appliquer filtres display et suivi de flux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Préparation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Démarrer capture.</a:t>
            </a:r>
          </a:p>
          <a:p>
            <a:pPr>
              <a:defRPr sz="2000"/>
            </a:pPr>
            <a:r>
              <a:t>3️⃣ Ouvrir site HTTPS.</a:t>
            </a:r>
          </a:p>
          <a:p>
            <a:pPr>
              <a:defRPr sz="2000"/>
            </a:pPr>
            <a:r>
              <a:t>3️⃣ Stop ; filtre `tcp.port==443`.</a:t>
            </a:r>
          </a:p>
          <a:p>
            <a:pPr>
              <a:defRPr sz="2000"/>
            </a:pPr>
            <a:r>
              <a:t>3️⃣ Follow → TCP Stream ; identifier SYN, SYN-ACK, ACK.</a:t>
            </a:r>
          </a:p>
          <a:p>
            <a:pPr>
              <a:defRPr sz="2000"/>
            </a:pPr>
            <a:r>
              <a:t>3️⃣ Noter RTT (Statistics → TCP Stream Graphs).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Pourquoi HTTPS masque-t-il le contenu HTTP dans Wireshark ?</a:t>
            </a:r>
          </a:p>
          <a:p>
            <a:pPr>
              <a:defRPr sz="2000"/>
            </a:pPr>
            <a:r>
              <a:t>5️⃣ Différence capture filter vs display filter ?</a:t>
            </a:r>
          </a:p>
          <a:p>
            <a:pPr>
              <a:defRPr sz="2000"/>
            </a:pPr>
            <a:r>
              <a:t>5️⃣ Comment détecter retransmission TCP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