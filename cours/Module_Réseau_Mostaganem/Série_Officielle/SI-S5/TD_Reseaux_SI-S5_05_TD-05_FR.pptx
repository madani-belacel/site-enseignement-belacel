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VLSM et routage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Appliquer VLSM sur un bloc /24 ou /23</a:t>
            </a:r>
          </a:p>
          <a:p>
            <a:pPr>
              <a:defRPr sz="2000"/>
            </a:pPr>
            <a:r>
              <a:t>🎯 Configurer NAT/PAT (overload)</a:t>
            </a:r>
          </a:p>
          <a:p>
            <a:pPr>
              <a:defRPr sz="2000"/>
            </a:pPr>
            <a:r>
              <a:t>🎯 Agréger des routes (supernetting)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Appliquer VLSM sur un bloc /24 ou /23</a:t>
            </a:r>
          </a:p>
          <a:p>
            <a:pPr>
              <a:defRPr sz="2000"/>
            </a:pPr>
            <a:r>
              <a:t>1️⃣ Configurer NAT/PAT (overload)</a:t>
            </a:r>
          </a:p>
          <a:p>
            <a:pPr>
              <a:defRPr sz="2000"/>
            </a:pPr>
            <a:r>
              <a:t>1️⃣ Agréger des routes (supernetting)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VLSM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NAT/PAT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Différence **NAT statique** vs **PAT (overload)**.</a:t>
            </a:r>
          </a:p>
          <a:p>
            <a:pPr>
              <a:defRPr sz="2000"/>
            </a:pPr>
            <a:r>
              <a:t>3️⃣ Écrire la logique : PC 192.168.1.10:5000 → serveur web 93.184.216.34:443.</a:t>
            </a:r>
          </a:p>
          <a:p>
            <a:pPr>
              <a:defRPr sz="2000"/>
            </a:pPr>
            <a:r>
              <a:t>3️⃣ Pourquoi NAT complique IPsec et P2P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Agrégation de routes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192.168.0.0/26</a:t>
            </a:r>
          </a:p>
          <a:p>
            <a:pPr>
              <a:defRPr sz="2000"/>
            </a:pPr>
            <a:r>
              <a:t>4️⃣ 192.168.0.64/26</a:t>
            </a:r>
          </a:p>
          <a:p>
            <a:pPr>
              <a:defRPr sz="2000"/>
            </a:pPr>
            <a:r>
              <a:t>4️⃣ 192.168.0.128/26</a:t>
            </a:r>
          </a:p>
          <a:p>
            <a:pPr>
              <a:defRPr sz="2000"/>
            </a:pPr>
            <a:r>
              <a:t>4️⃣ 192.168.0.192/26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Routage statique avancé (3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