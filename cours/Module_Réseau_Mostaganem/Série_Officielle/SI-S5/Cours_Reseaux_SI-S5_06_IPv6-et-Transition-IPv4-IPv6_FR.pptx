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: Couche Transport TCP/UDP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2/10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3/10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4/10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5/10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6/10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7/10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8/10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9/10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10/10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SI S5 — IPv6 et transition IPv4/IPv6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SI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**Lire** et **écrire** des adresses IPv6 (notation complète, compressée, mixte).</a:t>
            </a:r>
          </a:p>
          <a:p>
            <a:pPr>
              <a:defRPr sz="2000"/>
            </a:pPr>
            <a:r>
              <a:t>🎯 **Identifier** les types d'adresses IPv6 (unicast global, link-local, ULA, multicast).</a:t>
            </a:r>
          </a:p>
          <a:p>
            <a:pPr>
              <a:defRPr sz="2000"/>
            </a:pPr>
            <a:r>
              <a:t>🎯 **Expliquer** Neighbor Discovery (ND) et **SLAAC**.</a:t>
            </a:r>
          </a:p>
          <a:p>
            <a:pPr>
              <a:defRPr sz="2000"/>
            </a:pPr>
            <a:r>
              <a:t>🎯 **Décrire** les mécanismes de **transition** (dual-stack, tunneling).</a:t>
            </a:r>
          </a:p>
          <a:p>
            <a:pPr>
              <a:defRPr sz="2000"/>
            </a:pPr>
            <a:r>
              <a:t>🎯 **Configurer** une adresse IPv6 de base dans Packet Tracer.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Motivations et comparaison IPv4/IPv6</a:t>
            </a:r>
          </a:p>
          <a:p>
            <a:pPr>
              <a:defRPr sz="2000"/>
            </a:pPr>
            <a:r>
              <a:t>📋 Format et notation des adresses</a:t>
            </a:r>
          </a:p>
          <a:p>
            <a:pPr>
              <a:defRPr sz="2000"/>
            </a:pPr>
            <a:r>
              <a:t>📋 Types d'adresses IPv6</a:t>
            </a:r>
          </a:p>
          <a:p>
            <a:pPr>
              <a:defRPr sz="2000"/>
            </a:pPr>
            <a:r>
              <a:t>📋 En-tête IPv6 et ICMPv6</a:t>
            </a:r>
          </a:p>
          <a:p>
            <a:pPr>
              <a:defRPr sz="2000"/>
            </a:pPr>
            <a:r>
              <a:t>📋 Neighbor Discovery et SLAAC</a:t>
            </a:r>
          </a:p>
          <a:p>
            <a:pPr>
              <a:defRPr sz="2000"/>
            </a:pPr>
            <a:r>
              <a:t>📋 DHCPv6 (aperçu)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du chapitre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**Lire** et **écrire** des adresses IPv6 (notation complète, compressée, mixte).</a:t>
            </a:r>
          </a:p>
          <a:p>
            <a:pPr>
              <a:defRPr sz="2000"/>
            </a:pPr>
            <a:r>
              <a:t>1️⃣ **Identifier** les types d'adresses IPv6 (unicast global, link-local, ULA, multicast).</a:t>
            </a:r>
          </a:p>
          <a:p>
            <a:pPr>
              <a:defRPr sz="2000"/>
            </a:pPr>
            <a:r>
              <a:t>1️⃣ **Expliquer** Neighbor Discovery (ND) et **SLAAC**.</a:t>
            </a:r>
          </a:p>
          <a:p>
            <a:pPr>
              <a:defRPr sz="2000"/>
            </a:pPr>
            <a:r>
              <a:t>1️⃣ **Décrire** les mécanismes de **transition** (dual-stack, tunneling).</a:t>
            </a:r>
          </a:p>
          <a:p>
            <a:pPr>
              <a:defRPr sz="2000"/>
            </a:pPr>
            <a:r>
              <a:t>1️⃣ **Configurer** une adresse IPv6 de base dans Packet Tracer.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Motivations IPv6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Notation des adresses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**128 bits** = **8 groupes** de 16 bits en **hexadécimal**, séparés par `:`</a:t>
            </a:r>
          </a:p>
          <a:p>
            <a:pPr>
              <a:defRPr sz="2000"/>
            </a:pPr>
            <a:r>
              <a:t>3️⃣ Exemple : `2001:0DB8:0000:0000:0000:FF00:0042:8329`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Types d'adresses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En-tête IPv6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