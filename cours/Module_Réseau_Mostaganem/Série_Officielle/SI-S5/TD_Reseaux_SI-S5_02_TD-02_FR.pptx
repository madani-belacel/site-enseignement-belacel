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SI S5 — OSI/TCP-IP approfondi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Mapper protocoles et équipements sur OSI/TCP-IP</a:t>
            </a:r>
          </a:p>
          <a:p>
            <a:pPr>
              <a:defRPr sz="2000"/>
            </a:pPr>
            <a:r>
              <a:t>🎯 Diagnostiquer une panne par couche (bottom-up)</a:t>
            </a:r>
          </a:p>
          <a:p>
            <a:pPr>
              <a:defRPr sz="2000"/>
            </a:pPr>
            <a:r>
              <a:t>🎯 Quantifier l'overhead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Mapper protocoles et équipements sur OSI/TCP-IP</a:t>
            </a:r>
          </a:p>
          <a:p>
            <a:pPr>
              <a:defRPr sz="2000"/>
            </a:pPr>
            <a:r>
              <a:t>1️⃣ Diagnostiquer une panne par couche (bottom-up)</a:t>
            </a:r>
          </a:p>
          <a:p>
            <a:pPr>
              <a:defRPr sz="2000"/>
            </a:pPr>
            <a:r>
              <a:t>1️⃣ Quantifier l'overhead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Correspondance couches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Encapsulation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Diagnostic par couche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Le problème est-il local (L2) ou routage (L3) ?</a:t>
            </a:r>
          </a:p>
          <a:p>
            <a:pPr>
              <a:defRPr sz="2000"/>
            </a:pPr>
            <a:r>
              <a:t>4️⃣ Proposer **3 actions** de dépannage ordonnées.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Performance par couche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