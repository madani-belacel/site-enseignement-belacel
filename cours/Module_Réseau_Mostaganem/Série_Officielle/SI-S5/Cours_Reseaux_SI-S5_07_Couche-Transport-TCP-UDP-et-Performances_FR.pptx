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: Couche Application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2/10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3/10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4/10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5/10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6/10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7/10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8/10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9/10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07 — Diapo 10/10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SI S5 — Couche Transport : TCP/UDP et performances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**Analyser** les mécanismes avancés de **TCP** (fenêtre, RTT, retransmission).</a:t>
            </a:r>
          </a:p>
          <a:p>
            <a:pPr>
              <a:defRPr sz="2000"/>
            </a:pPr>
            <a:r>
              <a:t>🎯 **Expliquer** le **contrôle de congestion** (slow start, AIMD).</a:t>
            </a:r>
          </a:p>
          <a:p>
            <a:pPr>
              <a:defRPr sz="2000"/>
            </a:pPr>
            <a:r>
              <a:t>🎯 **Mesurer** les performances transport avec Wireshark et `netstat`.</a:t>
            </a:r>
          </a:p>
          <a:p>
            <a:pPr>
              <a:defRPr sz="2000"/>
            </a:pPr>
            <a:r>
              <a:t>🎯 **Choisir** TCP ou UDP pour des applications SI (API, streaming, IoT).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Rappels TCP/UDP (ISIL-S4)</a:t>
            </a:r>
          </a:p>
          <a:p>
            <a:pPr>
              <a:defRPr sz="2000"/>
            </a:pPr>
            <a:r>
              <a:t>📋 Fenêtre glissante et contrôle de flux</a:t>
            </a:r>
          </a:p>
          <a:p>
            <a:pPr>
              <a:defRPr sz="2000"/>
            </a:pPr>
            <a:r>
              <a:t>📋 RTT, RTO et retransmission</a:t>
            </a:r>
          </a:p>
          <a:p>
            <a:pPr>
              <a:defRPr sz="2000"/>
            </a:pPr>
            <a:r>
              <a:t>📋 Contrôle de congestion</a:t>
            </a:r>
          </a:p>
          <a:p>
            <a:pPr>
              <a:defRPr sz="2000"/>
            </a:pPr>
            <a:r>
              <a:t>📋 Performance TCP — facteurs limitants</a:t>
            </a:r>
          </a:p>
          <a:p>
            <a:pPr>
              <a:defRPr sz="2000"/>
            </a:pPr>
            <a:r>
              <a:t>📋 UDP avancé et cas d'usage 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**Analyser** les mécanismes avancés de **TCP** (fenêtre, RTT, retransmission).</a:t>
            </a:r>
          </a:p>
          <a:p>
            <a:pPr>
              <a:defRPr sz="2000"/>
            </a:pPr>
            <a:r>
              <a:t>1️⃣ **Expliquer** le **contrôle de congestion** (slow start, AIMD).</a:t>
            </a:r>
          </a:p>
          <a:p>
            <a:pPr>
              <a:defRPr sz="2000"/>
            </a:pPr>
            <a:r>
              <a:t>1️⃣ **Mesurer** les performances transport avec Wireshark et `netstat`.</a:t>
            </a:r>
          </a:p>
          <a:p>
            <a:pPr>
              <a:defRPr sz="2000"/>
            </a:pPr>
            <a:r>
              <a:t>1️⃣ **Choisir** TCP ou UDP pour des applications SI (API, streaming, IoT).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Rappels — comparaison TCP/UDP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Contrôle de flux (Flow Control)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Le récepteur annonce **rwnd** (*receive window*) dans chaque segment TCP.</a:t>
            </a:r>
          </a:p>
          <a:p>
            <a:pPr>
              <a:defRPr sz="2000"/>
            </a:pPr>
            <a:r>
              <a:t>3️⃣ L'émetteur ne peut pas avoir plus de **rwnd octets non acquittés** en transit.</a:t>
            </a:r>
          </a:p>
          <a:p>
            <a:pPr>
              <a:defRPr sz="2000"/>
            </a:pPr>
            <a:r>
              <a:t>3️⃣ Si récepteur saturé → rwnd = 0 → émetteur **pause**.</a:t>
            </a:r>
          </a:p>
          <a:p>
            <a:pPr>
              <a:defRPr sz="2000"/>
            </a:pPr>
            <a:r>
              <a:t>3️⃣ **Persist timer** : sondes périodiques pour réouverture.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RTT, RTO et retransmission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Si **ACK** non reçu avant **RTO** → retransmission du segment.</a:t>
            </a:r>
          </a:p>
          <a:p>
            <a:pPr>
              <a:defRPr sz="2000"/>
            </a:pPr>
            <a:r>
              <a:t>4️⃣ Wireshark marque **[TCP Retransmission]** et **[TCP Dup ACK]**.</a:t>
            </a:r>
          </a:p>
          <a:p>
            <a:pPr>
              <a:defRPr sz="2000"/>
            </a:pPr>
            <a:r>
              <a:t>4️⃣ **3 ACK dupliqués** → perte probable → retransmission **sans attendre RTO**.</a:t>
            </a:r>
          </a:p>
          <a:p>
            <a:pPr>
              <a:defRPr sz="2000"/>
            </a:pPr>
            <a:r>
              <a:t>4️⃣ Améliore performance sur liens à latence variable.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Contrôle de congestion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