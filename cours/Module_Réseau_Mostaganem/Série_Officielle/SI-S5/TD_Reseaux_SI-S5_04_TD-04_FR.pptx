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: Couche Liaison Ethernet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2/10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3/10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4/10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5/10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6/10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7/10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8/10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9/10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04 — Diapo 10/10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SI S5 — VLAN et Ethernet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Concevoir un plan VLAN 802.1Q pour une PME</a:t>
            </a:r>
          </a:p>
          <a:p>
            <a:pPr>
              <a:defRPr sz="2000"/>
            </a:pPr>
            <a:r>
              <a:t>🎯 Distinguer ports access et trunk</a:t>
            </a:r>
          </a:p>
          <a:p>
            <a:pPr>
              <a:defRPr sz="2000"/>
            </a:pPr>
            <a:r>
              <a:t>🎯 Expliquer routage inter-VLAN (router-on-a-stick vs switch L3)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Concevoir un plan VLAN 802.1Q pour une PME</a:t>
            </a:r>
          </a:p>
          <a:p>
            <a:pPr>
              <a:defRPr sz="2000"/>
            </a:pPr>
            <a:r>
              <a:t>1️⃣ Distinguer ports access et trunk</a:t>
            </a:r>
          </a:p>
          <a:p>
            <a:pPr>
              <a:defRPr sz="2000"/>
            </a:pPr>
            <a:r>
              <a:t>1️⃣ Expliquer routage inter-VLAN (router-on-a-stick vs switch L3)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Concepts VLAN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Un broadcast ARP VLAN 10 ne sort pas des ports VLAN 10.</a:t>
            </a:r>
          </a:p>
          <a:p>
            <a:pPr>
              <a:defRPr sz="2000"/>
            </a:pPr>
            <a:r>
              <a:t>2️⃣ Le tag 802.1Q est présent sur les trames des ports access.</a:t>
            </a:r>
          </a:p>
          <a:p>
            <a:pPr>
              <a:defRPr sz="2000"/>
            </a:pPr>
            <a:r>
              <a:t>2️⃣ Le VLAN natif transporte des trames non taguées sur un trunk.</a:t>
            </a:r>
          </a:p>
          <a:p>
            <a:pPr>
              <a:defRPr sz="2000"/>
            </a:pPr>
            <a:r>
              <a:t>2️⃣ 4094 VLANs maximum utilisables (VID 12 bits).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Plan VLAN PME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Compléter les sous-réseaux (/26 ou /27 selon besoin).</a:t>
            </a:r>
          </a:p>
          <a:p>
            <a:pPr>
              <a:defRPr sz="2000"/>
            </a:pPr>
            <a:r>
              <a:t>3️⃣ Quel VLAN doit être **isolé** de Admin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Trunk et inter-VLAN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Dépannage VLAN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**3 vérifications** sur switch (VLAN port, trunk allowed, SVI).</a:t>
            </a:r>
          </a:p>
          <a:p>
            <a:pPr>
              <a:defRPr sz="2000"/>
            </a:pPr>
            <a:r>
              <a:t>5️⃣ Impact d'un **VLAN natif mismatch** entre deux switches.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