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: Couche Application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2/10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3/10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4/10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5/10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6/10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7/10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8/10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9/10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07 — Diapo 10/10</a:t>
            </a:r>
          </a:p>
          <a:p>
            <a:r>
              <a:t>Couche Application</a:t>
            </a:r>
          </a:p>
          <a:p>
            <a:r>
              <a:t>HTTP, DNS, DHCP, SMTP, TLS/SSL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SI S5 — Transport TCP/UDP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Analyser three-way handshake et fermeture TCP</a:t>
            </a:r>
          </a:p>
          <a:p>
            <a:pPr>
              <a:defRPr sz="2000"/>
            </a:pPr>
            <a:r>
              <a:t>🎯 Comprendre fenêtre, RTT et congestion</a:t>
            </a:r>
          </a:p>
          <a:p>
            <a:pPr>
              <a:defRPr sz="2000"/>
            </a:pPr>
            <a:r>
              <a:t>🎯 Choisir TCP vs UDP selon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Analyser three-way handshake et fermeture TCP</a:t>
            </a:r>
          </a:p>
          <a:p>
            <a:pPr>
              <a:defRPr sz="2000"/>
            </a:pPr>
            <a:r>
              <a:t>1️⃣ Comprendre fenêtre, RTT et congestion</a:t>
            </a:r>
          </a:p>
          <a:p>
            <a:pPr>
              <a:defRPr sz="2000"/>
            </a:pPr>
            <a:r>
              <a:t>1️⃣ Choisir TCP vs UDP selon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TCP vs UDP (4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Handshake et ports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Fenêtre et débit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 — Wireshark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Quand TCP retransmet-il ?</a:t>
            </a:r>
          </a:p>
          <a:p>
            <a:pPr>
              <a:defRPr sz="2000"/>
            </a:pPr>
            <a:r>
              <a:t>5️⃣ Différence **RST** vs **FIN**.</a:t>
            </a:r>
          </a:p>
          <a:p>
            <a:pPr>
              <a:defRPr sz="2000"/>
            </a:pPr>
            <a:r>
              <a:t>5️⃣ Filtrer Wireshark : flux client→serveur 443.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SI-S5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