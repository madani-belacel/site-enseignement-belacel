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S2 — SDN programmable — P4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P4 language data plane</a:t>
            </a:r>
          </a:p>
          <a:p>
            <a:pPr>
              <a:defRPr sz="2000"/>
            </a:pPr>
            <a:r>
              <a:t>🎯 BMv2 behavioral model</a:t>
            </a:r>
          </a:p>
          <a:p>
            <a:pPr>
              <a:defRPr sz="2000"/>
            </a:pPr>
            <a:r>
              <a:t>🎯 P4Runtime control</a:t>
            </a:r>
          </a:p>
          <a:p>
            <a:pPr>
              <a:defRPr sz="2000"/>
            </a:pPr>
            <a:r>
              <a:t>🎯 INT telemetry</a:t>
            </a:r>
          </a:p>
          <a:p>
            <a:pPr>
              <a:defRPr sz="2000"/>
            </a:pPr>
            <a:r>
              <a:t>🎯 Use cases 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Fondements</a:t>
            </a:r>
          </a:p>
          <a:p>
            <a:pPr>
              <a:defRPr sz="2000"/>
            </a:pPr>
            <a:r>
              <a:t>📋 Techniques</a:t>
            </a:r>
          </a:p>
          <a:p>
            <a:pPr>
              <a:defRPr sz="2000"/>
            </a:pPr>
            <a:r>
              <a:t>📋 Outils</a:t>
            </a:r>
          </a:p>
          <a:p>
            <a:pPr>
              <a:defRPr sz="2000"/>
            </a:pPr>
            <a:r>
              <a:t>📋 Cas</a:t>
            </a:r>
          </a:p>
          <a:p>
            <a:pPr>
              <a:defRPr sz="2000"/>
            </a:pPr>
            <a:r>
              <a:t>📋 Travaux dirigés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P4 language data plane</a:t>
            </a:r>
          </a:p>
          <a:p>
            <a:pPr>
              <a:defRPr sz="2000"/>
            </a:pPr>
            <a:r>
              <a:t>1️⃣ BMv2 behavioral model</a:t>
            </a:r>
          </a:p>
          <a:p>
            <a:pPr>
              <a:defRPr sz="2000"/>
            </a:pPr>
            <a:r>
              <a:t>1️⃣ P4Runtime control</a:t>
            </a:r>
          </a:p>
          <a:p>
            <a:pPr>
              <a:defRPr sz="2000"/>
            </a:pPr>
            <a:r>
              <a:t>1️⃣ INT telemetry</a:t>
            </a:r>
          </a:p>
          <a:p>
            <a:pPr>
              <a:defRPr sz="2000"/>
            </a:pPr>
            <a:r>
              <a:t>1️⃣ Use cases 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BMv2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P4Runtime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