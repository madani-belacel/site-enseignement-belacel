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RSID M1 S2 — Threat landscape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2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APT lifecycle</a:t>
            </a:r>
          </a:p>
          <a:p>
            <a:pPr>
              <a:defRPr sz="2000"/>
            </a:pPr>
            <a:r>
              <a:t>🎯 Kill chain</a:t>
            </a:r>
          </a:p>
          <a:p>
            <a:pPr>
              <a:defRPr sz="2000"/>
            </a:pPr>
            <a:r>
              <a:t>🎯 MITRE ATT&amp;CK tactics</a:t>
            </a:r>
          </a:p>
          <a:p>
            <a:pPr>
              <a:defRPr sz="2000"/>
            </a:pPr>
            <a:r>
              <a:t>🎯 L2-L7 attacks</a:t>
            </a:r>
          </a:p>
          <a:p>
            <a:pPr>
              <a:defRPr sz="2000"/>
            </a:pPr>
            <a:r>
              <a:t>🎯 Threat intel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Fondements</a:t>
            </a:r>
          </a:p>
          <a:p>
            <a:pPr>
              <a:defRPr sz="2000"/>
            </a:pPr>
            <a:r>
              <a:t>📋 Techniques</a:t>
            </a:r>
          </a:p>
          <a:p>
            <a:pPr>
              <a:defRPr sz="2000"/>
            </a:pPr>
            <a:r>
              <a:t>📋 Outils</a:t>
            </a:r>
          </a:p>
          <a:p>
            <a:pPr>
              <a:defRPr sz="2000"/>
            </a:pPr>
            <a:r>
              <a:t>📋 Cas</a:t>
            </a:r>
          </a:p>
          <a:p>
            <a:pPr>
              <a:defRPr sz="2000"/>
            </a:pPr>
            <a:r>
              <a:t>📋 Travaux dirigés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APT lifecycle</a:t>
            </a:r>
          </a:p>
          <a:p>
            <a:pPr>
              <a:defRPr sz="2000"/>
            </a:pPr>
            <a:r>
              <a:t>1️⃣ Kill chain</a:t>
            </a:r>
          </a:p>
          <a:p>
            <a:pPr>
              <a:defRPr sz="2000"/>
            </a:pPr>
            <a:r>
              <a:t>1️⃣ MITRE ATT&amp;CK tactics</a:t>
            </a:r>
          </a:p>
          <a:p>
            <a:pPr>
              <a:defRPr sz="2000"/>
            </a:pPr>
            <a:r>
              <a:t>1️⃣ L2-L7 attacks</a:t>
            </a:r>
          </a:p>
          <a:p>
            <a:pPr>
              <a:defRPr sz="2000"/>
            </a:pPr>
            <a:r>
              <a:t>1️⃣ Threat intel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MITRE ATT&amp;CK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Attaques L2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