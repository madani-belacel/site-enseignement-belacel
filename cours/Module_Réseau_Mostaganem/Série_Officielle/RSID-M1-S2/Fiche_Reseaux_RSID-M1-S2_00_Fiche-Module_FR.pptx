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RSID M1 S2 — Sécurité &amp; SDN avancé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Threat landscape</a:t>
            </a:r>
          </a:p>
          <a:p>
            <a:pPr>
              <a:defRPr sz="2000"/>
            </a:pPr>
            <a:r>
              <a:t>3️⃣ Ch. 02 : SDN programmable</a:t>
            </a:r>
          </a:p>
          <a:p>
            <a:pPr>
              <a:defRPr sz="2000"/>
            </a:pPr>
            <a:r>
              <a:t>3️⃣ Ch. 03 : Network automation</a:t>
            </a:r>
          </a:p>
          <a:p>
            <a:pPr>
              <a:defRPr sz="2000"/>
            </a:pPr>
            <a:r>
              <a:t>3️⃣ Ch. 04 : Articles &amp; séminaire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