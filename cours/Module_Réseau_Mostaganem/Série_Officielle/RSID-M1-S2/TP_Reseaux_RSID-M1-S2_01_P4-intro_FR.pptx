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RSID M1 S2 — Introduction P4/Mininet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Compiler programme P4 simple</a:t>
            </a:r>
          </a:p>
          <a:p>
            <a:pPr>
              <a:defRPr sz="2000"/>
            </a:pPr>
            <a:r>
              <a:t>🎯 Inject table entries</a:t>
            </a:r>
          </a:p>
          <a:p>
            <a:pPr>
              <a:defRPr sz="2000"/>
            </a:pPr>
            <a:r>
              <a:t>🎯 Test forwarding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Compiler programme P4 simple</a:t>
            </a:r>
          </a:p>
          <a:p>
            <a:pPr>
              <a:defRPr sz="2000"/>
            </a:pPr>
            <a:r>
              <a:t>1️⃣ Inject table entries</a:t>
            </a:r>
          </a:p>
          <a:p>
            <a:pPr>
              <a:defRPr sz="2000"/>
            </a:pPr>
            <a:r>
              <a:t>1️⃣ Test forwarding custom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