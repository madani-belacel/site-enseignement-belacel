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RSID M1 S2 — Network 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IaC Terraform/Ansible</a:t>
            </a:r>
          </a:p>
          <a:p>
            <a:pPr>
              <a:defRPr sz="2000"/>
            </a:pPr>
            <a:r>
              <a:t>🎯 NETCONF/YANG</a:t>
            </a:r>
          </a:p>
          <a:p>
            <a:pPr>
              <a:defRPr sz="2000"/>
            </a:pPr>
            <a:r>
              <a:t>🎯 CI/CD pipeline network</a:t>
            </a:r>
          </a:p>
          <a:p>
            <a:pPr>
              <a:defRPr sz="2000"/>
            </a:pPr>
            <a:r>
              <a:t>🎯 Test validation Batfish</a:t>
            </a:r>
          </a:p>
          <a:p>
            <a:pPr>
              <a:defRPr sz="2000"/>
            </a:pPr>
            <a:r>
              <a:t>🎯 GitOps configs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Fondements</a:t>
            </a:r>
          </a:p>
          <a:p>
            <a:pPr>
              <a:defRPr sz="2000"/>
            </a:pPr>
            <a:r>
              <a:t>📋 Techniques</a:t>
            </a:r>
          </a:p>
          <a:p>
            <a:pPr>
              <a:defRPr sz="2000"/>
            </a:pPr>
            <a:r>
              <a:t>📋 Outils</a:t>
            </a:r>
          </a:p>
          <a:p>
            <a:pPr>
              <a:defRPr sz="2000"/>
            </a:pPr>
            <a:r>
              <a:t>📋 Cas</a:t>
            </a:r>
          </a:p>
          <a:p>
            <a:pPr>
              <a:defRPr sz="2000"/>
            </a:pPr>
            <a:r>
              <a:t>📋 Travaux dirigés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IaC Terraform/Ansible</a:t>
            </a:r>
          </a:p>
          <a:p>
            <a:pPr>
              <a:defRPr sz="2000"/>
            </a:pPr>
            <a:r>
              <a:t>1️⃣ NETCONF/YANG</a:t>
            </a:r>
          </a:p>
          <a:p>
            <a:pPr>
              <a:defRPr sz="2000"/>
            </a:pPr>
            <a:r>
              <a:t>1️⃣ CI/CD pipeline network</a:t>
            </a:r>
          </a:p>
          <a:p>
            <a:pPr>
              <a:defRPr sz="2000"/>
            </a:pPr>
            <a:r>
              <a:t>1️⃣ Test validation Batfish</a:t>
            </a:r>
          </a:p>
          <a:p>
            <a:pPr>
              <a:defRPr sz="2000"/>
            </a:pPr>
            <a:r>
              <a:t>1️⃣ GitOps configs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Ansible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