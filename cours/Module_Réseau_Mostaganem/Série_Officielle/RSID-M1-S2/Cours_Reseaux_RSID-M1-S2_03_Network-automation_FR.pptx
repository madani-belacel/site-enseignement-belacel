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03 : Couche Physique</a:t>
            </a:r>
          </a:p>
          <a:p>
            <a:r>
              <a:t>Module Reseaux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03 — Diapo 2/10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03 — Diapo 3/10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03 — Diapo 4/10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03 — Diapo 5/10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03 — Diapo 6/10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03 — Diapo 7/10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03 — Diapo 8/10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03 — Diapo 9/10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03 — Diapo 10/10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Cours Réseaux RSID M1 S2 — Network automation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Master RSID — Semestre 2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RSID-M1-S2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IaC Terraform/Ansible</a:t>
            </a:r>
          </a:p>
          <a:p>
            <a:pPr>
              <a:defRPr sz="2000"/>
            </a:pPr>
            <a:r>
              <a:t>🎯 NETCONF/YANG</a:t>
            </a:r>
          </a:p>
          <a:p>
            <a:pPr>
              <a:defRPr sz="2000"/>
            </a:pPr>
            <a:r>
              <a:t>🎯 CI/CD pipeline network</a:t>
            </a:r>
          </a:p>
          <a:p>
            <a:pPr>
              <a:defRPr sz="2000"/>
            </a:pPr>
            <a:r>
              <a:t>🎯 Test validation Batfish</a:t>
            </a:r>
          </a:p>
          <a:p>
            <a:pPr>
              <a:defRPr sz="2000"/>
            </a:pPr>
            <a:r>
              <a:t>🎯 GitOps configs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RSID-M1-S2  •  Diapositive 2/10</a:t>
            </a:r>
          </a:p>
        </p:txBody>
      </p:sp>
      <p:pic>
        <p:nvPicPr>
          <p:cNvPr id="5" name="Picture 4" descr="Reseaux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Fondements</a:t>
            </a:r>
          </a:p>
          <a:p>
            <a:pPr>
              <a:defRPr sz="2000"/>
            </a:pPr>
            <a:r>
              <a:t>📋 Techniques</a:t>
            </a:r>
          </a:p>
          <a:p>
            <a:pPr>
              <a:defRPr sz="2000"/>
            </a:pPr>
            <a:r>
              <a:t>📋 Outils</a:t>
            </a:r>
          </a:p>
          <a:p>
            <a:pPr>
              <a:defRPr sz="2000"/>
            </a:pPr>
            <a:r>
              <a:t>📋 Cas</a:t>
            </a:r>
          </a:p>
          <a:p>
            <a:pPr>
              <a:defRPr sz="2000"/>
            </a:pPr>
            <a:r>
              <a:t>📋 Travaux dirigés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RSID-M1-S2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 pédagogiques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IaC Terraform/Ansible</a:t>
            </a:r>
          </a:p>
          <a:p>
            <a:pPr>
              <a:defRPr sz="2000"/>
            </a:pPr>
            <a:r>
              <a:t>1️⃣ NETCONF/YANG</a:t>
            </a:r>
          </a:p>
          <a:p>
            <a:pPr>
              <a:defRPr sz="2000"/>
            </a:pPr>
            <a:r>
              <a:t>1️⃣ CI/CD pipeline network</a:t>
            </a:r>
          </a:p>
          <a:p>
            <a:pPr>
              <a:defRPr sz="2000"/>
            </a:pPr>
            <a:r>
              <a:t>1️⃣ Test validation Batfish</a:t>
            </a:r>
          </a:p>
          <a:p>
            <a:pPr>
              <a:defRPr sz="2000"/>
            </a:pPr>
            <a:r>
              <a:t>1️⃣ GitOps configs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RSID-M1-S2  •  Diapositive 4/10</a:t>
            </a:r>
          </a:p>
        </p:txBody>
      </p:sp>
      <p:pic>
        <p:nvPicPr>
          <p:cNvPr id="5" name="Picture 4" descr="Reseaux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IaC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RSID-M1-S2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Ansible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RSID-M1-S2  •  Diapositive 6/10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CI/CD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RSID-M1-S2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Validation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RSID-M1-S2  •  Diapositive 8/10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RSID-M1-S2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RSID-M1-S2  •  Diapositive 10/10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