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: Modèle OSI vs TCP/IP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2/10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3/10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4/10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5/10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6/10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7/10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8/10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9/10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10/10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TP Réseaux ISIL S4 — Câblage et adressage IP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ISIL — Semestre 4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Configurer un routeur comme passerelle par défaut</a:t>
            </a:r>
          </a:p>
          <a:p>
            <a:pPr>
              <a:defRPr sz="2000"/>
            </a:pPr>
            <a:r>
              <a:t>🎯 Appliquer un plan d'adressage structuré</a:t>
            </a:r>
          </a:p>
          <a:p>
            <a:pPr>
              <a:defRPr sz="2000"/>
            </a:pPr>
            <a:r>
              <a:t>🎯 Utiliser les commandes `ipconfig` et `show ip interface brief`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Configurer un routeur comme passerelle par défaut</a:t>
            </a:r>
          </a:p>
          <a:p>
            <a:pPr>
              <a:defRPr sz="2000"/>
            </a:pPr>
            <a:r>
              <a:t>1️⃣ Appliquer un plan d'adressage structuré</a:t>
            </a:r>
          </a:p>
          <a:p>
            <a:pPr>
              <a:defRPr sz="2000"/>
            </a:pPr>
            <a:r>
              <a:t>1️⃣ Utiliser les commandes `ipconfig` et `show ip interface brief`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1 — Topologie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2 — Consignes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Placer : 1 Routeur 4321, 2 Switch 2960, 3 PC.</a:t>
            </a:r>
          </a:p>
          <a:p>
            <a:pPr>
              <a:defRPr sz="2000"/>
            </a:pPr>
            <a:r>
              <a:t>3️⃣ Connecter PC1 et PC2 au Switch1, PC3 au Switch2.</a:t>
            </a:r>
          </a:p>
          <a:p>
            <a:pPr>
              <a:defRPr sz="2000"/>
            </a:pPr>
            <a:r>
              <a:t>3️⃣ Connecter Switch1 → R1 Gig0/0, Switch2 → R1 Gig0/1.</a:t>
            </a:r>
          </a:p>
          <a:p>
            <a:pPr>
              <a:defRPr sz="2000"/>
            </a:pPr>
            <a:r>
              <a:t>3️⃣ Utiliser des câbles **Copper Straight-Through**.</a:t>
            </a:r>
          </a:p>
          <a:p>
            <a:pPr>
              <a:defRPr sz="2000"/>
            </a:pPr>
            <a:r>
              <a:t>3️⃣ Cliquer R1 → **Config** → **GigabitEthernet0/0** 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3 — Vérifications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4 — Questions de bilan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Pourquoi PC1 et PC3 ont-ils des passerelles différentes ?</a:t>
            </a:r>
          </a:p>
          <a:p>
            <a:pPr>
              <a:defRPr sz="2000"/>
            </a:pPr>
            <a:r>
              <a:t>5️⃣ Le routeur modifie-t-il l'adresse IP source/dest du paquet ICMP ?</a:t>
            </a:r>
          </a:p>
          <a:p>
            <a:pPr>
              <a:defRPr sz="2000"/>
            </a:pPr>
            <a:r>
              <a:t>5️⃣ Les adresses MAC changent-elles à chaque saut ? Pourquoi ?</a:t>
            </a:r>
          </a:p>
          <a:p>
            <a:pPr>
              <a:defRPr sz="2000"/>
            </a:pPr>
            <a:r>
              <a:t>5️⃣ Que se passe-t-il si on oublie `no shutdown` sur l'interface du routeur ?</a:t>
            </a:r>
          </a:p>
          <a:p>
            <a:pPr>
              <a:defRPr sz="2000"/>
            </a:pPr>
            <a:r>
              <a:t>5️⃣ Combien de domaines de diffusion (broadcast) y a-t-il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