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Analyse trames Ethernet (Wireshark)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Capturer du trafic réseau local</a:t>
            </a:r>
          </a:p>
          <a:p>
            <a:pPr>
              <a:defRPr sz="2000"/>
            </a:pPr>
            <a:r>
              <a:t>🎯 Analyser les trames Ethernet, paquets ARP et ICMP</a:t>
            </a:r>
          </a:p>
          <a:p>
            <a:pPr>
              <a:defRPr sz="2000"/>
            </a:pPr>
            <a:r>
              <a:t>🎯 Identifier les champs des en-têtes L2/L3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Capturer du trafic réseau local</a:t>
            </a:r>
          </a:p>
          <a:p>
            <a:pPr>
              <a:defRPr sz="2000"/>
            </a:pPr>
            <a:r>
              <a:t>1️⃣ Analyser les trames Ethernet, paquets ARP et ICMP</a:t>
            </a:r>
          </a:p>
          <a:p>
            <a:pPr>
              <a:defRPr sz="2000"/>
            </a:pPr>
            <a:r>
              <a:t>1️⃣ Identifier les champs des en-têtes L2/L3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Préparation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Lancer **Wireshark** (interface réseau active : Wi-Fi ou Ethernet).</a:t>
            </a:r>
          </a:p>
          <a:p>
            <a:pPr>
              <a:defRPr sz="2000"/>
            </a:pPr>
            <a:r>
              <a:t>3️⃣ Démarrer la capture.</a:t>
            </a:r>
          </a:p>
          <a:p>
            <a:pPr>
              <a:defRPr sz="2000"/>
            </a:pPr>
            <a:r>
              <a:t>3️⃣ Depuis un terminal, exécuter :</a:t>
            </a:r>
          </a:p>
          <a:p>
            <a:pPr>
              <a:defRPr sz="2000"/>
            </a:pPr>
            <a:r>
              <a:t>3️⃣ Arrêter la capture après ~30 secondes.</a:t>
            </a:r>
          </a:p>
          <a:p>
            <a:pPr>
              <a:defRPr sz="2000"/>
            </a:pPr>
            <a:r>
              <a:t>3️⃣ La MAC destination est-elle unicast ou broadcast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ARP envoie-t-il en broadcast ?</a:t>
            </a:r>
          </a:p>
          <a:p>
            <a:pPr>
              <a:defRPr sz="2000"/>
            </a:pPr>
            <a:r>
              <a:t>5️⃣ L'adresse IP change-t-elle entre Echo Request et Echo Reply ?</a:t>
            </a:r>
          </a:p>
          <a:p>
            <a:pPr>
              <a:defRPr sz="2000"/>
            </a:pPr>
            <a:r>
              <a:t>5️⃣ Que se passe-t-il si on filtre `not arp and not icmp` ?</a:t>
            </a:r>
          </a:p>
          <a:p>
            <a:pPr>
              <a:defRPr sz="2000"/>
            </a:pPr>
            <a:r>
              <a:t>5️⃣ Quelle est la taille de l'en-tête Ethernet II (sans VLAN) ?</a:t>
            </a:r>
          </a:p>
          <a:p>
            <a:pPr>
              <a:defRPr sz="2000"/>
            </a:pPr>
            <a:r>
              <a:t>5️⃣ Comment Wireshark obtient-il les noms de fabricants (Intel, Cisco…) à partir des MAC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