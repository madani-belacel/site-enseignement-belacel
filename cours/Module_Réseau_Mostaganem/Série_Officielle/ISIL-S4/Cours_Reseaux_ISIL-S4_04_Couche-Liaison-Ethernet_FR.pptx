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Couche Liaison : Ethernet et commutation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Décrire la **trame Ethernet (IEEE 802.3)** et ses champs.</a:t>
            </a:r>
          </a:p>
          <a:p>
            <a:pPr>
              <a:defRPr sz="2000"/>
            </a:pPr>
            <a:r>
              <a:t>🎯 Expliquer le fonctionnement de l'**adressage MAC**.</a:t>
            </a:r>
          </a:p>
          <a:p>
            <a:pPr>
              <a:defRPr sz="2000"/>
            </a:pPr>
            <a:r>
              <a:t>🎯 Différencier **hub**, **switch** et **carte réseau (NIC)**.</a:t>
            </a:r>
          </a:p>
          <a:p>
            <a:pPr>
              <a:defRPr sz="2000"/>
            </a:pPr>
            <a:r>
              <a:t>🎯 Comprendre la **commutation** et la table MAC d'un switch.</a:t>
            </a:r>
          </a:p>
          <a:p>
            <a:pPr>
              <a:defRPr sz="2000"/>
            </a:pPr>
            <a:r>
              <a:t>🎯 Expliquer le protocole **CSMA/CD** (historique) et le **full-duplex**.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Rôle de la couche Liaison</a:t>
            </a:r>
          </a:p>
          <a:p>
            <a:pPr>
              <a:defRPr sz="2000"/>
            </a:pPr>
            <a:r>
              <a:t>📋 Sous-couches LLC et MAC</a:t>
            </a:r>
          </a:p>
          <a:p>
            <a:pPr>
              <a:defRPr sz="2000"/>
            </a:pPr>
            <a:r>
              <a:t>📋 Adressage MAC</a:t>
            </a:r>
          </a:p>
          <a:p>
            <a:pPr>
              <a:defRPr sz="2000"/>
            </a:pPr>
            <a:r>
              <a:t>📋 Trame Ethernet IEEE 802.3</a:t>
            </a:r>
          </a:p>
          <a:p>
            <a:pPr>
              <a:defRPr sz="2000"/>
            </a:pPr>
            <a:r>
              <a:t>📋 CSMA/CD et Ethernet moderne</a:t>
            </a:r>
          </a:p>
          <a:p>
            <a:pPr>
              <a:defRPr sz="2000"/>
            </a:pPr>
            <a:r>
              <a:t>📋 Commutation (Switch)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Décrire la **trame Ethernet (IEEE 802.3)** et ses champs.</a:t>
            </a:r>
          </a:p>
          <a:p>
            <a:pPr>
              <a:defRPr sz="2000"/>
            </a:pPr>
            <a:r>
              <a:t>1️⃣ Expliquer le fonctionnement de l'**adressage MAC**.</a:t>
            </a:r>
          </a:p>
          <a:p>
            <a:pPr>
              <a:defRPr sz="2000"/>
            </a:pPr>
            <a:r>
              <a:t>1️⃣ Différencier **hub**, **switch** et **carte réseau (NIC)**.</a:t>
            </a:r>
          </a:p>
          <a:p>
            <a:pPr>
              <a:defRPr sz="2000"/>
            </a:pPr>
            <a:r>
              <a:t>1️⃣ Comprendre la **commutation** et la table MAC d'un switch.</a:t>
            </a:r>
          </a:p>
          <a:p>
            <a:pPr>
              <a:defRPr sz="2000"/>
            </a:pPr>
            <a:r>
              <a:t>1️⃣ Expliquer le protocole **CSMA/CD** (historique) et le **full-duplex**.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Rôle de la couche Liaison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Sous-couches LLC et 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Adressage 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Adresse **MAC** : **48 bits** (6 octets), généralement notée en **hexadécimal**.</a:t>
            </a:r>
          </a:p>
          <a:p>
            <a:pPr>
              <a:defRPr sz="2000"/>
            </a:pPr>
            <a:r>
              <a:t>4️⃣ Exemple : `4C:EB:42:A1:B2:C3` ou `4C-EB-42-A1-B2-C3`</a:t>
            </a:r>
          </a:p>
          <a:p>
            <a:pPr>
              <a:defRPr sz="2000"/>
            </a:pPr>
            <a:r>
              <a:t>4️⃣ **OUI (Organizationally Unique Identifier)** : 3 premiers octets → identifient le **fabricant**.</a:t>
            </a:r>
          </a:p>
          <a:p>
            <a:pPr>
              <a:defRPr sz="2000"/>
            </a:pPr>
            <a:r>
              <a:t>4️⃣ 3 derniers octets : numéro de série attribué par le fabricant.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Trame Ethernet IEEE 802.3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