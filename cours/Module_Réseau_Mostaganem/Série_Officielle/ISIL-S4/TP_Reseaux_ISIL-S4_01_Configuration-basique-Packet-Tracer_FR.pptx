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ISIL S4 — Configuration basique Packet Tracer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Découvrir l'interface Packet Tracer</a:t>
            </a:r>
          </a:p>
          <a:p>
            <a:pPr>
              <a:defRPr sz="2000"/>
            </a:pPr>
            <a:r>
              <a:t>🎯 Créer une topologie étoile simple</a:t>
            </a:r>
          </a:p>
          <a:p>
            <a:pPr>
              <a:defRPr sz="2000"/>
            </a:pPr>
            <a:r>
              <a:t>🎯 Configurer les adresses IP et tester la connectivité</a:t>
            </a:r>
          </a:p>
          <a:p>
            <a:pPr>
              <a:defRPr sz="2000"/>
            </a:pPr>
            <a:r>
              <a:t>🎯 Utiliser le mode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Découvrir l'interface Packet Tracer</a:t>
            </a:r>
          </a:p>
          <a:p>
            <a:pPr>
              <a:defRPr sz="2000"/>
            </a:pPr>
            <a:r>
              <a:t>1️⃣ Créer une topologie étoile simple</a:t>
            </a:r>
          </a:p>
          <a:p>
            <a:pPr>
              <a:defRPr sz="2000"/>
            </a:pPr>
            <a:r>
              <a:t>1️⃣ Configurer les adresses IP et tester la connectivité</a:t>
            </a:r>
          </a:p>
          <a:p>
            <a:pPr>
              <a:defRPr sz="2000"/>
            </a:pPr>
            <a:r>
              <a:t>1️⃣ Utiliser le mode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 cible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Ouvrir **Packet Tracer**.</a:t>
            </a:r>
          </a:p>
          <a:p>
            <a:pPr>
              <a:defRPr sz="2000"/>
            </a:pPr>
            <a:r>
              <a:t>3️⃣ Placer : **1 Switch** (2960), **3 PC** (Generic ou PC-PT).</a:t>
            </a:r>
          </a:p>
          <a:p>
            <a:pPr>
              <a:defRPr sz="2000"/>
            </a:pPr>
            <a:r>
              <a:t>3️⃣ Câbler en **Copper Straight-Through** (câble droit) : chaque PC → un port du switch.</a:t>
            </a:r>
          </a:p>
          <a:p>
            <a:pPr>
              <a:defRPr sz="2000"/>
            </a:pPr>
            <a:r>
              <a:t>3️⃣ Vérifier que les liens passent au **vert** (Link Up).</a:t>
            </a:r>
          </a:p>
          <a:p>
            <a:pPr>
              <a:defRPr sz="2000"/>
            </a:pPr>
            <a:r>
              <a:t>3️⃣ Nommer les équipements (clic → Config → Display Name).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Quelle topologie avez-vous réalisée ? Pourquoi est-elle la plus courante ?</a:t>
            </a:r>
          </a:p>
          <a:p>
            <a:pPr>
              <a:defRPr sz="2000"/>
            </a:pPr>
            <a:r>
              <a:t>5️⃣ Pourquoi une requête ARP est-elle envoyée avant le premier ping ?</a:t>
            </a:r>
          </a:p>
          <a:p>
            <a:pPr>
              <a:defRPr sz="2000"/>
            </a:pPr>
            <a:r>
              <a:t>5️⃣ Que se passe-t-il quand les PC sont sur des réseaux différents (192.168.1.x vs 192.168.2.x) sans rou</a:t>
            </a:r>
          </a:p>
          <a:p>
            <a:pPr>
              <a:defRPr sz="2000"/>
            </a:pPr>
            <a:r>
              <a:t>5️⃣ Quelles couches OSI interviennent lors d'un ping ? (utiliser le mode Simulation)</a:t>
            </a:r>
          </a:p>
          <a:p>
            <a:pPr>
              <a:defRPr sz="2000"/>
            </a:pPr>
            <a:r>
              <a:t>5️⃣ Quelle est la différence entre un câble droit et un câble croisé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