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: Couche Transport TCP/UDP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2/10</a:t>
            </a:r>
          </a:p>
          <a:p>
            <a:r>
              <a:t>Couche Transport TCP/UDP</a:t>
            </a:r>
          </a:p>
          <a:p>
            <a:r>
              <a:t>Ports, sockets, fiabilité, contrôle de congestion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3/10</a:t>
            </a:r>
          </a:p>
          <a:p>
            <a:r>
              <a:t>Couche Transport TCP/UDP</a:t>
            </a:r>
          </a:p>
          <a:p>
            <a:r>
              <a:t>Ports, sockets, fiabilité, contrôle de congestion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4/10</a:t>
            </a:r>
          </a:p>
          <a:p>
            <a:r>
              <a:t>Couche Transport TCP/UDP</a:t>
            </a:r>
          </a:p>
          <a:p>
            <a:r>
              <a:t>Ports, sockets, fiabilité, contrôle de congestion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5/10</a:t>
            </a:r>
          </a:p>
          <a:p>
            <a:r>
              <a:t>Couche Transport TCP/UDP</a:t>
            </a:r>
          </a:p>
          <a:p>
            <a:r>
              <a:t>Ports, sockets, fiabilité, contrôle de congestion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6/10</a:t>
            </a:r>
          </a:p>
          <a:p>
            <a:r>
              <a:t>Couche Transport TCP/UDP</a:t>
            </a:r>
          </a:p>
          <a:p>
            <a:r>
              <a:t>Ports, sockets, fiabilité, contrôle de congestion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7/10</a:t>
            </a:r>
          </a:p>
          <a:p>
            <a:r>
              <a:t>Couche Transport TCP/UDP</a:t>
            </a:r>
          </a:p>
          <a:p>
            <a:r>
              <a:t>Ports, sockets, fiabilité, contrôle de congestion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8/10</a:t>
            </a:r>
          </a:p>
          <a:p>
            <a:r>
              <a:t>Couche Transport TCP/UDP</a:t>
            </a:r>
          </a:p>
          <a:p>
            <a:r>
              <a:t>Ports, sockets, fiabilité, contrôle de congestion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9/10</a:t>
            </a:r>
          </a:p>
          <a:p>
            <a:r>
              <a:t>Couche Transport TCP/UDP</a:t>
            </a:r>
          </a:p>
          <a:p>
            <a:r>
              <a:t>Ports, sockets, fiabilité, contrôle de congestion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10/10</a:t>
            </a:r>
          </a:p>
          <a:p>
            <a:r>
              <a:t>Couche Transport TCP/UDP</a:t>
            </a:r>
          </a:p>
          <a:p>
            <a:r>
              <a:t>Ports, sockets, fiabilité, contrôle de congestion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Réseaux ISIL S4 — TCP / UDP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Licence ISIL — Semestre 4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 — Ports et sockets (4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 — TCP vs UDP (6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 — Three-way handshake (6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 — Analyse de capture (4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Annexe — Corrigé TD 06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