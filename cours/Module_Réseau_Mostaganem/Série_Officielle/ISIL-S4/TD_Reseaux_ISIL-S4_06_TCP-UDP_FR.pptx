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: Couche Transport TCP/UDP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2/10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3/10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4/10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5/10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6/10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7/10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8/10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9/10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10/10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ISIL S4 — TCP / UDP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Ports et sockets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TCP vs UDP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Three-way handshake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Analyse de capture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 — Corrigé TD 06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