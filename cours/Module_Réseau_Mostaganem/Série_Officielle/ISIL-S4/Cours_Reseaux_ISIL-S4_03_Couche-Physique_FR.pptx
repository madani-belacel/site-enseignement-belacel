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: Couche Physique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2/10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3/10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4/10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5/10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6/10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7/10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8/10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9/10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10/10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Cours Réseaux ISIL S4 — Couche Physique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Licence ISIL — Semestre 4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ISIL-S4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Identifier les **supports de transmission** guidés et non guidés.</a:t>
            </a:r>
          </a:p>
          <a:p>
            <a:pPr>
              <a:defRPr sz="2000"/>
            </a:pPr>
            <a:r>
              <a:t>🎯 Expliquer les principes de la **représentation numérique des signaux**.</a:t>
            </a:r>
          </a:p>
          <a:p>
            <a:pPr>
              <a:defRPr sz="2000"/>
            </a:pPr>
            <a:r>
              <a:t>🎯 Décrire les techniques de **codage** et de **modulation**.</a:t>
            </a:r>
          </a:p>
          <a:p>
            <a:pPr>
              <a:defRPr sz="2000"/>
            </a:pPr>
            <a:r>
              <a:t>🎯 Comprendre les méthodes de **multiplexage** (FDM, TDM, WDM).</a:t>
            </a:r>
          </a:p>
          <a:p>
            <a:pPr>
              <a:defRPr sz="2000"/>
            </a:pPr>
            <a:r>
              <a:t>🎯 Calculer le **débit maximum** théorique d'un canal (théorème de Shannon/Nyquist — notions).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ISIL-S4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Rôle de la couche Physique</a:t>
            </a:r>
          </a:p>
          <a:p>
            <a:pPr>
              <a:defRPr sz="2000"/>
            </a:pPr>
            <a:r>
              <a:t>📋 Supports de transmission guidés</a:t>
            </a:r>
          </a:p>
          <a:p>
            <a:pPr>
              <a:defRPr sz="2000"/>
            </a:pPr>
            <a:r>
              <a:t>📋 Supports de transmission non guidés</a:t>
            </a:r>
          </a:p>
          <a:p>
            <a:pPr>
              <a:defRPr sz="2000"/>
            </a:pPr>
            <a:r>
              <a:t>📋 Représentation et codage des données</a:t>
            </a:r>
          </a:p>
          <a:p>
            <a:pPr>
              <a:defRPr sz="2000"/>
            </a:pPr>
            <a:r>
              <a:t>📋 Multiplexage</a:t>
            </a:r>
          </a:p>
          <a:p>
            <a:pPr>
              <a:defRPr sz="2000"/>
            </a:pPr>
            <a:r>
              <a:t>📋 Caractéristiques des canaux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ISIL-S4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du chapitre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Identifier les **supports de transmission** guidés et non guidés.</a:t>
            </a:r>
          </a:p>
          <a:p>
            <a:pPr>
              <a:defRPr sz="2000"/>
            </a:pPr>
            <a:r>
              <a:t>1️⃣ Expliquer les principes de la **représentation numérique des signaux**.</a:t>
            </a:r>
          </a:p>
          <a:p>
            <a:pPr>
              <a:defRPr sz="2000"/>
            </a:pPr>
            <a:r>
              <a:t>1️⃣ Décrire les techniques de **codage** et de **modulation**.</a:t>
            </a:r>
          </a:p>
          <a:p>
            <a:pPr>
              <a:defRPr sz="2000"/>
            </a:pPr>
            <a:r>
              <a:t>1️⃣ Comprendre les méthodes de **multiplexage** (FDM, TDM, WDM).</a:t>
            </a:r>
          </a:p>
          <a:p>
            <a:pPr>
              <a:defRPr sz="2000"/>
            </a:pPr>
            <a:r>
              <a:t>1️⃣ Calculer le **débit maximum** théorique d'un canal (théorème de Shannon/Nyquist — notions).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ISIL-S4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Rôle de la couche Physique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ISIL-S4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Supports de transmission guidés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ISIL-S4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Supports de transmission non guidés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ISIL-S4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Représentation et codage des données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ISIL-S4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ISIL-S4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ISIL-S4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