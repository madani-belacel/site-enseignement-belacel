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Couche Réseau : IP et routage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Décrire le **protocole IP (IPv4)** et le format du datagramme.</a:t>
            </a:r>
          </a:p>
          <a:p>
            <a:pPr>
              <a:defRPr sz="2000"/>
            </a:pPr>
            <a:r>
              <a:t>🎯 Comprendre l'**adressage IPv4**, les classes et la notation **CIDR**.</a:t>
            </a:r>
          </a:p>
          <a:p>
            <a:pPr>
              <a:defRPr sz="2000"/>
            </a:pPr>
            <a:r>
              <a:t>🎯 Calculer un **masque de sous-réseau**, l'adresse réseau et les adresses hôtes.</a:t>
            </a:r>
          </a:p>
          <a:p>
            <a:pPr>
              <a:defRPr sz="2000"/>
            </a:pPr>
            <a:r>
              <a:t>🎯 Expliquer le **routage statique** et lire une table de routage.</a:t>
            </a:r>
          </a:p>
          <a:p>
            <a:pPr>
              <a:defRPr sz="2000"/>
            </a:pPr>
            <a:r>
              <a:t>🎯 Utiliser **ICMP** (ping, traceroute) pour le diagnostic réseau.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Rôle de la couche Réseau</a:t>
            </a:r>
          </a:p>
          <a:p>
            <a:pPr>
              <a:defRPr sz="2000"/>
            </a:pPr>
            <a:r>
              <a:t>📋 Protocole IP (IPv4)</a:t>
            </a:r>
          </a:p>
          <a:p>
            <a:pPr>
              <a:defRPr sz="2000"/>
            </a:pPr>
            <a:r>
              <a:t>📋 Adressage IPv4 et masque</a:t>
            </a:r>
          </a:p>
          <a:p>
            <a:pPr>
              <a:defRPr sz="2000"/>
            </a:pPr>
            <a:r>
              <a:t>📋 Sous-réseaux (subnetting)</a:t>
            </a:r>
          </a:p>
          <a:p>
            <a:pPr>
              <a:defRPr sz="2000"/>
            </a:pPr>
            <a:r>
              <a:t>📋 Adresses privées et NAT (aperçu)</a:t>
            </a:r>
          </a:p>
          <a:p>
            <a:pPr>
              <a:defRPr sz="2000"/>
            </a:pPr>
            <a:r>
              <a:t>📋 Routage statique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Décrire le **protocole IP (IPv4)** et le format du datagramme.</a:t>
            </a:r>
          </a:p>
          <a:p>
            <a:pPr>
              <a:defRPr sz="2000"/>
            </a:pPr>
            <a:r>
              <a:t>1️⃣ Comprendre l'**adressage IPv4**, les classes et la notation **CIDR**.</a:t>
            </a:r>
          </a:p>
          <a:p>
            <a:pPr>
              <a:defRPr sz="2000"/>
            </a:pPr>
            <a:r>
              <a:t>1️⃣ Calculer un **masque de sous-réseau**, l'adresse réseau et les adresses hôtes.</a:t>
            </a:r>
          </a:p>
          <a:p>
            <a:pPr>
              <a:defRPr sz="2000"/>
            </a:pPr>
            <a:r>
              <a:t>1️⃣ Expliquer le **routage statique** et lire une table de routage.</a:t>
            </a:r>
          </a:p>
          <a:p>
            <a:pPr>
              <a:defRPr sz="2000"/>
            </a:pPr>
            <a:r>
              <a:t>1️⃣ Utiliser **ICMP** (ping, traceroute) pour le diagnostic réseau.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Rôle de la couche Réseau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Protocole IP (IPv4)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Adressage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Adresse IPv4 = **32 bits** = 4 octets, notée en **décimal pointé** : `192.168.1.10`</a:t>
            </a:r>
          </a:p>
          <a:p>
            <a:pPr>
              <a:defRPr sz="2000"/>
            </a:pPr>
            <a:r>
              <a:t>4️⃣ Chaque octet : 0–255 (8 bits)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Sous-réseaux (Subnetting)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/26 → masque = 255.255.255.192 → 256 − 192 = **64** (taille du bloc)</a:t>
            </a:r>
          </a:p>
          <a:p>
            <a:pPr>
              <a:defRPr sz="2000"/>
            </a:pPr>
            <a:r>
              <a:t>5️⃣ Multiples de 64 : 0, 64, 128, 192 → 45 est dans le bloc **0–63**</a:t>
            </a:r>
          </a:p>
          <a:p>
            <a:pPr>
              <a:defRPr sz="2000"/>
            </a:pPr>
            <a:r>
              <a:t>5️⃣ **Réseau** = 192.168.10.0/26</a:t>
            </a:r>
          </a:p>
          <a:p>
            <a:pPr>
              <a:defRPr sz="2000"/>
            </a:pPr>
            <a:r>
              <a:t>5️⃣ **Broadcast** = 192.168.10.63</a:t>
            </a:r>
          </a:p>
          <a:p>
            <a:pPr>
              <a:defRPr sz="2000"/>
            </a:pPr>
            <a:r>
              <a:t>5️⃣ **Hôtes** = 192.168.10.1 – 192.168.10.62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