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Couche Application : DNS, HTTP et services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Décrire le **modèle client-serveur** et le modèle **P2P**.</a:t>
            </a:r>
          </a:p>
          <a:p>
            <a:pPr>
              <a:defRPr sz="2000"/>
            </a:pPr>
            <a:r>
              <a:t>🎯 Expliquer le fonctionnement du **DNS** (résolution de noms).</a:t>
            </a:r>
          </a:p>
          <a:p>
            <a:pPr>
              <a:defRPr sz="2000"/>
            </a:pPr>
            <a:r>
              <a:t>🎯 Décrire le protocole **HTTP/HTTPS** et le cycle requête/réponse.</a:t>
            </a:r>
          </a:p>
          <a:p>
            <a:pPr>
              <a:defRPr sz="2000"/>
            </a:pPr>
            <a:r>
              <a:t>🎯 Identifier les protocoles **FTP, SMTP, DHCP** (aperçu).</a:t>
            </a:r>
          </a:p>
          <a:p>
            <a:pPr>
              <a:defRPr sz="2000"/>
            </a:pPr>
            <a:r>
              <a:t>🎯 Comprendre le rôle de **TLS/SSL** dans HTTPS.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Rôle de la couche Application</a:t>
            </a:r>
          </a:p>
          <a:p>
            <a:pPr>
              <a:defRPr sz="2000"/>
            </a:pPr>
            <a:r>
              <a:t>📋 Modèles architecturaux</a:t>
            </a:r>
          </a:p>
          <a:p>
            <a:pPr>
              <a:defRPr sz="2000"/>
            </a:pPr>
            <a:r>
              <a:t>📋 DNS — Domain Name System</a:t>
            </a:r>
          </a:p>
          <a:p>
            <a:pPr>
              <a:defRPr sz="2000"/>
            </a:pPr>
            <a:r>
              <a:t>📋 HTTP et HTTPS</a:t>
            </a:r>
          </a:p>
          <a:p>
            <a:pPr>
              <a:defRPr sz="2000"/>
            </a:pPr>
            <a:r>
              <a:t>📋 Autres protocoles applicatifs</a:t>
            </a:r>
          </a:p>
          <a:p>
            <a:pPr>
              <a:defRPr sz="2000"/>
            </a:pPr>
            <a:r>
              <a:t>📋 Exemples concrets (Wireshark)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Décrire le **modèle client-serveur** et le modèle **P2P**.</a:t>
            </a:r>
          </a:p>
          <a:p>
            <a:pPr>
              <a:defRPr sz="2000"/>
            </a:pPr>
            <a:r>
              <a:t>1️⃣ Expliquer le fonctionnement du **DNS** (résolution de noms).</a:t>
            </a:r>
          </a:p>
          <a:p>
            <a:pPr>
              <a:defRPr sz="2000"/>
            </a:pPr>
            <a:r>
              <a:t>1️⃣ Décrire le protocole **HTTP/HTTPS** et le cycle requête/réponse.</a:t>
            </a:r>
          </a:p>
          <a:p>
            <a:pPr>
              <a:defRPr sz="2000"/>
            </a:pPr>
            <a:r>
              <a:t>1️⃣ Identifier les protocoles **FTP, SMTP, DHCP** (aperçu).</a:t>
            </a:r>
          </a:p>
          <a:p>
            <a:pPr>
              <a:defRPr sz="2000"/>
            </a:pPr>
            <a:r>
              <a:t>1️⃣ Comprendre le rôle de **TLS/SSL** dans HTTPS.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Rôle de la couche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Modèles architecturaux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DNS — Domain Name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HTTP et HTTPS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