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ISIL S4 — Introduction et topologies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Identifier les types de réseaux et les topologies</a:t>
            </a:r>
          </a:p>
          <a:p>
            <a:pPr>
              <a:defRPr sz="2000"/>
            </a:pPr>
            <a:r>
              <a:t>🎯 Calculer des temps de transfert et des débits</a:t>
            </a:r>
          </a:p>
          <a:p>
            <a:pPr>
              <a:defRPr sz="2000"/>
            </a:pPr>
            <a:r>
              <a:t>🎯 Analyser des scénarios réseau concrets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Identifier les types de réseaux et les topologies</a:t>
            </a:r>
          </a:p>
          <a:p>
            <a:pPr>
              <a:defRPr sz="2000"/>
            </a:pPr>
            <a:r>
              <a:t>1️⃣ Calculer des temps de transfert et des débits</a:t>
            </a:r>
          </a:p>
          <a:p>
            <a:pPr>
              <a:defRPr sz="2000"/>
            </a:pPr>
            <a:r>
              <a:t>1️⃣ Analyser des scénarios réseau concrets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Classification des réseaux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Topologies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En topologie bus, la panne du câble principal affecte tout le réseau.</a:t>
            </a:r>
          </a:p>
          <a:p>
            <a:pPr>
              <a:defRPr sz="2000"/>
            </a:pPr>
            <a:r>
              <a:t>3️⃣ En topologie étoile, chaque hôte est connecté à un équipement central.</a:t>
            </a:r>
          </a:p>
          <a:p>
            <a:pPr>
              <a:defRPr sz="2000"/>
            </a:pPr>
            <a:r>
              <a:t>3️⃣ La topologie maillée totale est la moins chère à déployer.</a:t>
            </a:r>
          </a:p>
          <a:p>
            <a:pPr>
              <a:defRPr sz="2000"/>
            </a:pPr>
            <a:r>
              <a:t>3️⃣ Un switch est typiquement utilisé en topologie étoile.</a:t>
            </a:r>
          </a:p>
          <a:p>
            <a:pPr>
              <a:defRPr sz="2000"/>
            </a:pPr>
            <a:r>
              <a:t>3️⃣ La topologie logique d'un réseau Ethernet commuté est toujours identique à sa topologie physique.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Calculs de performance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Étude de cas Université de Mostaganem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3 salles de TP (20 PC chacune)</a:t>
            </a:r>
          </a:p>
          <a:p>
            <a:pPr>
              <a:defRPr sz="2000"/>
            </a:pPr>
            <a:r>
              <a:t>5️⃣ 1 salle serveur</a:t>
            </a:r>
          </a:p>
          <a:p>
            <a:pPr>
              <a:defRPr sz="2000"/>
            </a:pPr>
            <a:r>
              <a:t>5️⃣ 1 connexion Internet via le réseau universitaire</a:t>
            </a:r>
          </a:p>
          <a:p>
            <a:pPr>
              <a:defRPr sz="2000"/>
            </a:pPr>
            <a:r>
              <a:t>5️⃣ Quel type de réseau représente l'ensemble du campus Université de Mostaganem ?</a:t>
            </a:r>
          </a:p>
          <a:p>
            <a:pPr>
              <a:defRPr sz="2000"/>
            </a:pPr>
            <a:r>
              <a:t>5️⃣ Quelle topologie est recommandée pour chaque salle de TP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