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Ethernet et commutation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Adresses MAC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Trame Ethernet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Switch vs Hub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Table MAC et ARP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