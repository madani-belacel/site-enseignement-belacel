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ISIL S4 — Modèle OSI et pile TCP/IP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ISIL — Semestre 4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Décrire les **7 couches du modèle OSI** et leurs fonctions respectives.</a:t>
            </a:r>
          </a:p>
          <a:p>
            <a:pPr>
              <a:defRPr sz="2000"/>
            </a:pPr>
            <a:r>
              <a:t>🎯 Décrire les **4 couches de la pile TCP/IP** et leur correspondance avec OSI.</a:t>
            </a:r>
          </a:p>
          <a:p>
            <a:pPr>
              <a:defRPr sz="2000"/>
            </a:pPr>
            <a:r>
              <a:t>🎯 Expliquer le mécanisme d'**encapsulation** et de **désencapsulation** des données.</a:t>
            </a:r>
          </a:p>
          <a:p>
            <a:pPr>
              <a:defRPr sz="2000"/>
            </a:pPr>
            <a:r>
              <a:t>🎯 Identifier la **PDU** (Protocol Data Unit) associée à chaque couche.</a:t>
            </a:r>
          </a:p>
          <a:p>
            <a:pPr>
              <a:defRPr sz="2000"/>
            </a:pPr>
            <a:r>
              <a:t>🎯 Comparer les modèles OSI et TCP/IP (approche théorique vs implémentation réelle).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Pourquoi un modèle en couches ?</a:t>
            </a:r>
          </a:p>
          <a:p>
            <a:pPr>
              <a:defRPr sz="2000"/>
            </a:pPr>
            <a:r>
              <a:t>📋 Le modèle OSI (ISO 7498)</a:t>
            </a:r>
          </a:p>
          <a:p>
            <a:pPr>
              <a:defRPr sz="2000"/>
            </a:pPr>
            <a:r>
              <a:t>📋 La pile TCP/IP (DoD)</a:t>
            </a:r>
          </a:p>
          <a:p>
            <a:pPr>
              <a:defRPr sz="2000"/>
            </a:pPr>
            <a:r>
              <a:t>📋 Correspondance OSI ↔ TCP/IP</a:t>
            </a:r>
          </a:p>
          <a:p>
            <a:pPr>
              <a:defRPr sz="2000"/>
            </a:pPr>
            <a:r>
              <a:t>📋 Encapsulation et désencapsulation</a:t>
            </a:r>
          </a:p>
          <a:p>
            <a:pPr>
              <a:defRPr sz="2000"/>
            </a:pPr>
            <a:r>
              <a:t>📋 Exemples concrets : parcours d'une requête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Décrire les **7 couches du modèle OSI** et leurs fonctions respectives.</a:t>
            </a:r>
          </a:p>
          <a:p>
            <a:pPr>
              <a:defRPr sz="2000"/>
            </a:pPr>
            <a:r>
              <a:t>1️⃣ Décrire les **4 couches de la pile TCP/IP** et leur correspondance avec OSI.</a:t>
            </a:r>
          </a:p>
          <a:p>
            <a:pPr>
              <a:defRPr sz="2000"/>
            </a:pPr>
            <a:r>
              <a:t>1️⃣ Expliquer le mécanisme d'**encapsulation** et de **désencapsulation** des données.</a:t>
            </a:r>
          </a:p>
          <a:p>
            <a:pPr>
              <a:defRPr sz="2000"/>
            </a:pPr>
            <a:r>
              <a:t>1️⃣ Identifier la **PDU** (Protocol Data Unit) associée à chaque couche.</a:t>
            </a:r>
          </a:p>
          <a:p>
            <a:pPr>
              <a:defRPr sz="2000"/>
            </a:pPr>
            <a:r>
              <a:t>1️⃣ Comparer les modèles OSI et TCP/IP (approche théorique vs implémentation réelle).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Pourquoi un modèle en couches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**Modulariser** les fonctions (chaque couche a un rôle précis)</a:t>
            </a:r>
          </a:p>
          <a:p>
            <a:pPr>
              <a:defRPr sz="2000"/>
            </a:pPr>
            <a:r>
              <a:t>2️⃣ **Faciliter l'interopérabilité** (standardisation)</a:t>
            </a:r>
          </a:p>
          <a:p>
            <a:pPr>
              <a:defRPr sz="2000"/>
            </a:pPr>
            <a:r>
              <a:t>2️⃣ **Permettre l'évolution** indépendante de chaque couche</a:t>
            </a:r>
          </a:p>
          <a:p>
            <a:pPr>
              <a:defRPr sz="2000"/>
            </a:pPr>
            <a:r>
              <a:t>2️⃣ **Simplifier l'enseignement** et le dépannage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Le modèle OSI (ISO 7498)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Transmet les **bits** (0 et 1) sur le support physique.</a:t>
            </a:r>
          </a:p>
          <a:p>
            <a:pPr>
              <a:defRPr sz="2000"/>
            </a:pPr>
            <a:r>
              <a:t>3️⃣ Définit : tensions, fréquences, connecteurs (RJ-45), topologie physique.</a:t>
            </a:r>
          </a:p>
          <a:p>
            <a:pPr>
              <a:defRPr sz="2000"/>
            </a:pPr>
            <a:r>
              <a:t>3️⃣ Organise les bits en **trames**, détecte/corrige les erreurs.</a:t>
            </a:r>
          </a:p>
          <a:p>
            <a:pPr>
              <a:defRPr sz="2000"/>
            </a:pPr>
            <a:r>
              <a:t>3️⃣ Adressage **MAC** (48 bits, ex : `AA:BB:CC:DD:EE:FF`).</a:t>
            </a:r>
          </a:p>
          <a:p>
            <a:pPr>
              <a:defRPr sz="2000"/>
            </a:pPr>
            <a:r>
              <a:t>3️⃣ Commutation locale (switch).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La pile TCP/IP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Correspondance OSI ↔ TCP/IP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ISIL-S4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