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: Équipements réseau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2/10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3/10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4/10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5/10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6/10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7/10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8/10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9/10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10/10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ISIL S4 — Équipements et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Équipements et couches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Conception réseau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Dépannage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Synthèse module (3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Corrigé TD 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