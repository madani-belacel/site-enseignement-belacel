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: Couche Transport TCP/UDP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2/10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3/10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4/10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5/10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6/10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7/10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8/10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9/10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10/10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Couche Transport : TCP et UDP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Expliquer le rôle de la couche **Transport** (communication bout-à-bout).</a:t>
            </a:r>
          </a:p>
          <a:p>
            <a:pPr>
              <a:defRPr sz="2000"/>
            </a:pPr>
            <a:r>
              <a:t>🎯 Comparer **TCP** et **UDP** (fiabilité, connexion, usage).</a:t>
            </a:r>
          </a:p>
          <a:p>
            <a:pPr>
              <a:defRPr sz="2000"/>
            </a:pPr>
            <a:r>
              <a:t>🎯 Décrire le **three-way handshake** TCP.</a:t>
            </a:r>
          </a:p>
          <a:p>
            <a:pPr>
              <a:defRPr sz="2000"/>
            </a:pPr>
            <a:r>
              <a:t>🎯 Comprendre les **ports** et les **sockets**.</a:t>
            </a:r>
          </a:p>
          <a:p>
            <a:pPr>
              <a:defRPr sz="2000"/>
            </a:pPr>
            <a:r>
              <a:t>🎯 Identifier les **ports well-known** des services courants.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Rôle de la couche Transport</a:t>
            </a:r>
          </a:p>
          <a:p>
            <a:pPr>
              <a:defRPr sz="2000"/>
            </a:pPr>
            <a:r>
              <a:t>📋 Ports et sockets</a:t>
            </a:r>
          </a:p>
          <a:p>
            <a:pPr>
              <a:defRPr sz="2000"/>
            </a:pPr>
            <a:r>
              <a:t>📋 Protocole UDP</a:t>
            </a:r>
          </a:p>
          <a:p>
            <a:pPr>
              <a:defRPr sz="2000"/>
            </a:pPr>
            <a:r>
              <a:t>📋 Protocole TCP</a:t>
            </a:r>
          </a:p>
          <a:p>
            <a:pPr>
              <a:defRPr sz="2000"/>
            </a:pPr>
            <a:r>
              <a:t>📋 Comparaison TCP vs UDP</a:t>
            </a:r>
          </a:p>
          <a:p>
            <a:pPr>
              <a:defRPr sz="2000"/>
            </a:pPr>
            <a:r>
              <a:t>📋 Multiplexage et démultiplexage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Expliquer le rôle de la couche **Transport** (communication bout-à-bout).</a:t>
            </a:r>
          </a:p>
          <a:p>
            <a:pPr>
              <a:defRPr sz="2000"/>
            </a:pPr>
            <a:r>
              <a:t>1️⃣ Comparer **TCP** et **UDP** (fiabilité, connexion, usage).</a:t>
            </a:r>
          </a:p>
          <a:p>
            <a:pPr>
              <a:defRPr sz="2000"/>
            </a:pPr>
            <a:r>
              <a:t>1️⃣ Décrire le **three-way handshake** TCP.</a:t>
            </a:r>
          </a:p>
          <a:p>
            <a:pPr>
              <a:defRPr sz="2000"/>
            </a:pPr>
            <a:r>
              <a:t>1️⃣ Comprendre les **ports** et les **sockets**.</a:t>
            </a:r>
          </a:p>
          <a:p>
            <a:pPr>
              <a:defRPr sz="2000"/>
            </a:pPr>
            <a:r>
              <a:t>1️⃣ Identifier les **ports well-known** des services courants.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Rôle de la couche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Ports et 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Numéro sur **16 bits** → plage **0–65535**.</a:t>
            </a:r>
          </a:p>
          <a:p>
            <a:pPr>
              <a:defRPr sz="2000"/>
            </a:pPr>
            <a:r>
              <a:t>3️⃣ Identifie un **processus/application** sur un hôte.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Protocole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Protocole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Client → FIN → Serveur</a:t>
            </a:r>
          </a:p>
          <a:p>
            <a:pPr>
              <a:defRPr sz="2000"/>
            </a:pPr>
            <a:r>
              <a:t>5️⃣ Serveur → ACK → Client (half-close)</a:t>
            </a:r>
          </a:p>
          <a:p>
            <a:pPr>
              <a:defRPr sz="2000"/>
            </a:pPr>
            <a:r>
              <a:t>5️⃣ Serveur → FIN → Client</a:t>
            </a:r>
          </a:p>
          <a:p>
            <a:pPr>
              <a:defRPr sz="2000"/>
            </a:pPr>
            <a:r>
              <a:t>5️⃣ Client → ACK → Serveur</a:t>
            </a:r>
          </a:p>
          <a:p>
            <a:pPr>
              <a:defRPr sz="2000"/>
            </a:pPr>
            <a:r>
              <a:t>5️⃣ Le récepteur annonce sa **fenêtre de réception** (Window Size).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