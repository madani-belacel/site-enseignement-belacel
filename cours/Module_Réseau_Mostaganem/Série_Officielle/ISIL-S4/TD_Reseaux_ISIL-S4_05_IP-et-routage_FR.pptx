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: Couche Réseau 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2/10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3/10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4/10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5/10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6/10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7/10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8/10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9/10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10/10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ISIL S4 — IP et routage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Adressage IPv4 (8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Subnetting (8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Routage statique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Table de routage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 — Corrigé TD 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