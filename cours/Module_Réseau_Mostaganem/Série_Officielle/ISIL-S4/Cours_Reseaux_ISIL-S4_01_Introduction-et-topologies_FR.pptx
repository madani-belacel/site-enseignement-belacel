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ISIL S4 — Introduction aux réseaux et topologies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Définir un **réseau informatique** et en identifier les composants (hôtes, liens, équipements).</a:t>
            </a:r>
          </a:p>
          <a:p>
            <a:pPr>
              <a:defRPr sz="2000"/>
            </a:pPr>
            <a:r>
              <a:t>🎯 Distinguer les types de réseaux : **PAN, LAN, MAN, WAN**.</a:t>
            </a:r>
          </a:p>
          <a:p>
            <a:pPr>
              <a:defRPr sz="2000"/>
            </a:pPr>
            <a:r>
              <a:t>🎯 Décrire et comparer les **topologies** physiques et logiques (bus, étoile, anneau, maillée).</a:t>
            </a:r>
          </a:p>
          <a:p>
            <a:pPr>
              <a:defRPr sz="2000"/>
            </a:pPr>
            <a:r>
              <a:t>🎯 Expliquer les **métriques de performance** : débit, bande passante, latence, gigue, perte de paquets</a:t>
            </a:r>
          </a:p>
          <a:p>
            <a:pPr>
              <a:defRPr sz="2000"/>
            </a:pPr>
            <a:r>
              <a:t>🎯 Situer le rôle de l'**Internet** et des **FAI** (Fournisseurs d'Accès Internet) dans l'architecture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Qu'est-ce qu'un réseau informatique ?</a:t>
            </a:r>
          </a:p>
          <a:p>
            <a:pPr>
              <a:defRPr sz="2000"/>
            </a:pPr>
            <a:r>
              <a:t>📋 Types de réseaux</a:t>
            </a:r>
          </a:p>
          <a:p>
            <a:pPr>
              <a:defRPr sz="2000"/>
            </a:pPr>
            <a:r>
              <a:t>📋 Topologies physiques et logiques</a:t>
            </a:r>
          </a:p>
          <a:p>
            <a:pPr>
              <a:defRPr sz="2000"/>
            </a:pPr>
            <a:r>
              <a:t>📋 Métriques de performance</a:t>
            </a:r>
          </a:p>
          <a:p>
            <a:pPr>
              <a:defRPr sz="2000"/>
            </a:pPr>
            <a:r>
              <a:t>📋 Architecture Internet et modèle de service</a:t>
            </a:r>
          </a:p>
          <a:p>
            <a:pPr>
              <a:defRPr sz="2000"/>
            </a:pPr>
            <a:r>
              <a:t>📋 Exemples concrets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Définir un **réseau informatique** et en identifier les composants (hôtes, liens, équipements).</a:t>
            </a:r>
          </a:p>
          <a:p>
            <a:pPr>
              <a:defRPr sz="2000"/>
            </a:pPr>
            <a:r>
              <a:t>1️⃣ Distinguer les types de réseaux : **PAN, LAN, MAN, WAN**.</a:t>
            </a:r>
          </a:p>
          <a:p>
            <a:pPr>
              <a:defRPr sz="2000"/>
            </a:pPr>
            <a:r>
              <a:t>1️⃣ Décrire et comparer les **topologies** physiques et logiques (bus, étoile, anneau, maillée).</a:t>
            </a:r>
          </a:p>
          <a:p>
            <a:pPr>
              <a:defRPr sz="2000"/>
            </a:pPr>
            <a:r>
              <a:t>1️⃣ Expliquer les **métriques de performance** : débit, bande passante, latence, gigue, perte de paquets</a:t>
            </a:r>
          </a:p>
          <a:p>
            <a:pPr>
              <a:defRPr sz="2000"/>
            </a:pPr>
            <a:r>
              <a:t>1️⃣ Situer le rôle de l'**Internet** et des **FAI** (Fournisseurs d'Accès Internet) dans l'architecture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Qu'est-ce qu'un réseau informatique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Types de réseaux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Couvre une **zone géographique limitée** (bureau, campus universitaire).</a:t>
            </a:r>
          </a:p>
          <a:p>
            <a:pPr>
              <a:defRPr sz="2000"/>
            </a:pPr>
            <a:r>
              <a:t>3️⃣ Propriété généralement **privée** (entreprise, université).</a:t>
            </a:r>
          </a:p>
          <a:p>
            <a:pPr>
              <a:defRPr sz="2000"/>
            </a:pPr>
            <a:r>
              <a:t>3️⃣ Technologies courantes : **Ethernet** (cuivre/fibre), **Wi-Fi** (IEEE 802.11).</a:t>
            </a:r>
          </a:p>
          <a:p>
            <a:pPr>
              <a:defRPr sz="2000"/>
            </a:pPr>
            <a:r>
              <a:t>3️⃣ Interconnecte des LAN **distants** sur de longues distances.</a:t>
            </a:r>
          </a:p>
          <a:p>
            <a:pPr>
              <a:defRPr sz="2000"/>
            </a:pPr>
            <a:r>
              <a:t>3️⃣ Utilise des liens d'**opérateurs télécom** (fibre longue distance, MPLS, satellite).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Topologies physiques et logiques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Chaque nœud est connecté à **deux voisins** formant un cercle.</a:t>
            </a:r>
          </a:p>
          <a:p>
            <a:pPr>
              <a:defRPr sz="2000"/>
            </a:pPr>
            <a:r>
              <a:t>4️⃣ Token Ring (IBM) : obsolète. **FDDI** (fibre) encore mentionné historiquement.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Métriques de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**Définition** : Capacité maximale théorique d'un lien, exprimée en **bits par seconde (bps)**.</a:t>
            </a:r>
          </a:p>
          <a:p>
            <a:pPr>
              <a:defRPr sz="2000"/>
            </a:pPr>
            <a:r>
              <a:t>5️⃣ Exemples : 100 Mbps (Fast Ethernet), 1 Gbps (Gigabit Ethernet), 10 Gbps.</a:t>
            </a:r>
          </a:p>
          <a:p>
            <a:pPr>
              <a:defRPr sz="2000"/>
            </a:pPr>
            <a:r>
              <a:t>5️⃣ **Définition** : Quantité de données **effectivement transmises** par unité de temps.</a:t>
            </a:r>
          </a:p>
          <a:p>
            <a:pPr>
              <a:defRPr sz="2000"/>
            </a:pPr>
            <a:r>
              <a:t>5️⃣ Le débit réel est **toujours ≤ bande passante** (overhead des en-têtes, collisions, congestion).</a:t>
            </a:r>
          </a:p>
          <a:p>
            <a:pPr>
              <a:defRPr sz="2000"/>
            </a:pPr>
            <a:r>
              <a:t>5️⃣ **Définition** : Temps nécessaire pour qu'un bit traverse le réseau (de la source à la destination).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