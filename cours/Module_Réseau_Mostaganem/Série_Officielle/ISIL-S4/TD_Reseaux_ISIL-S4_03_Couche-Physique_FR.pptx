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: Couche Physique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2/10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3/10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4/10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5/10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6/10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7/10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8/10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9/10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10/10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ISIL S4 — Couche Physique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ISIL — Semestre 4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Supports de transmission (4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Catégories de câbles (4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Multiplexage (4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Radio FM (stations sur fréquences différentes)</a:t>
            </a:r>
          </a:p>
          <a:p>
            <a:pPr>
              <a:defRPr sz="2000"/>
            </a:pPr>
            <a:r>
              <a:t>3️⃣ E1 télécom (32 canaux vocaux sur 2 Mbps)</a:t>
            </a:r>
          </a:p>
          <a:p>
            <a:pPr>
              <a:defRPr sz="2000"/>
            </a:pPr>
            <a:r>
              <a:t>3️⃣ DWDM sur fibre optique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 — Théorème de Shannon (8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Annexe — Corrigé TD 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