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Méthodologie qualitative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Méthodologie qualitative</a:t>
            </a:r>
          </a:p>
          <a:p>
            <a:r>
              <a:t>Entretiens, observations, analyse de 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06 — CRAP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CRAP : 18 min</a:t>
            </a:r>
          </a:p>
          <a:p>
            <a:pPr>
              <a:defRPr sz="2000"/>
            </a:pPr>
            <a:r>
              <a:t>⏱️ Ex.2 Compare : 18 min</a:t>
            </a:r>
          </a:p>
          <a:p>
            <a:pPr>
              <a:defRPr sz="2000"/>
            </a:pPr>
            <a:r>
              <a:t>⏱️ Ex.3 Currency : 15 min</a:t>
            </a:r>
          </a:p>
          <a:p>
            <a:pPr>
              <a:defRPr sz="2000"/>
            </a:pPr>
            <a:r>
              <a:t>⏱️ Ex.4 Purpose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06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