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Tutorial RD 06 — CRAP criteria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Duration: 1h30 (90 min) | BELACEL Madani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RD 06  •  Diapositive 1/10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Session plan — 1h30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⏱️ Welcome : 5 min</a:t>
            </a:r>
          </a:p>
          <a:p>
            <a:pPr>
              <a:defRPr sz="2000"/>
            </a:pPr>
            <a:r>
              <a:t>⏱️ Ex.1 CRAP : 18 min</a:t>
            </a:r>
          </a:p>
          <a:p>
            <a:pPr>
              <a:defRPr sz="2000"/>
            </a:pPr>
            <a:r>
              <a:t>⏱️ Ex.2 Compare : 18 min</a:t>
            </a:r>
          </a:p>
          <a:p>
            <a:pPr>
              <a:defRPr sz="2000"/>
            </a:pPr>
            <a:r>
              <a:t>⏱️ Ex.3 Currency : 15 min</a:t>
            </a:r>
          </a:p>
          <a:p>
            <a:pPr>
              <a:defRPr sz="2000"/>
            </a:pPr>
            <a:r>
              <a:t>⏱️ Ex.4 Purpose : 18 min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RD 06  •  Diapositive 2/10</a:t>
            </a:r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Exercise 1 (18 min)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1️⃣ Tutorial handout</a:t>
            </a:r>
          </a:p>
          <a:p>
            <a:pPr>
              <a:defRPr sz="2000"/>
            </a:pPr>
            <a:r>
              <a:t>1️⃣ Guided work</a:t>
            </a:r>
          </a:p>
          <a:p>
            <a:pPr>
              <a:defRPr sz="2000"/>
            </a:pPr>
            <a:r>
              <a:t>1️⃣ Detailed correction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RD 06  •  Diapositive 3/10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Exercise 2 (18 min)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2️⃣ Tutorial handout</a:t>
            </a:r>
          </a:p>
          <a:p>
            <a:pPr>
              <a:defRPr sz="2000"/>
            </a:pPr>
            <a:r>
              <a:t>2️⃣ Guided work</a:t>
            </a:r>
          </a:p>
          <a:p>
            <a:pPr>
              <a:defRPr sz="2000"/>
            </a:pPr>
            <a:r>
              <a:t>2️⃣ Detailed correction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RD 06  •  Diapositive 4/10</a:t>
            </a:r>
          </a:p>
        </p:txBody>
      </p:sp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Exercise 3 (15 min)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3️⃣ Tutorial handout</a:t>
            </a:r>
          </a:p>
          <a:p>
            <a:pPr>
              <a:defRPr sz="2000"/>
            </a:pPr>
            <a:r>
              <a:t>3️⃣ Guided work</a:t>
            </a:r>
          </a:p>
          <a:p>
            <a:pPr>
              <a:defRPr sz="2000"/>
            </a:pPr>
            <a:r>
              <a:t>3️⃣ Detailed correction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RD 06  •  Diapositive 5/10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Exercise 4 (18 min)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4️⃣ Tutorial handout</a:t>
            </a:r>
          </a:p>
          <a:p>
            <a:pPr>
              <a:defRPr sz="2000"/>
            </a:pPr>
            <a:r>
              <a:t>4️⃣ Guided work</a:t>
            </a:r>
          </a:p>
          <a:p>
            <a:pPr>
              <a:defRPr sz="2000"/>
            </a:pPr>
            <a:r>
              <a:t>4️⃣ Detailed correction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RD 06  •  Diapositive 6/10</a:t>
            </a:r>
          </a:p>
        </p:txBody>
      </p:sp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Exercise 5 (16 min)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5️⃣ Tutorial handout</a:t>
            </a:r>
          </a:p>
          <a:p>
            <a:pPr>
              <a:defRPr sz="2000"/>
            </a:pPr>
            <a:r>
              <a:t>5️⃣ Guided work</a:t>
            </a:r>
          </a:p>
          <a:p>
            <a:pPr>
              <a:defRPr sz="2000"/>
            </a:pPr>
            <a:r>
              <a:t>5️⃣ Detailed correction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RD 06  •  Diapositive 7/10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Grading rubric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✔️ Protocol 50%</a:t>
            </a:r>
          </a:p>
          <a:p>
            <a:pPr>
              <a:defRPr sz="2000"/>
            </a:pPr>
            <a:r>
              <a:t>✔️ Analysis 30%</a:t>
            </a:r>
          </a:p>
          <a:p>
            <a:pPr>
              <a:defRPr sz="2000"/>
            </a:pPr>
            <a:r>
              <a:t>✔️ Participation 20 %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RD 06  •  Diapositive 8/10</a:t>
            </a:r>
          </a:p>
        </p:txBody>
      </p:sp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Deliverable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📁 2-pp. protocol</a:t>
            </a:r>
          </a:p>
          <a:p>
            <a:pPr>
              <a:defRPr sz="2000"/>
            </a:pPr>
            <a:r>
              <a:t>📁 Export Zotero</a:t>
            </a:r>
          </a:p>
          <a:p>
            <a:pPr>
              <a:defRPr sz="2000"/>
            </a:pPr>
            <a:r>
              <a:t>📁 Questions?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RD 06  •  Diapositive 9/10</a:t>
            </a:r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End of tutorial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✅ Collective correction</a:t>
            </a:r>
          </a:p>
          <a:p>
            <a:pPr>
              <a:defRPr sz="2000"/>
            </a:pPr>
            <a:r>
              <a:t>✅ Review course PDF</a:t>
            </a:r>
          </a:p>
          <a:p>
            <a:pPr>
              <a:defRPr sz="2000"/>
            </a:pPr>
            <a:r>
              <a:t>✅ Questions?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RD 06  •  Diapositive 10/10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