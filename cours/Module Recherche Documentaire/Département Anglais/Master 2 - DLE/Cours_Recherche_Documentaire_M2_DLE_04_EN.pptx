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: APA 7ème édition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2/10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3/10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4/10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5/10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6/10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7/10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8/10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9/10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10/10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Academic databases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Course RD 04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Master thesis strategy</a:t>
            </a:r>
          </a:p>
          <a:p>
            <a:pPr>
              <a:defRPr sz="2000"/>
            </a:pPr>
            <a:r>
              <a:t>🎯 Academic databases</a:t>
            </a:r>
          </a:p>
          <a:p>
            <a:pPr>
              <a:defRPr sz="2000"/>
            </a:pPr>
            <a:r>
              <a:t>🎯 CRAP evaluation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outline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7 parties — 90 min</a:t>
            </a:r>
          </a:p>
          <a:p>
            <a:pPr>
              <a:defRPr sz="2000"/>
            </a:pPr>
            <a:r>
              <a:t>📋 Database overview</a:t>
            </a:r>
          </a:p>
          <a:p>
            <a:pPr>
              <a:defRPr sz="2000"/>
            </a:pPr>
            <a:r>
              <a:t>📋 ERIC and Education Source</a:t>
            </a:r>
          </a:p>
          <a:p>
            <a:pPr>
              <a:defRPr sz="2000"/>
            </a:pPr>
            <a:r>
              <a:t>📋 JSTOR and Springer</a:t>
            </a:r>
          </a:p>
          <a:p>
            <a:pPr>
              <a:defRPr sz="2000"/>
            </a:pPr>
            <a:r>
              <a:t>📋 Google Scholar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Database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ERIC and Education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JSTOR and Springer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Google Scholar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University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04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04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