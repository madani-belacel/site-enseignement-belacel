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: APA 7ème édition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2/10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3/10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4/10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5/10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6/10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7/10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8/10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9/10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10/10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Academic databases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 RD 04 |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Master thesis strategy</a:t>
            </a:r>
          </a:p>
          <a:p>
            <a:pPr>
              <a:defRPr sz="2000"/>
            </a:pPr>
            <a:r>
              <a:t>🎯 Academic databases</a:t>
            </a:r>
          </a:p>
          <a:p>
            <a:pPr>
              <a:defRPr sz="2000"/>
            </a:pPr>
            <a:r>
              <a:t>🎯 CRAP evaluation</a:t>
            </a:r>
          </a:p>
          <a:p>
            <a:pPr>
              <a:defRPr sz="2000"/>
            </a:pPr>
            <a:r>
              <a:t>🎯 Zotero / APA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04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outline (1h30)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7 parties — 90 min</a:t>
            </a:r>
          </a:p>
          <a:p>
            <a:pPr>
              <a:defRPr sz="2000"/>
            </a:pPr>
            <a:r>
              <a:t>📋 Database overview</a:t>
            </a:r>
          </a:p>
          <a:p>
            <a:pPr>
              <a:defRPr sz="2000"/>
            </a:pPr>
            <a:r>
              <a:t>📋 ERIC and Education Source</a:t>
            </a:r>
          </a:p>
          <a:p>
            <a:pPr>
              <a:defRPr sz="2000"/>
            </a:pPr>
            <a:r>
              <a:t>📋 JSTOR and Springer</a:t>
            </a:r>
          </a:p>
          <a:p>
            <a:pPr>
              <a:defRPr sz="2000"/>
            </a:pPr>
            <a:r>
              <a:t>📋 Google Scholar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💡 Points clés polycopié</a:t>
            </a:r>
          </a:p>
          <a:p>
            <a:pPr>
              <a:defRPr sz="2000"/>
            </a:pPr>
            <a:r>
              <a:t>💡 Exemples M2 DLE</a:t>
            </a:r>
          </a:p>
          <a:p>
            <a:pPr>
              <a:defRPr sz="2000"/>
            </a:pPr>
            <a:r>
              <a:t>💡 Atelier guidé</a:t>
            </a:r>
          </a:p>
          <a:p>
            <a:pPr>
              <a:defRPr sz="2000"/>
            </a:pPr>
            <a:r>
              <a:t>💡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04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ERIC and Education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Points clés polycopié</a:t>
            </a:r>
          </a:p>
          <a:p>
            <a:pPr>
              <a:defRPr sz="2000"/>
            </a:pPr>
            <a:r>
              <a:t>📚 Exemples M2 DLE</a:t>
            </a:r>
          </a:p>
          <a:p>
            <a:pPr>
              <a:defRPr sz="2000"/>
            </a:pPr>
            <a:r>
              <a:t>📚 Atelier guidé</a:t>
            </a:r>
          </a:p>
          <a:p>
            <a:pPr>
              <a:defRPr sz="2000"/>
            </a:pPr>
            <a:r>
              <a:t>📚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JSTOR and Springer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🔎 Points clés polycopié</a:t>
            </a:r>
          </a:p>
          <a:p>
            <a:pPr>
              <a:defRPr sz="2000"/>
            </a:pPr>
            <a:r>
              <a:t>🔎 Exemples M2 DLE</a:t>
            </a:r>
          </a:p>
          <a:p>
            <a:pPr>
              <a:defRPr sz="2000"/>
            </a:pPr>
            <a:r>
              <a:t>🔎 Atelier guidé</a:t>
            </a:r>
          </a:p>
          <a:p>
            <a:pPr>
              <a:defRPr sz="2000"/>
            </a:pPr>
            <a:r>
              <a:t>🔎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04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Google Scholar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Points clés polycopié</a:t>
            </a:r>
          </a:p>
          <a:p>
            <a:pPr>
              <a:defRPr sz="2000"/>
            </a:pPr>
            <a:r>
              <a:t>✔️ Exemples M2 DLE</a:t>
            </a:r>
          </a:p>
          <a:p>
            <a:pPr>
              <a:defRPr sz="2000"/>
            </a:pPr>
            <a:r>
              <a:t>✔️ Atelier guidé</a:t>
            </a:r>
          </a:p>
          <a:p>
            <a:pPr>
              <a:defRPr sz="2000"/>
            </a:pPr>
            <a:r>
              <a:t>✔️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University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📎 Points clés polycopié</a:t>
            </a:r>
          </a:p>
          <a:p>
            <a:pPr>
              <a:defRPr sz="2000"/>
            </a:pPr>
            <a:r>
              <a:t>📎 Exemples M2 DLE</a:t>
            </a:r>
          </a:p>
          <a:p>
            <a:pPr>
              <a:defRPr sz="2000"/>
            </a:pPr>
            <a:r>
              <a:t>📎 Atelier guidé</a:t>
            </a:r>
          </a:p>
          <a:p>
            <a:pPr>
              <a:defRPr sz="2000"/>
            </a:pPr>
            <a:r>
              <a:t>📎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04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🛠️ Travail sur poste</a:t>
            </a:r>
          </a:p>
          <a:p>
            <a:pPr>
              <a:defRPr sz="2000"/>
            </a:pPr>
            <a:r>
              <a:t>🛠️ TD 04 — 1h30</a:t>
            </a:r>
          </a:p>
          <a:p>
            <a:pPr>
              <a:defRPr sz="2000"/>
            </a:pPr>
            <a:r>
              <a:t>🛠️ Protocole mémoire</a:t>
            </a:r>
          </a:p>
          <a:p>
            <a:pPr>
              <a:defRPr sz="2000"/>
            </a:pPr>
            <a:r>
              <a:t>🛠️ Support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Synthèse séance</a:t>
            </a:r>
          </a:p>
          <a:p>
            <a:pPr>
              <a:defRPr sz="2000"/>
            </a:pPr>
            <a:r>
              <a:t>✅ TD 04</a:t>
            </a:r>
          </a:p>
          <a:p>
            <a:pPr>
              <a:defRPr sz="2000"/>
            </a:pPr>
            <a:r>
              <a:t>✅ Séance suivante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04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