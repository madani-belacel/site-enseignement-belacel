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: Stratégie documentaire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2/10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3/10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4/10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5/10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6/10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7/10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8/10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9/10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02 — Diapo 10/10</a:t>
            </a:r>
          </a:p>
          <a:p>
            <a:r>
              <a:t>Stratégie documentaire</a:t>
            </a:r>
          </a:p>
          <a:p>
            <a:r>
              <a:t>Bases de données, moteurs, mots-clés, opérateurs booléens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RD 02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Master thesis strategy</a:t>
            </a:r>
          </a:p>
          <a:p>
            <a:pPr>
              <a:defRPr sz="2000"/>
            </a:pPr>
            <a:r>
              <a:t>🎯 Academic databases</a:t>
            </a:r>
          </a:p>
          <a:p>
            <a:pPr>
              <a:defRPr sz="2000"/>
            </a:pPr>
            <a:r>
              <a:t>🎯 CRAP evaluation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outline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Topic to subject</a:t>
            </a:r>
          </a:p>
          <a:p>
            <a:pPr>
              <a:defRPr sz="2000"/>
            </a:pPr>
            <a:r>
              <a:t>📋 Problem statement</a:t>
            </a:r>
          </a:p>
          <a:p>
            <a:pPr>
              <a:defRPr sz="2000"/>
            </a:pPr>
            <a:r>
              <a:t>📋 Main and sub-questions</a:t>
            </a:r>
          </a:p>
          <a:p>
            <a:pPr>
              <a:defRPr sz="2000"/>
            </a:pPr>
            <a:r>
              <a:t>📋 Quality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to subject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and sub-questions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02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02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02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