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Stratégie documentaire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Research question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02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Topic to subject</a:t>
            </a:r>
          </a:p>
          <a:p>
            <a:pPr>
              <a:defRPr sz="2000"/>
            </a:pPr>
            <a:r>
              <a:t>📋 Problem statement</a:t>
            </a:r>
          </a:p>
          <a:p>
            <a:pPr>
              <a:defRPr sz="2000"/>
            </a:pPr>
            <a:r>
              <a:t>📋 Main and sub-questions</a:t>
            </a:r>
          </a:p>
          <a:p>
            <a:pPr>
              <a:defRPr sz="2000"/>
            </a:pPr>
            <a:r>
              <a:t>📋 Quality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to subject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and sub-questions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02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02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