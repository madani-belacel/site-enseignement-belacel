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Tutorial RD 10 — Documentary protocol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Duration: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plan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Welcome : 5 min</a:t>
            </a:r>
          </a:p>
          <a:p>
            <a:pPr>
              <a:defRPr sz="2000"/>
            </a:pPr>
            <a:r>
              <a:t>⏱️ Ex.1 Plagiarism : 15 min</a:t>
            </a:r>
          </a:p>
          <a:p>
            <a:pPr>
              <a:defRPr sz="2000"/>
            </a:pPr>
            <a:r>
              <a:t>⏱️ Ex.2 GDPR : 15 min</a:t>
            </a:r>
          </a:p>
          <a:p>
            <a:pPr>
              <a:defRPr sz="2000"/>
            </a:pPr>
            <a:r>
              <a:t>⏱️ Ex.3 Protocol : 25 min</a:t>
            </a:r>
          </a:p>
          <a:p>
            <a:pPr>
              <a:defRPr sz="2000"/>
            </a:pPr>
            <a:r>
              <a:t>⏱️ Ex.4 Export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Tutorial handout</a:t>
            </a:r>
          </a:p>
          <a:p>
            <a:pPr>
              <a:defRPr sz="2000"/>
            </a:pPr>
            <a:r>
              <a:t>1️⃣ Guided work</a:t>
            </a:r>
          </a:p>
          <a:p>
            <a:pPr>
              <a:defRPr sz="2000"/>
            </a:pPr>
            <a:r>
              <a:t>1️⃣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Tutorial handout</a:t>
            </a:r>
          </a:p>
          <a:p>
            <a:pPr>
              <a:defRPr sz="2000"/>
            </a:pPr>
            <a:r>
              <a:t>2️⃣ Guided work</a:t>
            </a:r>
          </a:p>
          <a:p>
            <a:pPr>
              <a:defRPr sz="2000"/>
            </a:pPr>
            <a:r>
              <a:t>2️⃣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(25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Tutorial handout</a:t>
            </a:r>
          </a:p>
          <a:p>
            <a:pPr>
              <a:defRPr sz="2000"/>
            </a:pPr>
            <a:r>
              <a:t>3️⃣ Guided work</a:t>
            </a:r>
          </a:p>
          <a:p>
            <a:pPr>
              <a:defRPr sz="2000"/>
            </a:pPr>
            <a:r>
              <a:t>3️⃣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Tutorial handout</a:t>
            </a:r>
          </a:p>
          <a:p>
            <a:pPr>
              <a:defRPr sz="2000"/>
            </a:pPr>
            <a:r>
              <a:t>4️⃣ Guided work</a:t>
            </a:r>
          </a:p>
          <a:p>
            <a:pPr>
              <a:defRPr sz="2000"/>
            </a:pPr>
            <a:r>
              <a:t>4️⃣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(12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Tutorial handout</a:t>
            </a:r>
          </a:p>
          <a:p>
            <a:pPr>
              <a:defRPr sz="2000"/>
            </a:pPr>
            <a:r>
              <a:t>5️⃣ Guided work</a:t>
            </a:r>
          </a:p>
          <a:p>
            <a:pPr>
              <a:defRPr sz="2000"/>
            </a:pPr>
            <a:r>
              <a:t>5️⃣ Detailed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 50%</a:t>
            </a:r>
          </a:p>
          <a:p>
            <a:pPr>
              <a:defRPr sz="2000"/>
            </a:pPr>
            <a:r>
              <a:t>✔️ Analysis 30%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Deliverable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2-pp. protocol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Collective correction</a:t>
            </a:r>
          </a:p>
          <a:p>
            <a:pPr>
              <a:defRPr sz="2000"/>
            </a:pPr>
            <a:r>
              <a:t>✅ Review course PDF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10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