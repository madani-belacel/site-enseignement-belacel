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 thesis research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01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Documentary research epistemology</a:t>
            </a:r>
          </a:p>
          <a:p>
            <a:pPr>
              <a:defRPr sz="2000"/>
            </a:pPr>
            <a:r>
              <a:t>📋 Source types in language didactics</a:t>
            </a:r>
          </a:p>
          <a:p>
            <a:pPr>
              <a:defRPr sz="2000"/>
            </a:pPr>
            <a:r>
              <a:t>📋 Thesis structure</a:t>
            </a:r>
          </a:p>
          <a:p>
            <a:pPr>
              <a:defRPr sz="2000"/>
            </a:pPr>
            <a:r>
              <a:t>📋 Module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Documentary research epistemology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 types in language didactics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Thesis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10-session series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01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01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