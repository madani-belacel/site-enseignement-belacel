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: Méthodologie quantitative</a:t>
            </a:r>
          </a:p>
          <a:p>
            <a:r>
              <a:t>Module RD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2/10</a:t>
            </a:r>
          </a:p>
          <a:p>
            <a:r>
              <a:t>Méthodologie quantitative</a:t>
            </a:r>
          </a:p>
          <a:p>
            <a:r>
              <a:t>Questionnaires, échantillonnage, statistiques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3/10</a:t>
            </a:r>
          </a:p>
          <a:p>
            <a:r>
              <a:t>Méthodologie quantitative</a:t>
            </a:r>
          </a:p>
          <a:p>
            <a:r>
              <a:t>Questionnaires, échantillonnage, statistiques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4/10</a:t>
            </a:r>
          </a:p>
          <a:p>
            <a:r>
              <a:t>Méthodologie quantitative</a:t>
            </a:r>
          </a:p>
          <a:p>
            <a:r>
              <a:t>Questionnaires, échantillonnage, statistiques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5/10</a:t>
            </a:r>
          </a:p>
          <a:p>
            <a:r>
              <a:t>Méthodologie quantitative</a:t>
            </a:r>
          </a:p>
          <a:p>
            <a:r>
              <a:t>Questionnaires, échantillonnage, statistiques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6/10</a:t>
            </a:r>
          </a:p>
          <a:p>
            <a:r>
              <a:t>Méthodologie quantitative</a:t>
            </a:r>
          </a:p>
          <a:p>
            <a:r>
              <a:t>Questionnaires, échantillonnage, statistiques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7/10</a:t>
            </a:r>
          </a:p>
          <a:p>
            <a:r>
              <a:t>Méthodologie quantitative</a:t>
            </a:r>
          </a:p>
          <a:p>
            <a:r>
              <a:t>Questionnaires, échantillonnage, statistiques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8/10</a:t>
            </a:r>
          </a:p>
          <a:p>
            <a:r>
              <a:t>Méthodologie quantitative</a:t>
            </a:r>
          </a:p>
          <a:p>
            <a:r>
              <a:t>Questionnaires, échantillonnage, statistiques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9/10</a:t>
            </a:r>
          </a:p>
          <a:p>
            <a:r>
              <a:t>Méthodologie quantitative</a:t>
            </a:r>
          </a:p>
          <a:p>
            <a:r>
              <a:t>Questionnaires, échantillonnage, statistiques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10/10</a:t>
            </a:r>
          </a:p>
          <a:p>
            <a:r>
              <a:t>Méthodologie quantitative</a:t>
            </a:r>
          </a:p>
          <a:p>
            <a:r>
              <a:t>Questionnaires, échantillonnage, statistiques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Zotero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Course RD 07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Master thesis strategy</a:t>
            </a:r>
          </a:p>
          <a:p>
            <a:pPr>
              <a:defRPr sz="2000"/>
            </a:pPr>
            <a:r>
              <a:t>🎯 Academic databases</a:t>
            </a:r>
          </a:p>
          <a:p>
            <a:pPr>
              <a:defRPr sz="2000"/>
            </a:pPr>
            <a:r>
              <a:t>🎯 CRAP evaluation</a:t>
            </a:r>
          </a:p>
          <a:p>
            <a:pPr>
              <a:defRPr sz="2000"/>
            </a:pPr>
            <a:r>
              <a:t>🎯 Zotero /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07  •  Diapositive 2/10</a:t>
            </a:r>
          </a:p>
        </p:txBody>
      </p:sp>
      <p:pic>
        <p:nvPicPr>
          <p:cNvPr id="5" name="Picture 4" descr="RD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Course outline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Zotero overview</a:t>
            </a:r>
          </a:p>
          <a:p>
            <a:pPr>
              <a:defRPr sz="2000"/>
            </a:pPr>
            <a:r>
              <a:t>📋 Installation</a:t>
            </a:r>
          </a:p>
          <a:p>
            <a:pPr>
              <a:defRPr sz="2000"/>
            </a:pPr>
            <a:r>
              <a:t>📋 DOI import</a:t>
            </a:r>
          </a:p>
          <a:p>
            <a:pPr>
              <a:defRPr sz="2000"/>
            </a:pPr>
            <a:r>
              <a:t>📋 Folders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Zotero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M2 DLE</a:t>
            </a:r>
          </a:p>
          <a:p>
            <a:pPr>
              <a:defRPr sz="2000"/>
            </a:pPr>
            <a:r>
              <a:t>💡 Atelier guidé</a:t>
            </a:r>
          </a:p>
          <a:p>
            <a:pPr>
              <a:defRPr sz="2000"/>
            </a:pPr>
            <a:r>
              <a:t>💡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07  •  Diapositive 4/10</a:t>
            </a:r>
          </a:p>
        </p:txBody>
      </p:sp>
      <p:pic>
        <p:nvPicPr>
          <p:cNvPr id="5" name="Picture 4" descr="RD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Installation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Points clés polycopié</a:t>
            </a:r>
          </a:p>
          <a:p>
            <a:pPr>
              <a:defRPr sz="2000"/>
            </a:pPr>
            <a:r>
              <a:t>📚 Exemples M2 DLE</a:t>
            </a:r>
          </a:p>
          <a:p>
            <a:pPr>
              <a:defRPr sz="2000"/>
            </a:pPr>
            <a:r>
              <a:t>📚 Atelier guidé</a:t>
            </a:r>
          </a:p>
          <a:p>
            <a:pPr>
              <a:defRPr sz="2000"/>
            </a:pPr>
            <a:r>
              <a:t>📚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DOI import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🔎 Points clés polycopié</a:t>
            </a:r>
          </a:p>
          <a:p>
            <a:pPr>
              <a:defRPr sz="2000"/>
            </a:pPr>
            <a:r>
              <a:t>🔎 Exemples M2 DLE</a:t>
            </a:r>
          </a:p>
          <a:p>
            <a:pPr>
              <a:defRPr sz="2000"/>
            </a:pPr>
            <a:r>
              <a:t>🔎 Atelier guidé</a:t>
            </a:r>
          </a:p>
          <a:p>
            <a:pPr>
              <a:defRPr sz="2000"/>
            </a:pPr>
            <a:r>
              <a:t>🔎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07  •  Diapositive 6/10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Points clés polycopié</a:t>
            </a:r>
          </a:p>
          <a:p>
            <a:pPr>
              <a:defRPr sz="2000"/>
            </a:pPr>
            <a:r>
              <a:t>✔️ Exemples M2 DLE</a:t>
            </a:r>
          </a:p>
          <a:p>
            <a:pPr>
              <a:defRPr sz="2000"/>
            </a:pPr>
            <a:r>
              <a:t>✔️ Atelier guidé</a:t>
            </a:r>
          </a:p>
          <a:p>
            <a:pPr>
              <a:defRPr sz="2000"/>
            </a:pPr>
            <a:r>
              <a:t>✔️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Reading 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📎 Points clés polycopié</a:t>
            </a:r>
          </a:p>
          <a:p>
            <a:pPr>
              <a:defRPr sz="2000"/>
            </a:pPr>
            <a:r>
              <a:t>📎 Exemples M2 DLE</a:t>
            </a:r>
          </a:p>
          <a:p>
            <a:pPr>
              <a:defRPr sz="2000"/>
            </a:pPr>
            <a:r>
              <a:t>📎 Atelier guidé</a:t>
            </a:r>
          </a:p>
          <a:p>
            <a:pPr>
              <a:defRPr sz="2000"/>
            </a:pPr>
            <a:r>
              <a:t>📎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07  •  Diapositive 8/10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Travail sur poste</a:t>
            </a:r>
          </a:p>
          <a:p>
            <a:pPr>
              <a:defRPr sz="2000"/>
            </a:pPr>
            <a:r>
              <a:t>🛠️ TD 07 — 1h30</a:t>
            </a:r>
          </a:p>
          <a:p>
            <a:pPr>
              <a:defRPr sz="2000"/>
            </a:pPr>
            <a:r>
              <a:t>🛠️ Protocole mémoire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Synthèse séance</a:t>
            </a:r>
          </a:p>
          <a:p>
            <a:pPr>
              <a:defRPr sz="2000"/>
            </a:pPr>
            <a:r>
              <a:t>✅ TD 07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07  •  Diapositive 10/10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