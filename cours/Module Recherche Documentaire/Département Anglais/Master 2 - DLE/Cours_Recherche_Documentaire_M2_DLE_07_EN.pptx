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: Méthodologie quantitative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2/10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3/10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4/10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5/10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6/10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7/10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8/10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9/10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10/10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Zotero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 RD 07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Master thesis strategy</a:t>
            </a:r>
          </a:p>
          <a:p>
            <a:pPr>
              <a:defRPr sz="2000"/>
            </a:pPr>
            <a:r>
              <a:t>🎯 Academic databases</a:t>
            </a:r>
          </a:p>
          <a:p>
            <a:pPr>
              <a:defRPr sz="2000"/>
            </a:pPr>
            <a:r>
              <a:t>🎯 CRAP evaluation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outline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parties — 90 min</a:t>
            </a:r>
          </a:p>
          <a:p>
            <a:pPr>
              <a:defRPr sz="2000"/>
            </a:pPr>
            <a:r>
              <a:t>📋 Zotero overview</a:t>
            </a:r>
          </a:p>
          <a:p>
            <a:pPr>
              <a:defRPr sz="2000"/>
            </a:pPr>
            <a:r>
              <a:t>📋 Installation</a:t>
            </a:r>
          </a:p>
          <a:p>
            <a:pPr>
              <a:defRPr sz="2000"/>
            </a:pPr>
            <a:r>
              <a:t>📋 DOI import</a:t>
            </a:r>
          </a:p>
          <a:p>
            <a:pPr>
              <a:defRPr sz="2000"/>
            </a:pPr>
            <a:r>
              <a:t>📋 Folders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Zotero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DOI import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07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07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