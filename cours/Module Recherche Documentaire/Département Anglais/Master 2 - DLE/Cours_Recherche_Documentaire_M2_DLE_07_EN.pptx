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07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Zotero overview</a:t>
            </a:r>
          </a:p>
          <a:p>
            <a:pPr>
              <a:defRPr sz="2000"/>
            </a:pPr>
            <a:r>
              <a:t>📋 Installation</a:t>
            </a:r>
          </a:p>
          <a:p>
            <a:pPr>
              <a:defRPr sz="2000"/>
            </a:pPr>
            <a:r>
              <a:t>📋 DOI import</a:t>
            </a:r>
          </a:p>
          <a:p>
            <a:pPr>
              <a:defRPr sz="2000"/>
            </a:pPr>
            <a:r>
              <a:t>📋 Folders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Zotero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DOI import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Reading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07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07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