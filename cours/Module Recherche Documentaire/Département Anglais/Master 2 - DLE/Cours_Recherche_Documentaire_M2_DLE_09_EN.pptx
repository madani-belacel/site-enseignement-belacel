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: Éthique et intégrité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2/10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3/10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4/10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5/10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6/10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7/10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8/10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9/10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09 — Diapo 10/10</a:t>
            </a:r>
          </a:p>
          <a:p>
            <a:r>
              <a:t>Éthique et intégrité</a:t>
            </a:r>
          </a:p>
          <a:p>
            <a:r>
              <a:t>Plagiat, consentement, comités d'éthique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Literature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RD 09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Master thesis strategy</a:t>
            </a:r>
          </a:p>
          <a:p>
            <a:pPr>
              <a:defRPr sz="2000"/>
            </a:pPr>
            <a:r>
              <a:t>🎯 Academic databases</a:t>
            </a:r>
          </a:p>
          <a:p>
            <a:pPr>
              <a:defRPr sz="2000"/>
            </a:pPr>
            <a:r>
              <a:t>🎯 CRAP evaluation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outline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Role of review</a:t>
            </a:r>
          </a:p>
          <a:p>
            <a:pPr>
              <a:defRPr sz="2000"/>
            </a:pPr>
            <a:r>
              <a:t>📋 Thematic structure</a:t>
            </a:r>
          </a:p>
          <a:p>
            <a:pPr>
              <a:defRPr sz="2000"/>
            </a:pPr>
            <a:r>
              <a:t>📋 Convergences/divergences</a:t>
            </a:r>
          </a:p>
          <a:p>
            <a:pPr>
              <a:defRPr sz="2000"/>
            </a:pPr>
            <a:r>
              <a:t>📋 Gaps and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Role of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Thematic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Convergences/divergences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Gaps and positioning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09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09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09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