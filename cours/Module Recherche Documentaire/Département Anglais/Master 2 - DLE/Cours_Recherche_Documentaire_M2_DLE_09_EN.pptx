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Literature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09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Role of review</a:t>
            </a:r>
          </a:p>
          <a:p>
            <a:pPr>
              <a:defRPr sz="2000"/>
            </a:pPr>
            <a:r>
              <a:t>📋 Thematic structure</a:t>
            </a:r>
          </a:p>
          <a:p>
            <a:pPr>
              <a:defRPr sz="2000"/>
            </a:pPr>
            <a:r>
              <a:t>📋 Convergences/divergences</a:t>
            </a:r>
          </a:p>
          <a:p>
            <a:pPr>
              <a:defRPr sz="2000"/>
            </a:pPr>
            <a:r>
              <a:t>📋 Gaps and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Role of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Thematic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Convergences/divergences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Gaps and positioning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09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09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