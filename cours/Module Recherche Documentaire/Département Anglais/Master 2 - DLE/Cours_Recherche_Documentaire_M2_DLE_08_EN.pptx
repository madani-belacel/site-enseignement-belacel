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Rédaction scientifique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Rédaction scientifique</a:t>
            </a:r>
          </a:p>
          <a:p>
            <a:r>
              <a:t>Structure article, argumentation, relecture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APA 7 / MLA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08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Why cite?</a:t>
            </a:r>
          </a:p>
          <a:p>
            <a:pPr>
              <a:defRPr sz="2000"/>
            </a:pPr>
            <a:r>
              <a:t>📋 Direct quote vs paraphrase</a:t>
            </a:r>
          </a:p>
          <a:p>
            <a:pPr>
              <a:defRPr sz="2000"/>
            </a:pPr>
            <a:r>
              <a:t>📋 APA 7 essentials</a:t>
            </a:r>
          </a:p>
          <a:p>
            <a:pPr>
              <a:defRPr sz="2000"/>
            </a:pPr>
            <a:r>
              <a:t>📋 MLA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cite?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quote vs paraphrase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7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MLA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Primary/secondary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08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08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08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