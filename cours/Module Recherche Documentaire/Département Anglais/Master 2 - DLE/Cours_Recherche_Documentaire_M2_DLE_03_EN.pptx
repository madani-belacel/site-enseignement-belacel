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Zotero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Zotero</a:t>
            </a:r>
          </a:p>
          <a:p>
            <a:r>
              <a:t>Import, organisation, tags, collections,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Keywords &amp; Boolean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03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Keyword importance</a:t>
            </a:r>
          </a:p>
          <a:p>
            <a:pPr>
              <a:defRPr sz="2000"/>
            </a:pPr>
            <a:r>
              <a:t>📋 Concept decomposition</a:t>
            </a:r>
          </a:p>
          <a:p>
            <a:pPr>
              <a:defRPr sz="2000"/>
            </a:pPr>
            <a:r>
              <a:t>📋 EN/FR controlled translation</a:t>
            </a:r>
          </a:p>
          <a:p>
            <a:pPr>
              <a:defRPr sz="2000"/>
            </a:pPr>
            <a:r>
              <a:t>📋 Thesauri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EN/FR controlled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Thesauri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03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03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03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