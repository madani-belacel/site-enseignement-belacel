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: Revue de littérature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2/10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3/10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4/10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5/10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6/10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7/10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8/10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9/10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10/10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Specialised portals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 RD 05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Master thesis strategy</a:t>
            </a:r>
          </a:p>
          <a:p>
            <a:pPr>
              <a:defRPr sz="2000"/>
            </a:pPr>
            <a:r>
              <a:t>🎯 Academic databases</a:t>
            </a:r>
          </a:p>
          <a:p>
            <a:pPr>
              <a:defRPr sz="2000"/>
            </a:pPr>
            <a:r>
              <a:t>🎯 CRAP evaluation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outline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Institutional portals</a:t>
            </a:r>
          </a:p>
          <a:p>
            <a:pPr>
              <a:defRPr sz="2000"/>
            </a:pPr>
            <a:r>
              <a:t>📋 British Council</a:t>
            </a:r>
          </a:p>
          <a:p>
            <a:pPr>
              <a:defRPr sz="2000"/>
            </a:pPr>
            <a:r>
              <a:t>📋 Cambridge research</a:t>
            </a:r>
          </a:p>
          <a:p>
            <a:pPr>
              <a:defRPr sz="2000"/>
            </a:pPr>
            <a:r>
              <a:t>📋 Corpora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Institutional portals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British Council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Cambridge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Corpora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05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05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