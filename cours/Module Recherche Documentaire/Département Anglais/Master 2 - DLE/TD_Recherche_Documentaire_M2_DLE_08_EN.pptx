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Rédaction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08 — APA 7 / MLA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Quote : 18 min</a:t>
            </a:r>
          </a:p>
          <a:p>
            <a:pPr>
              <a:defRPr sz="2000"/>
            </a:pPr>
            <a:r>
              <a:t>⏱️ Ex.2 Paraphrase : 18 min</a:t>
            </a:r>
          </a:p>
          <a:p>
            <a:pPr>
              <a:defRPr sz="2000"/>
            </a:pPr>
            <a:r>
              <a:t>⏱️ Ex.3 MLA : 15 min</a:t>
            </a:r>
          </a:p>
          <a:p>
            <a:pPr>
              <a:defRPr sz="2000"/>
            </a:pPr>
            <a:r>
              <a:t>⏱️ Ex.4 Secondary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