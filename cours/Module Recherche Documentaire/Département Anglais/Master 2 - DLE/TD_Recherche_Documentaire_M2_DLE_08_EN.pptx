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Tutorial RD 08 — APA 7 / MLA 9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Duration: 1h30 (90 min)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08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Session plan — 1h30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⏱️ Welcome : 5 min</a:t>
            </a:r>
          </a:p>
          <a:p>
            <a:pPr>
              <a:defRPr sz="2000"/>
            </a:pPr>
            <a:r>
              <a:t>⏱️ Ex.1 Quote : 18 min</a:t>
            </a:r>
          </a:p>
          <a:p>
            <a:pPr>
              <a:defRPr sz="2000"/>
            </a:pPr>
            <a:r>
              <a:t>⏱️ Ex.2 Paraphrase : 18 min</a:t>
            </a:r>
          </a:p>
          <a:p>
            <a:pPr>
              <a:defRPr sz="2000"/>
            </a:pPr>
            <a:r>
              <a:t>⏱️ Ex.3 MLA : 15 min</a:t>
            </a:r>
          </a:p>
          <a:p>
            <a:pPr>
              <a:defRPr sz="2000"/>
            </a:pPr>
            <a:r>
              <a:t>⏱️ Ex.4 Secondary : 18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08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1 (18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Tutorial handout</a:t>
            </a:r>
          </a:p>
          <a:p>
            <a:pPr>
              <a:defRPr sz="2000"/>
            </a:pPr>
            <a:r>
              <a:t>1️⃣ Guided work</a:t>
            </a:r>
          </a:p>
          <a:p>
            <a:pPr>
              <a:defRPr sz="2000"/>
            </a:pPr>
            <a:r>
              <a:t>1️⃣ Detailed correction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08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2 (18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Tutorial handout</a:t>
            </a:r>
          </a:p>
          <a:p>
            <a:pPr>
              <a:defRPr sz="2000"/>
            </a:pPr>
            <a:r>
              <a:t>2️⃣ Guided work</a:t>
            </a:r>
          </a:p>
          <a:p>
            <a:pPr>
              <a:defRPr sz="2000"/>
            </a:pPr>
            <a:r>
              <a:t>2️⃣ Detailed correction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08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3 (15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Tutorial handout</a:t>
            </a:r>
          </a:p>
          <a:p>
            <a:pPr>
              <a:defRPr sz="2000"/>
            </a:pPr>
            <a:r>
              <a:t>3️⃣ Guided work</a:t>
            </a:r>
          </a:p>
          <a:p>
            <a:pPr>
              <a:defRPr sz="2000"/>
            </a:pPr>
            <a:r>
              <a:t>3️⃣ Detailed correction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08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4 (18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Tutorial handout</a:t>
            </a:r>
          </a:p>
          <a:p>
            <a:pPr>
              <a:defRPr sz="2000"/>
            </a:pPr>
            <a:r>
              <a:t>4️⃣ Guided work</a:t>
            </a:r>
          </a:p>
          <a:p>
            <a:pPr>
              <a:defRPr sz="2000"/>
            </a:pPr>
            <a:r>
              <a:t>4️⃣ Detailed correction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08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5 (16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Tutorial handout</a:t>
            </a:r>
          </a:p>
          <a:p>
            <a:pPr>
              <a:defRPr sz="2000"/>
            </a:pPr>
            <a:r>
              <a:t>5️⃣ Guided work</a:t>
            </a:r>
          </a:p>
          <a:p>
            <a:pPr>
              <a:defRPr sz="2000"/>
            </a:pPr>
            <a:r>
              <a:t>5️⃣ Detailed correction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08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Grading rubric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Protocol 50%</a:t>
            </a:r>
          </a:p>
          <a:p>
            <a:pPr>
              <a:defRPr sz="2000"/>
            </a:pPr>
            <a:r>
              <a:t>✔️ Analysis 30%</a:t>
            </a:r>
          </a:p>
          <a:p>
            <a:pPr>
              <a:defRPr sz="2000"/>
            </a:pPr>
            <a:r>
              <a:t>✔️ Participation 20 %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08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Deliverable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📁 2-pp. protocol</a:t>
            </a:r>
          </a:p>
          <a:p>
            <a:pPr>
              <a:defRPr sz="2000"/>
            </a:pPr>
            <a:r>
              <a:t>📁 Export Zotero</a:t>
            </a:r>
          </a:p>
          <a:p>
            <a:pPr>
              <a:defRPr sz="2000"/>
            </a:pPr>
            <a:r>
              <a:t>📁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08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End of tutorial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Collective correction</a:t>
            </a:r>
          </a:p>
          <a:p>
            <a:pPr>
              <a:defRPr sz="2000"/>
            </a:pPr>
            <a:r>
              <a:t>✅ Review course PDF</a:t>
            </a:r>
          </a:p>
          <a:p>
            <a:pPr>
              <a:defRPr sz="2000"/>
            </a:pPr>
            <a:r>
              <a:t>✅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08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