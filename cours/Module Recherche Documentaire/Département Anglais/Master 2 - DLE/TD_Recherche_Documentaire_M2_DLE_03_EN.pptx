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Zotero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RD 03 — Keywords &amp; Boolean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Welcome : 5 min</a:t>
            </a:r>
          </a:p>
          <a:p>
            <a:pPr>
              <a:defRPr sz="2000"/>
            </a:pPr>
            <a:r>
              <a:t>⏱️ Ex.1 Keywords : 15 min</a:t>
            </a:r>
          </a:p>
          <a:p>
            <a:pPr>
              <a:defRPr sz="2000"/>
            </a:pPr>
            <a:r>
              <a:t>⏱️ Ex.2 Query EN : 18 min</a:t>
            </a:r>
          </a:p>
          <a:p>
            <a:pPr>
              <a:defRPr sz="2000"/>
            </a:pPr>
            <a:r>
              <a:t>⏱️ Ex.3 Query FR : 18 min</a:t>
            </a:r>
          </a:p>
          <a:p>
            <a:pPr>
              <a:defRPr sz="2000"/>
            </a:pPr>
            <a:r>
              <a:t>⏱️ Ex.4 Thesaurus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Tutorial handout</a:t>
            </a:r>
          </a:p>
          <a:p>
            <a:pPr>
              <a:defRPr sz="2000"/>
            </a:pPr>
            <a:r>
              <a:t>1️⃣ Guided work</a:t>
            </a:r>
          </a:p>
          <a:p>
            <a:pPr>
              <a:defRPr sz="2000"/>
            </a:pPr>
            <a:r>
              <a:t>1️⃣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Tutorial handout</a:t>
            </a:r>
          </a:p>
          <a:p>
            <a:pPr>
              <a:defRPr sz="2000"/>
            </a:pPr>
            <a:r>
              <a:t>2️⃣ Guided work</a:t>
            </a:r>
          </a:p>
          <a:p>
            <a:pPr>
              <a:defRPr sz="2000"/>
            </a:pPr>
            <a:r>
              <a:t>2️⃣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Tutorial handout</a:t>
            </a:r>
          </a:p>
          <a:p>
            <a:pPr>
              <a:defRPr sz="2000"/>
            </a:pPr>
            <a:r>
              <a:t>3️⃣ Guided work</a:t>
            </a:r>
          </a:p>
          <a:p>
            <a:pPr>
              <a:defRPr sz="2000"/>
            </a:pPr>
            <a:r>
              <a:t>3️⃣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Tutorial handout</a:t>
            </a:r>
          </a:p>
          <a:p>
            <a:pPr>
              <a:defRPr sz="2000"/>
            </a:pPr>
            <a:r>
              <a:t>4️⃣ Guided work</a:t>
            </a:r>
          </a:p>
          <a:p>
            <a:pPr>
              <a:defRPr sz="2000"/>
            </a:pPr>
            <a:r>
              <a:t>4️⃣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Tutorial handout</a:t>
            </a:r>
          </a:p>
          <a:p>
            <a:pPr>
              <a:defRPr sz="2000"/>
            </a:pPr>
            <a:r>
              <a:t>5️⃣ Guided work</a:t>
            </a:r>
          </a:p>
          <a:p>
            <a:pPr>
              <a:defRPr sz="2000"/>
            </a:pPr>
            <a:r>
              <a:t>5️⃣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 50%</a:t>
            </a:r>
          </a:p>
          <a:p>
            <a:pPr>
              <a:defRPr sz="2000"/>
            </a:pPr>
            <a:r>
              <a:t>✔️ Analysis 30%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2-pp. protocol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Review course PDF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