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: Zotero</a:t>
            </a:r>
          </a:p>
          <a:p>
            <a:r>
              <a:t>Module RD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2/10</a:t>
            </a:r>
          </a:p>
          <a:p>
            <a:r>
              <a:t>Zotero</a:t>
            </a:r>
          </a:p>
          <a:p>
            <a:r>
              <a:t>Import, organisation, tags, collections, citation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3/10</a:t>
            </a:r>
          </a:p>
          <a:p>
            <a:r>
              <a:t>Zotero</a:t>
            </a:r>
          </a:p>
          <a:p>
            <a:r>
              <a:t>Import, organisation, tags, collections, citation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4/10</a:t>
            </a:r>
          </a:p>
          <a:p>
            <a:r>
              <a:t>Zotero</a:t>
            </a:r>
          </a:p>
          <a:p>
            <a:r>
              <a:t>Import, organisation, tags, collections, citation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5/10</a:t>
            </a:r>
          </a:p>
          <a:p>
            <a:r>
              <a:t>Zotero</a:t>
            </a:r>
          </a:p>
          <a:p>
            <a:r>
              <a:t>Import, organisation, tags, collections, citation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6/10</a:t>
            </a:r>
          </a:p>
          <a:p>
            <a:r>
              <a:t>Zotero</a:t>
            </a:r>
          </a:p>
          <a:p>
            <a:r>
              <a:t>Import, organisation, tags, collections, citation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7/10</a:t>
            </a:r>
          </a:p>
          <a:p>
            <a:r>
              <a:t>Zotero</a:t>
            </a:r>
          </a:p>
          <a:p>
            <a:r>
              <a:t>Import, organisation, tags, collections, citation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8/10</a:t>
            </a:r>
          </a:p>
          <a:p>
            <a:r>
              <a:t>Zotero</a:t>
            </a:r>
          </a:p>
          <a:p>
            <a:r>
              <a:t>Import, organisation, tags, collections, citation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9/10</a:t>
            </a:r>
          </a:p>
          <a:p>
            <a:r>
              <a:t>Zotero</a:t>
            </a:r>
          </a:p>
          <a:p>
            <a:r>
              <a:t>Import, organisation, tags, collections, citation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10/10</a:t>
            </a:r>
          </a:p>
          <a:p>
            <a:r>
              <a:t>Zotero</a:t>
            </a:r>
          </a:p>
          <a:p>
            <a:r>
              <a:t>Import, organisation, tags, collections, citation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Tutorial RD 03 — Keywords &amp; Boolean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Duration: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03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Session plan — 1h30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Welcome : 5 min</a:t>
            </a:r>
          </a:p>
          <a:p>
            <a:pPr>
              <a:defRPr sz="2000"/>
            </a:pPr>
            <a:r>
              <a:t>⏱️ Ex.1 Keywords : 15 min</a:t>
            </a:r>
          </a:p>
          <a:p>
            <a:pPr>
              <a:defRPr sz="2000"/>
            </a:pPr>
            <a:r>
              <a:t>⏱️ Ex.2 Query EN : 18 min</a:t>
            </a:r>
          </a:p>
          <a:p>
            <a:pPr>
              <a:defRPr sz="2000"/>
            </a:pPr>
            <a:r>
              <a:t>⏱️ Ex.3 Query FR : 18 min</a:t>
            </a:r>
          </a:p>
          <a:p>
            <a:pPr>
              <a:defRPr sz="2000"/>
            </a:pPr>
            <a:r>
              <a:t>⏱️ Ex.4 Thesaurus : 18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03  •  Diapositive 2/10</a:t>
            </a:r>
          </a:p>
        </p:txBody>
      </p:sp>
      <p:pic>
        <p:nvPicPr>
          <p:cNvPr id="5" name="Picture 4" descr="RD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1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Tutorial handout</a:t>
            </a:r>
          </a:p>
          <a:p>
            <a:pPr>
              <a:defRPr sz="2000"/>
            </a:pPr>
            <a:r>
              <a:t>1️⃣ Guided work</a:t>
            </a:r>
          </a:p>
          <a:p>
            <a:pPr>
              <a:defRPr sz="2000"/>
            </a:pPr>
            <a:r>
              <a:t>1️⃣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03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2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Tutorial handout</a:t>
            </a:r>
          </a:p>
          <a:p>
            <a:pPr>
              <a:defRPr sz="2000"/>
            </a:pPr>
            <a:r>
              <a:t>2️⃣ Guided work</a:t>
            </a:r>
          </a:p>
          <a:p>
            <a:pPr>
              <a:defRPr sz="2000"/>
            </a:pPr>
            <a:r>
              <a:t>2️⃣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03  •  Diapositive 4/10</a:t>
            </a:r>
          </a:p>
        </p:txBody>
      </p:sp>
      <p:pic>
        <p:nvPicPr>
          <p:cNvPr id="5" name="Picture 4" descr="RD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3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Tutorial handout</a:t>
            </a:r>
          </a:p>
          <a:p>
            <a:pPr>
              <a:defRPr sz="2000"/>
            </a:pPr>
            <a:r>
              <a:t>3️⃣ Guided work</a:t>
            </a:r>
          </a:p>
          <a:p>
            <a:pPr>
              <a:defRPr sz="2000"/>
            </a:pPr>
            <a:r>
              <a:t>3️⃣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03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4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Tutorial handout</a:t>
            </a:r>
          </a:p>
          <a:p>
            <a:pPr>
              <a:defRPr sz="2000"/>
            </a:pPr>
            <a:r>
              <a:t>4️⃣ Guided work</a:t>
            </a:r>
          </a:p>
          <a:p>
            <a:pPr>
              <a:defRPr sz="2000"/>
            </a:pPr>
            <a:r>
              <a:t>4️⃣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03  •  Diapositive 6/10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5 (16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Tutorial handout</a:t>
            </a:r>
          </a:p>
          <a:p>
            <a:pPr>
              <a:defRPr sz="2000"/>
            </a:pPr>
            <a:r>
              <a:t>5️⃣ Guided work</a:t>
            </a:r>
          </a:p>
          <a:p>
            <a:pPr>
              <a:defRPr sz="2000"/>
            </a:pPr>
            <a:r>
              <a:t>5️⃣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03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Grading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Protocol 50%</a:t>
            </a:r>
          </a:p>
          <a:p>
            <a:pPr>
              <a:defRPr sz="2000"/>
            </a:pPr>
            <a:r>
              <a:t>✔️ Analysis 30%</a:t>
            </a:r>
          </a:p>
          <a:p>
            <a:pPr>
              <a:defRPr sz="2000"/>
            </a:pPr>
            <a:r>
              <a:t>✔️ Participation 20 %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03  •  Diapositive 8/10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2-pp. protocol</a:t>
            </a:r>
          </a:p>
          <a:p>
            <a:pPr>
              <a:defRPr sz="2000"/>
            </a:pPr>
            <a:r>
              <a:t>📁 Export Zotero</a:t>
            </a:r>
          </a:p>
          <a:p>
            <a:pPr>
              <a:defRPr sz="2000"/>
            </a:pPr>
            <a:r>
              <a:t>📁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03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 of tutorial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Collective correction</a:t>
            </a:r>
          </a:p>
          <a:p>
            <a:pPr>
              <a:defRPr sz="2000"/>
            </a:pPr>
            <a:r>
              <a:t>✅ Review course PDF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03  •  Diapositive 10/10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