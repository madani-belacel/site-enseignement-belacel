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CRAP criteria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06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Why evaluate?</a:t>
            </a:r>
          </a:p>
          <a:p>
            <a:pPr>
              <a:defRPr sz="2000"/>
            </a:pPr>
            <a:r>
              <a:t>📋 Currency</a:t>
            </a:r>
          </a:p>
          <a:p>
            <a:pPr>
              <a:defRPr sz="2000"/>
            </a:pPr>
            <a:r>
              <a:t>📋 Relevance</a:t>
            </a:r>
          </a:p>
          <a:p>
            <a:pPr>
              <a:defRPr sz="2000"/>
            </a:pPr>
            <a:r>
              <a:t>📋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evaluate?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Authority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06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06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