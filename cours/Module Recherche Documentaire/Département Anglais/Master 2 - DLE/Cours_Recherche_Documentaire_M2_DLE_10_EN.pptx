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Documentary protocol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Course RD 10 | 1h30 (90 min)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10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Learning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Master thesis strategy</a:t>
            </a:r>
          </a:p>
          <a:p>
            <a:pPr>
              <a:defRPr sz="2000"/>
            </a:pPr>
            <a:r>
              <a:t>🎯 Academic databases</a:t>
            </a:r>
          </a:p>
          <a:p>
            <a:pPr>
              <a:defRPr sz="2000"/>
            </a:pPr>
            <a:r>
              <a:t>🎯 CRAP evaluation</a:t>
            </a:r>
          </a:p>
          <a:p>
            <a:pPr>
              <a:defRPr sz="2000"/>
            </a:pPr>
            <a:r>
              <a:t>🎯 Zotero / APA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10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Course outline (1h30)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8 parties — 90 min</a:t>
            </a:r>
          </a:p>
          <a:p>
            <a:pPr>
              <a:defRPr sz="2000"/>
            </a:pPr>
            <a:r>
              <a:t>📋 Academic integrity</a:t>
            </a:r>
          </a:p>
          <a:p>
            <a:pPr>
              <a:defRPr sz="2000"/>
            </a:pPr>
            <a:r>
              <a:t>📋 Plagiarism</a:t>
            </a:r>
          </a:p>
          <a:p>
            <a:pPr>
              <a:defRPr sz="2000"/>
            </a:pPr>
            <a:r>
              <a:t>📋 Detection tools</a:t>
            </a:r>
          </a:p>
          <a:p>
            <a:pPr>
              <a:defRPr sz="2000"/>
            </a:pPr>
            <a:r>
              <a:t>📋 Action-research GDPR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10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Academic integrity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💡 Points clés polycopié</a:t>
            </a:r>
          </a:p>
          <a:p>
            <a:pPr>
              <a:defRPr sz="2000"/>
            </a:pPr>
            <a:r>
              <a:t>💡 Exemples M2 DLE</a:t>
            </a:r>
          </a:p>
          <a:p>
            <a:pPr>
              <a:defRPr sz="2000"/>
            </a:pPr>
            <a:r>
              <a:t>💡 Atelier guidé</a:t>
            </a:r>
          </a:p>
          <a:p>
            <a:pPr>
              <a:defRPr sz="2000"/>
            </a:pPr>
            <a:r>
              <a:t>💡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10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Plagiarism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📚 Points clés polycopié</a:t>
            </a:r>
          </a:p>
          <a:p>
            <a:pPr>
              <a:defRPr sz="2000"/>
            </a:pPr>
            <a:r>
              <a:t>📚 Exemples M2 DLE</a:t>
            </a:r>
          </a:p>
          <a:p>
            <a:pPr>
              <a:defRPr sz="2000"/>
            </a:pPr>
            <a:r>
              <a:t>📚 Atelier guidé</a:t>
            </a:r>
          </a:p>
          <a:p>
            <a:pPr>
              <a:defRPr sz="2000"/>
            </a:pPr>
            <a:r>
              <a:t>📚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10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Detection tools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🔎 Points clés polycopié</a:t>
            </a:r>
          </a:p>
          <a:p>
            <a:pPr>
              <a:defRPr sz="2000"/>
            </a:pPr>
            <a:r>
              <a:t>🔎 Exemples M2 DLE</a:t>
            </a:r>
          </a:p>
          <a:p>
            <a:pPr>
              <a:defRPr sz="2000"/>
            </a:pPr>
            <a:r>
              <a:t>🔎 Atelier guidé</a:t>
            </a:r>
          </a:p>
          <a:p>
            <a:pPr>
              <a:defRPr sz="2000"/>
            </a:pPr>
            <a:r>
              <a:t>🔎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10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Action-research GDPR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Points clés polycopié</a:t>
            </a:r>
          </a:p>
          <a:p>
            <a:pPr>
              <a:defRPr sz="2000"/>
            </a:pPr>
            <a:r>
              <a:t>✔️ Exemples M2 DLE</a:t>
            </a:r>
          </a:p>
          <a:p>
            <a:pPr>
              <a:defRPr sz="2000"/>
            </a:pPr>
            <a:r>
              <a:t>✔️ Atelier guidé</a:t>
            </a:r>
          </a:p>
          <a:p>
            <a:pPr>
              <a:defRPr sz="2000"/>
            </a:pPr>
            <a:r>
              <a:t>✔️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10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Documentary protocol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📎 Points clés polycopié</a:t>
            </a:r>
          </a:p>
          <a:p>
            <a:pPr>
              <a:defRPr sz="2000"/>
            </a:pPr>
            <a:r>
              <a:t>📎 Exemples M2 DLE</a:t>
            </a:r>
          </a:p>
          <a:p>
            <a:pPr>
              <a:defRPr sz="2000"/>
            </a:pPr>
            <a:r>
              <a:t>📎 Atelier guidé</a:t>
            </a:r>
          </a:p>
          <a:p>
            <a:pPr>
              <a:defRPr sz="2000"/>
            </a:pPr>
            <a:r>
              <a:t>📎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10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Workshop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🛠️ Travail sur poste</a:t>
            </a:r>
          </a:p>
          <a:p>
            <a:pPr>
              <a:defRPr sz="2000"/>
            </a:pPr>
            <a:r>
              <a:t>🛠️ TD 10 — 1h30</a:t>
            </a:r>
          </a:p>
          <a:p>
            <a:pPr>
              <a:defRPr sz="2000"/>
            </a:pPr>
            <a:r>
              <a:t>🛠️ Protocole mémoire</a:t>
            </a:r>
          </a:p>
          <a:p>
            <a:pPr>
              <a:defRPr sz="2000"/>
            </a:pPr>
            <a:r>
              <a:t>🛠️ Support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10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Synthèse séance</a:t>
            </a:r>
          </a:p>
          <a:p>
            <a:pPr>
              <a:defRPr sz="2000"/>
            </a:pPr>
            <a:r>
              <a:t>✅ TD 10</a:t>
            </a:r>
          </a:p>
          <a:p>
            <a:pPr>
              <a:defRPr sz="2000"/>
            </a:pPr>
            <a:r>
              <a:t>✅ Séance suivante</a:t>
            </a:r>
          </a:p>
          <a:p>
            <a:pPr>
              <a:defRPr sz="2000"/>
            </a:pPr>
            <a:r>
              <a:t>✅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10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