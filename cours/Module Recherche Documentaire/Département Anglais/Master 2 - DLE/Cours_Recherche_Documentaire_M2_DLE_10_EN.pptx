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: Communication scientifique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2/10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3/10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4/10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5/10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6/10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7/10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8/10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9/10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10/10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Documentary protocol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10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Academic integrity</a:t>
            </a:r>
          </a:p>
          <a:p>
            <a:pPr>
              <a:defRPr sz="2000"/>
            </a:pPr>
            <a:r>
              <a:t>📋 Plagiarism</a:t>
            </a:r>
          </a:p>
          <a:p>
            <a:pPr>
              <a:defRPr sz="2000"/>
            </a:pPr>
            <a:r>
              <a:t>📋 Detection tools</a:t>
            </a:r>
          </a:p>
          <a:p>
            <a:pPr>
              <a:defRPr sz="2000"/>
            </a:pPr>
            <a:r>
              <a:t>📋 Action-research GDPR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Action-research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Documentary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10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10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