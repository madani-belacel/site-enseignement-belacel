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: Revue de littérature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2/10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3/10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4/10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5/10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6/10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7/10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8/10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9/10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10/10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05 — Specialised portals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BC : 15 min</a:t>
            </a:r>
          </a:p>
          <a:p>
            <a:pPr>
              <a:defRPr sz="2000"/>
            </a:pPr>
            <a:r>
              <a:t>⏱️ Ex.2 Alert : 18 min</a:t>
            </a:r>
          </a:p>
          <a:p>
            <a:pPr>
              <a:defRPr sz="2000"/>
            </a:pPr>
            <a:r>
              <a:t>⏱️ Ex.3 Corpus : 18 min</a:t>
            </a:r>
          </a:p>
          <a:p>
            <a:pPr>
              <a:defRPr sz="2000"/>
            </a:pPr>
            <a:r>
              <a:t>⏱️ Ex.4 OER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