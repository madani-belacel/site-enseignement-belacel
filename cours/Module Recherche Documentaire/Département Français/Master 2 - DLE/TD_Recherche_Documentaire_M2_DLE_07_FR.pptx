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: Méthodologie quantitative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2/10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3/10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4/10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5/10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6/10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7/10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8/10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9/10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10/10</a:t>
            </a:r>
          </a:p>
          <a:p>
            <a:r>
              <a:t>Méthodologie quantitative</a:t>
            </a:r>
          </a:p>
          <a:p>
            <a:r>
              <a:t>Questionnaires, échantillonnage, statistiques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RD 07 — Zotero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Ex.1 Install : 12 min</a:t>
            </a:r>
          </a:p>
          <a:p>
            <a:pPr>
              <a:defRPr sz="2000"/>
            </a:pPr>
            <a:r>
              <a:t>⏱️ Ex.2 Import : 20 min</a:t>
            </a:r>
          </a:p>
          <a:p>
            <a:pPr>
              <a:defRPr sz="2000"/>
            </a:pPr>
            <a:r>
              <a:t>⏱️ Ex.3 Dossiers : 15 min</a:t>
            </a:r>
          </a:p>
          <a:p>
            <a:pPr>
              <a:defRPr sz="2000"/>
            </a:pPr>
            <a:r>
              <a:t>⏱️ Ex.4 Note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(12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Protocole 50 %</a:t>
            </a:r>
          </a:p>
          <a:p>
            <a:pPr>
              <a:defRPr sz="2000"/>
            </a:pPr>
            <a:r>
              <a:t>✔️ Analyse 30 %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Protocole 2 p.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07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