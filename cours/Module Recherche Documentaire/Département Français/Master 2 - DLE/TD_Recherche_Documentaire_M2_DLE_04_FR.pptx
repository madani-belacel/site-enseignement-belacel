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: APA 7ème édition</a:t>
            </a:r>
          </a:p>
          <a:p>
            <a:r>
              <a:t>Module RD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2/10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3/10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4/10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5/10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6/10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7/10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8/10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9/10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04 — Diapo 10/10</a:t>
            </a:r>
          </a:p>
          <a:p>
            <a:r>
              <a:t>APA 7ème édition</a:t>
            </a:r>
          </a:p>
          <a:p>
            <a:r>
              <a:t>Citations, références, formatage, style académique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04 — Bases de données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Cairn : 18 min</a:t>
            </a:r>
          </a:p>
          <a:p>
            <a:pPr>
              <a:defRPr sz="2000"/>
            </a:pPr>
            <a:r>
              <a:t>⏱️ Ex.2 HAL : 15 min</a:t>
            </a:r>
          </a:p>
          <a:p>
            <a:pPr>
              <a:defRPr sz="2000"/>
            </a:pPr>
            <a:r>
              <a:t>⏱️ Ex.3 ERIC : 18 min</a:t>
            </a:r>
          </a:p>
          <a:p>
            <a:pPr>
              <a:defRPr sz="2000"/>
            </a:pPr>
            <a:r>
              <a:t>⏱️ Ex.4 BU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2/10</a:t>
            </a:r>
          </a:p>
        </p:txBody>
      </p:sp>
      <p:pic>
        <p:nvPicPr>
          <p:cNvPr id="5" name="Picture 4" descr="RD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4/10</a:t>
            </a:r>
          </a:p>
        </p:txBody>
      </p:sp>
      <p:pic>
        <p:nvPicPr>
          <p:cNvPr id="5" name="Picture 4" descr="RD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6/10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8/10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05695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04  •  Diapositive 10/10</a:t>
            </a:r>
          </a:p>
        </p:txBody>
      </p:sp>
      <p:pic>
        <p:nvPicPr>
          <p:cNvPr id="5" name="Picture 4" descr="RD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