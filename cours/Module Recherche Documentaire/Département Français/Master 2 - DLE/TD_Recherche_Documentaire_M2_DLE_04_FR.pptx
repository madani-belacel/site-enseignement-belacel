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APA 7ème édition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04 — Bases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Cairn : 18 min</a:t>
            </a:r>
          </a:p>
          <a:p>
            <a:pPr>
              <a:defRPr sz="2000"/>
            </a:pPr>
            <a:r>
              <a:t>⏱️ Ex.2 HAL : 15 min</a:t>
            </a:r>
          </a:p>
          <a:p>
            <a:pPr>
              <a:defRPr sz="2000"/>
            </a:pPr>
            <a:r>
              <a:t>⏱️ Ex.3 ERIC : 18 min</a:t>
            </a:r>
          </a:p>
          <a:p>
            <a:pPr>
              <a:defRPr sz="2000"/>
            </a:pPr>
            <a:r>
              <a:t>⏱️ Ex.4 BU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