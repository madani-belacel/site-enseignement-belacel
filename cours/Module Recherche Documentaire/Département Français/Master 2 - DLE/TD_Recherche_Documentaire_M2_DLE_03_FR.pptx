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: Zotero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2/10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3/10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4/10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5/10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6/10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7/10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8/10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9/10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10/10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RD 03 — Mots-clés et requêtes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 TD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Accueil : 5 min</a:t>
            </a:r>
          </a:p>
          <a:p>
            <a:pPr>
              <a:defRPr sz="2000"/>
            </a:pPr>
            <a:r>
              <a:t>⏱️ Ex.1 Mots-clés : 15 min</a:t>
            </a:r>
          </a:p>
          <a:p>
            <a:pPr>
              <a:defRPr sz="2000"/>
            </a:pPr>
            <a:r>
              <a:t>⏱️ Ex.2 Requête FR : 18 min</a:t>
            </a:r>
          </a:p>
          <a:p>
            <a:pPr>
              <a:defRPr sz="2000"/>
            </a:pPr>
            <a:r>
              <a:t>⏱️ Ex.3 Requête EN : 18 min</a:t>
            </a:r>
          </a:p>
          <a:p>
            <a:pPr>
              <a:defRPr sz="2000"/>
            </a:pPr>
            <a:r>
              <a:t>⏱️ Ex.4 Thésaurus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polycopié TD</a:t>
            </a:r>
          </a:p>
          <a:p>
            <a:pPr>
              <a:defRPr sz="2000"/>
            </a:pPr>
            <a:r>
              <a:t>1️⃣ Travail guidé</a:t>
            </a:r>
          </a:p>
          <a:p>
            <a:pPr>
              <a:defRPr sz="2000"/>
            </a:pPr>
            <a:r>
              <a:t>1️⃣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Énoncé polycopié TD</a:t>
            </a:r>
          </a:p>
          <a:p>
            <a:pPr>
              <a:defRPr sz="2000"/>
            </a:pPr>
            <a:r>
              <a:t>2️⃣ Travail guidé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Énoncé polycopié TD</a:t>
            </a:r>
          </a:p>
          <a:p>
            <a:pPr>
              <a:defRPr sz="2000"/>
            </a:pPr>
            <a:r>
              <a:t>3️⃣ Travail guidé</a:t>
            </a:r>
          </a:p>
          <a:p>
            <a:pPr>
              <a:defRPr sz="2000"/>
            </a:pPr>
            <a:r>
              <a:t>3️⃣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Énoncé polycopié TD</a:t>
            </a:r>
          </a:p>
          <a:p>
            <a:pPr>
              <a:defRPr sz="2000"/>
            </a:pPr>
            <a:r>
              <a:t>4️⃣ Travail guidé</a:t>
            </a:r>
          </a:p>
          <a:p>
            <a:pPr>
              <a:defRPr sz="2000"/>
            </a:pPr>
            <a:r>
              <a:t>4️⃣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Énoncé polycopié TD</a:t>
            </a:r>
          </a:p>
          <a:p>
            <a:pPr>
              <a:defRPr sz="2000"/>
            </a:pPr>
            <a:r>
              <a:t>5️⃣ Travail guidé</a:t>
            </a:r>
          </a:p>
          <a:p>
            <a:pPr>
              <a:defRPr sz="2000"/>
            </a:pPr>
            <a:r>
              <a:t>5️⃣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Protocole 50 %</a:t>
            </a:r>
          </a:p>
          <a:p>
            <a:pPr>
              <a:defRPr sz="2000"/>
            </a:pPr>
            <a:r>
              <a:t>✔️ Analyse 30 %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Protocole 2 p.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Relire cours PDF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03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