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Zotero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Mots-clés et requêtes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03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Importance des mots-clés</a:t>
            </a:r>
          </a:p>
          <a:p>
            <a:pPr>
              <a:defRPr sz="2000"/>
            </a:pPr>
            <a:r>
              <a:t>📋 Décomposition conceptuelle</a:t>
            </a:r>
          </a:p>
          <a:p>
            <a:pPr>
              <a:defRPr sz="2000"/>
            </a:pPr>
            <a:r>
              <a:t>📋 Traduction FR/EN contrôlée</a:t>
            </a:r>
          </a:p>
          <a:p>
            <a:pPr>
              <a:defRPr sz="2000"/>
            </a:pPr>
            <a:r>
              <a:t>📋 Thésaurus et descripteurs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des mots-clés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Décomposition conceptuelle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Traduction FR/EN contrôlée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Thésaurus et descripteurs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Opérateurs booléens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03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03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