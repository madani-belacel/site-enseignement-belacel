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Question de recherche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02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Du thème au sujet</a:t>
            </a:r>
          </a:p>
          <a:p>
            <a:pPr>
              <a:defRPr sz="2000"/>
            </a:pPr>
            <a:r>
              <a:t>📋 Formulation de la problématique</a:t>
            </a:r>
          </a:p>
          <a:p>
            <a:pPr>
              <a:defRPr sz="2000"/>
            </a:pPr>
            <a:r>
              <a:t>📋 Question principale et sous-questions</a:t>
            </a:r>
          </a:p>
          <a:p>
            <a:pPr>
              <a:defRPr sz="2000"/>
            </a:pPr>
            <a:r>
              <a:t>📋 Critères de qualité d'une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Du thème au sujet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Formulation de la problématique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principale et sous-questions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Critères de qualité d'une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Exemples M2 DLE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02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02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