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Stratégie documentaire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 de recherche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RD 02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Stratégie mémoire M2</a:t>
            </a:r>
          </a:p>
          <a:p>
            <a:pPr>
              <a:defRPr sz="2000"/>
            </a:pPr>
            <a:r>
              <a:t>🎯 Bases académiques</a:t>
            </a:r>
          </a:p>
          <a:p>
            <a:pPr>
              <a:defRPr sz="2000"/>
            </a:pPr>
            <a:r>
              <a:t>🎯 Évaluation CRAP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du cours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Du thème au sujet</a:t>
            </a:r>
          </a:p>
          <a:p>
            <a:pPr>
              <a:defRPr sz="2000"/>
            </a:pPr>
            <a:r>
              <a:t>📋 Formulation de la problématique</a:t>
            </a:r>
          </a:p>
          <a:p>
            <a:pPr>
              <a:defRPr sz="2000"/>
            </a:pPr>
            <a:r>
              <a:t>📋 Question principale et sous-questions</a:t>
            </a:r>
          </a:p>
          <a:p>
            <a:pPr>
              <a:defRPr sz="2000"/>
            </a:pPr>
            <a:r>
              <a:t>📋 Critères de qualité d'une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 thème au sujet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Formulation de la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principale et sous-questions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Critères de qualité d'une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Exemples M2 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02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02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