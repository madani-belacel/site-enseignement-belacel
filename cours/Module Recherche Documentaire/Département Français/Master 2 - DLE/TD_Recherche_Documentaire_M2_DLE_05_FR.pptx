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Revue de littérature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05 — Portails FLE/FLA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CIEP : 15 min</a:t>
            </a:r>
          </a:p>
          <a:p>
            <a:pPr>
              <a:defRPr sz="2000"/>
            </a:pPr>
            <a:r>
              <a:t>⏱️ Ex.2 BC : 18 min</a:t>
            </a:r>
          </a:p>
          <a:p>
            <a:pPr>
              <a:defRPr sz="2000"/>
            </a:pPr>
            <a:r>
              <a:t>⏱️ Ex.3 Alerte : 18 min</a:t>
            </a:r>
          </a:p>
          <a:p>
            <a:pPr>
              <a:defRPr sz="2000"/>
            </a:pPr>
            <a:r>
              <a:t>⏱️ Ex.4 Corpus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05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