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: APA 7ème édition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2/10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3/10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4/10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5/10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6/10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7/10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8/10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9/10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10/10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Bases de données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04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Panorama des bases M2 DLE</a:t>
            </a:r>
          </a:p>
          <a:p>
            <a:pPr>
              <a:defRPr sz="2000"/>
            </a:pPr>
            <a:r>
              <a:t>📋 Cairn.info et revues FR</a:t>
            </a:r>
          </a:p>
          <a:p>
            <a:pPr>
              <a:defRPr sz="2000"/>
            </a:pPr>
            <a:r>
              <a:t>📋 HAL et theses.fr</a:t>
            </a:r>
          </a:p>
          <a:p>
            <a:pPr>
              <a:defRPr sz="2000"/>
            </a:pPr>
            <a:r>
              <a:t>📋 ERIC et Education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Panorama des bases M2 DLE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Cairn.info et revues 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HAL et theses.fr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ERIC et Education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Google Scholar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04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04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04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