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: Éthique et intégrité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2/10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3/10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4/10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5/10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6/10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7/10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8/10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9/10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10/10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Revue de littérature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09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Rôle de la revue</a:t>
            </a:r>
          </a:p>
          <a:p>
            <a:pPr>
              <a:defRPr sz="2000"/>
            </a:pPr>
            <a:r>
              <a:t>📋 Structure thématique</a:t>
            </a:r>
          </a:p>
          <a:p>
            <a:pPr>
              <a:defRPr sz="2000"/>
            </a:pPr>
            <a:r>
              <a:t>📋 Convergences et divergences</a:t>
            </a:r>
          </a:p>
          <a:p>
            <a:pPr>
              <a:defRPr sz="2000"/>
            </a:pPr>
            <a:r>
              <a:t>📋 Lacunes et positionnement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de la revue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thématique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Convergences et divergences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Lacunes et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Connecteurs argumentatifs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09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09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