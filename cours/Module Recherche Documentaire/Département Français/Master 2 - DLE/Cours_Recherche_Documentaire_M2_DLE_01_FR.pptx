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Problématique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Mémoire M2 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01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Recherche documentaire et épistémologie du mémoire</a:t>
            </a:r>
          </a:p>
          <a:p>
            <a:pPr>
              <a:defRPr sz="2000"/>
            </a:pPr>
            <a:r>
              <a:t>📋 Types de sources en didactique des langues</a:t>
            </a:r>
          </a:p>
          <a:p>
            <a:pPr>
              <a:defRPr sz="2000"/>
            </a:pPr>
            <a:r>
              <a:t>📋 Articulation introduction / méthodologie / discussion</a:t>
            </a:r>
          </a:p>
          <a:p>
            <a:pPr>
              <a:defRPr sz="2000"/>
            </a:pPr>
            <a:r>
              <a:t>📋 Objectifs du module et compétences visées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Recherche documentaire et épistémologie du mémoire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de sources en didactique des langues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Articulation introduction / méthodologie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module et compétences visées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Organisation de la série 10 séances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01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01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