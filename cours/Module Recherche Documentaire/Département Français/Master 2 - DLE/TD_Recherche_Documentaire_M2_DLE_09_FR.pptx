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RD 09 — Revue de littérature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Durée : 1h30 (90 min)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09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Déroulement TD — 1h30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⏱️ Accueil : 5 min</a:t>
            </a:r>
          </a:p>
          <a:p>
            <a:pPr>
              <a:defRPr sz="2000"/>
            </a:pPr>
            <a:r>
              <a:t>⏱️ Ex.1 Plan : 18 min</a:t>
            </a:r>
          </a:p>
          <a:p>
            <a:pPr>
              <a:defRPr sz="2000"/>
            </a:pPr>
            <a:r>
              <a:t>⏱️ Ex.2 Paragraphe : 18 min</a:t>
            </a:r>
          </a:p>
          <a:p>
            <a:pPr>
              <a:defRPr sz="2000"/>
            </a:pPr>
            <a:r>
              <a:t>⏱️ Ex.3 Lacune : 15 min</a:t>
            </a:r>
          </a:p>
          <a:p>
            <a:pPr>
              <a:defRPr sz="2000"/>
            </a:pPr>
            <a:r>
              <a:t>⏱️ Ex.4 Positionnement : 18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09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Énoncé polycopié TD</a:t>
            </a:r>
          </a:p>
          <a:p>
            <a:pPr>
              <a:defRPr sz="2000"/>
            </a:pPr>
            <a:r>
              <a:t>1️⃣ Travail guidé</a:t>
            </a:r>
          </a:p>
          <a:p>
            <a:pPr>
              <a:defRPr sz="2000"/>
            </a:pPr>
            <a:r>
              <a:t>1️⃣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09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Énoncé polycopié TD</a:t>
            </a:r>
          </a:p>
          <a:p>
            <a:pPr>
              <a:defRPr sz="2000"/>
            </a:pPr>
            <a:r>
              <a:t>2️⃣ Travail guidé</a:t>
            </a:r>
          </a:p>
          <a:p>
            <a:pPr>
              <a:defRPr sz="2000"/>
            </a:pPr>
            <a:r>
              <a:t>2️⃣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09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(15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Énoncé polycopié TD</a:t>
            </a:r>
          </a:p>
          <a:p>
            <a:pPr>
              <a:defRPr sz="2000"/>
            </a:pPr>
            <a:r>
              <a:t>3️⃣ Travail guidé</a:t>
            </a:r>
          </a:p>
          <a:p>
            <a:pPr>
              <a:defRPr sz="2000"/>
            </a:pPr>
            <a:r>
              <a:t>3️⃣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09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4 (18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Énoncé polycopié TD</a:t>
            </a:r>
          </a:p>
          <a:p>
            <a:pPr>
              <a:defRPr sz="2000"/>
            </a:pPr>
            <a:r>
              <a:t>4️⃣ Travail guidé</a:t>
            </a:r>
          </a:p>
          <a:p>
            <a:pPr>
              <a:defRPr sz="2000"/>
            </a:pPr>
            <a:r>
              <a:t>4️⃣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09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5 (16 min)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Énoncé polycopié TD</a:t>
            </a:r>
          </a:p>
          <a:p>
            <a:pPr>
              <a:defRPr sz="2000"/>
            </a:pPr>
            <a:r>
              <a:t>5️⃣ Travail guidé</a:t>
            </a:r>
          </a:p>
          <a:p>
            <a:pPr>
              <a:defRPr sz="2000"/>
            </a:pPr>
            <a:r>
              <a:t>5️⃣ Corrigé détaillé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09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Grille correction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✔️ Protocole 50 %</a:t>
            </a:r>
          </a:p>
          <a:p>
            <a:pPr>
              <a:defRPr sz="2000"/>
            </a:pPr>
            <a:r>
              <a:t>✔️ Analyse 30 %</a:t>
            </a:r>
          </a:p>
          <a:p>
            <a:pPr>
              <a:defRPr sz="2000"/>
            </a:pPr>
            <a:r>
              <a:t>✔️ Participation 20 %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09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Livrable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📁 Protocole 2 p.</a:t>
            </a:r>
          </a:p>
          <a:p>
            <a:pPr>
              <a:defRPr sz="2000"/>
            </a:pPr>
            <a:r>
              <a:t>📁 Export Zotero</a:t>
            </a:r>
          </a:p>
          <a:p>
            <a:pPr>
              <a:defRPr sz="2000"/>
            </a:pPr>
            <a:r>
              <a:t>📁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09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Fin du TD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Correction collective</a:t>
            </a:r>
          </a:p>
          <a:p>
            <a:pPr>
              <a:defRPr sz="2000"/>
            </a:pPr>
            <a:r>
              <a:t>✅ Relire cours PDF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RD 09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