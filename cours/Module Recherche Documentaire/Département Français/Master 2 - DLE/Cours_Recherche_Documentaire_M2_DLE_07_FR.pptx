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Zotero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07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Présentation Zotero</a:t>
            </a:r>
          </a:p>
          <a:p>
            <a:pPr>
              <a:defRPr sz="2000"/>
            </a:pPr>
            <a:r>
              <a:t>📋 Installation et connecteurs</a:t>
            </a:r>
          </a:p>
          <a:p>
            <a:pPr>
              <a:defRPr sz="2000"/>
            </a:pPr>
            <a:r>
              <a:t>📋 Import DOI/URL</a:t>
            </a:r>
          </a:p>
          <a:p>
            <a:pPr>
              <a:defRPr sz="2000"/>
            </a:pPr>
            <a:r>
              <a:t>📋 Organisation dossiers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Présentation Zotero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Installation et connecteurs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Import DOI/URL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 dossiers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Notes de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07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07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