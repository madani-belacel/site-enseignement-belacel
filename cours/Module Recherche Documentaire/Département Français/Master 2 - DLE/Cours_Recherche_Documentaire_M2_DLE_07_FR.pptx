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: Méthodologie quantitative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2/10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3/10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4/10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5/10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6/10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7/10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8/10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9/10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10/10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Zotero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RD 07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Stratégie mémoire M2</a:t>
            </a:r>
          </a:p>
          <a:p>
            <a:pPr>
              <a:defRPr sz="2000"/>
            </a:pPr>
            <a:r>
              <a:t>🎯 Bases académiques</a:t>
            </a:r>
          </a:p>
          <a:p>
            <a:pPr>
              <a:defRPr sz="2000"/>
            </a:pPr>
            <a:r>
              <a:t>🎯 Évaluation CRAP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cours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Présentation Zotero</a:t>
            </a:r>
          </a:p>
          <a:p>
            <a:pPr>
              <a:defRPr sz="2000"/>
            </a:pPr>
            <a:r>
              <a:t>📋 Installation et connecteurs</a:t>
            </a:r>
          </a:p>
          <a:p>
            <a:pPr>
              <a:defRPr sz="2000"/>
            </a:pPr>
            <a:r>
              <a:t>📋 Import DOI/URL</a:t>
            </a:r>
          </a:p>
          <a:p>
            <a:pPr>
              <a:defRPr sz="2000"/>
            </a:pPr>
            <a:r>
              <a:t>📋 Organisation dossiers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Zotero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et connecteurs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DOI/URL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Organisation dossiers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de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07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07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07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