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990033"/>
    <a:srgbClr val="0053D3"/>
    <a:srgbClr val="0782F0"/>
    <a:srgbClr val="3333B2"/>
    <a:srgbClr val="262686"/>
    <a:srgbClr val="191959"/>
    <a:srgbClr val="0083F7"/>
    <a:srgbClr val="0152FF"/>
    <a:srgbClr val="0078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Style léger 2 - Accentuation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Style léger 3 - Accentuation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06" autoAdjust="0"/>
    <p:restoredTop sz="93969" autoAdjust="0"/>
  </p:normalViewPr>
  <p:slideViewPr>
    <p:cSldViewPr snapToGrid="0" snapToObjects="1">
      <p:cViewPr>
        <p:scale>
          <a:sx n="100" d="100"/>
          <a:sy n="100" d="100"/>
        </p:scale>
        <p:origin x="468" y="-9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-408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F0B2C1-4194-45A7-9834-731A4F36BABD}" type="datetimeFigureOut">
              <a:rPr lang="fr-FR" smtClean="0"/>
              <a:t>16/05/2026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B5666F-E79B-4A29-9A64-FA4855FAAB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7233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08 : Rédaction scientifique</a:t>
            </a:r>
          </a:p>
          <a:p>
            <a:r>
              <a:t>Module RD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08 — Diapo 2/10</a:t>
            </a:r>
          </a:p>
          <a:p>
            <a:r>
              <a:t>Rédaction scientifique</a:t>
            </a:r>
          </a:p>
          <a:p>
            <a:r>
              <a:t>Structure article, argumentation, relecture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08 — Diapo 3/10</a:t>
            </a:r>
          </a:p>
          <a:p>
            <a:r>
              <a:t>Rédaction scientifique</a:t>
            </a:r>
          </a:p>
          <a:p>
            <a:r>
              <a:t>Structure article, argumentation, relecture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08 — Diapo 4/10</a:t>
            </a:r>
          </a:p>
          <a:p>
            <a:r>
              <a:t>Rédaction scientifique</a:t>
            </a:r>
          </a:p>
          <a:p>
            <a:r>
              <a:t>Structure article, argumentation, relecture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08 — Diapo 5/10</a:t>
            </a:r>
          </a:p>
          <a:p>
            <a:r>
              <a:t>Rédaction scientifique</a:t>
            </a:r>
          </a:p>
          <a:p>
            <a:r>
              <a:t>Structure article, argumentation, relecture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08 — Diapo 6/10</a:t>
            </a:r>
          </a:p>
          <a:p>
            <a:r>
              <a:t>Rédaction scientifique</a:t>
            </a:r>
          </a:p>
          <a:p>
            <a:r>
              <a:t>Structure article, argumentation, relecture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08 — Diapo 7/10</a:t>
            </a:r>
          </a:p>
          <a:p>
            <a:r>
              <a:t>Rédaction scientifique</a:t>
            </a:r>
          </a:p>
          <a:p>
            <a:r>
              <a:t>Structure article, argumentation, relecture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08 — Diapo 8/10</a:t>
            </a:r>
          </a:p>
          <a:p>
            <a:r>
              <a:t>Rédaction scientifique</a:t>
            </a:r>
          </a:p>
          <a:p>
            <a:r>
              <a:t>Structure article, argumentation, relecture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08 — Diapo 9/10</a:t>
            </a:r>
          </a:p>
          <a:p>
            <a:r>
              <a:t>Rédaction scientifique</a:t>
            </a:r>
          </a:p>
          <a:p>
            <a:r>
              <a:t>Structure article, argumentation, relecture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08 — Diapo 10/10</a:t>
            </a:r>
          </a:p>
          <a:p>
            <a:r>
              <a:t>Rédaction scientifique</a:t>
            </a:r>
          </a:p>
          <a:p>
            <a:r>
              <a:t>Structure article, argumentation, relecture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APA 7 et ISO 690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Cours RD 08 | 1h30 (90 min) | BELACEL Madani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RD 08  •  Diapositive 1/10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🎯 Stratégie mémoire M2</a:t>
            </a:r>
          </a:p>
          <a:p>
            <a:pPr>
              <a:defRPr sz="2000"/>
            </a:pPr>
            <a:r>
              <a:t>🎯 Bases académiques</a:t>
            </a:r>
          </a:p>
          <a:p>
            <a:pPr>
              <a:defRPr sz="2000"/>
            </a:pPr>
            <a:r>
              <a:t>🎯 Évaluation CRAP</a:t>
            </a:r>
          </a:p>
          <a:p>
            <a:pPr>
              <a:defRPr sz="2000"/>
            </a:pPr>
            <a:r>
              <a:t>🎯 Zotero / APA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RD 08  •  Diapositive 2/10</a:t>
            </a:r>
          </a:p>
        </p:txBody>
      </p:sp>
      <p:pic>
        <p:nvPicPr>
          <p:cNvPr id="5" name="Picture 4" descr="RD_s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Plan du cours (1h30)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📋 8 parties — 90 min</a:t>
            </a:r>
          </a:p>
          <a:p>
            <a:pPr>
              <a:defRPr sz="2000"/>
            </a:pPr>
            <a:r>
              <a:t>📋 Pourquoi citer ?</a:t>
            </a:r>
          </a:p>
          <a:p>
            <a:pPr>
              <a:defRPr sz="2000"/>
            </a:pPr>
            <a:r>
              <a:t>📋 Citation directe vs paraphrase</a:t>
            </a:r>
          </a:p>
          <a:p>
            <a:pPr>
              <a:defRPr sz="2000"/>
            </a:pPr>
            <a:r>
              <a:t>📋 APA 7 — règles essentielles</a:t>
            </a:r>
          </a:p>
          <a:p>
            <a:pPr>
              <a:defRPr sz="2000"/>
            </a:pPr>
            <a:r>
              <a:t>📋 ISO 690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RD 08  •  Diapositive 3/10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Pourquoi citer 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💡 Points clés polycopié</a:t>
            </a:r>
          </a:p>
          <a:p>
            <a:pPr>
              <a:defRPr sz="2000"/>
            </a:pPr>
            <a:r>
              <a:t>💡 Exemples M2 DLE</a:t>
            </a:r>
          </a:p>
          <a:p>
            <a:pPr>
              <a:defRPr sz="2000"/>
            </a:pPr>
            <a:r>
              <a:t>💡 Atelier guidé</a:t>
            </a:r>
          </a:p>
          <a:p>
            <a:pPr>
              <a:defRPr sz="2000"/>
            </a:pPr>
            <a:r>
              <a:t>💡 Questions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RD 08  •  Diapositive 4/10</a:t>
            </a:r>
          </a:p>
        </p:txBody>
      </p:sp>
      <p:pic>
        <p:nvPicPr>
          <p:cNvPr id="5" name="Picture 4" descr="RD_s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Citation directe vs paraphrase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📚 Points clés polycopié</a:t>
            </a:r>
          </a:p>
          <a:p>
            <a:pPr>
              <a:defRPr sz="2000"/>
            </a:pPr>
            <a:r>
              <a:t>📚 Exemples M2 DLE</a:t>
            </a:r>
          </a:p>
          <a:p>
            <a:pPr>
              <a:defRPr sz="2000"/>
            </a:pPr>
            <a:r>
              <a:t>📚 Atelier guidé</a:t>
            </a:r>
          </a:p>
          <a:p>
            <a:pPr>
              <a:defRPr sz="2000"/>
            </a:pPr>
            <a:r>
              <a:t>📚 Questions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RD 08  •  Diapositive 5/10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APA 7 — règles essentielles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🔎 Points clés polycopié</a:t>
            </a:r>
          </a:p>
          <a:p>
            <a:pPr>
              <a:defRPr sz="2000"/>
            </a:pPr>
            <a:r>
              <a:t>🔎 Exemples M2 DLE</a:t>
            </a:r>
          </a:p>
          <a:p>
            <a:pPr>
              <a:defRPr sz="2000"/>
            </a:pPr>
            <a:r>
              <a:t>🔎 Atelier guidé</a:t>
            </a:r>
          </a:p>
          <a:p>
            <a:pPr>
              <a:defRPr sz="2000"/>
            </a:pPr>
            <a:r>
              <a:t>🔎 Questions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RD 08  •  Diapositive 6/10</a:t>
            </a:r>
          </a:p>
        </p:txBody>
      </p:sp>
      <p:pic>
        <p:nvPicPr>
          <p:cNvPr id="5" name="Picture 4" descr="RD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005840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ISO 690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✔️ Points clés polycopié</a:t>
            </a:r>
          </a:p>
          <a:p>
            <a:pPr>
              <a:defRPr sz="2000"/>
            </a:pPr>
            <a:r>
              <a:t>✔️ Exemples M2 DLE</a:t>
            </a:r>
          </a:p>
          <a:p>
            <a:pPr>
              <a:defRPr sz="2000"/>
            </a:pPr>
            <a:r>
              <a:t>✔️ Atelier guidé</a:t>
            </a:r>
          </a:p>
          <a:p>
            <a:pPr>
              <a:defRPr sz="2000"/>
            </a:pPr>
            <a:r>
              <a:t>✔️ Questions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RD 08  •  Diapositive 7/10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Références primaires/secondaires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📎 Points clés polycopié</a:t>
            </a:r>
          </a:p>
          <a:p>
            <a:pPr>
              <a:defRPr sz="2000"/>
            </a:pPr>
            <a:r>
              <a:t>📎 Exemples M2 DLE</a:t>
            </a:r>
          </a:p>
          <a:p>
            <a:pPr>
              <a:defRPr sz="2000"/>
            </a:pPr>
            <a:r>
              <a:t>📎 Atelier guidé</a:t>
            </a:r>
          </a:p>
          <a:p>
            <a:pPr>
              <a:defRPr sz="2000"/>
            </a:pPr>
            <a:r>
              <a:t>📎 Questions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RD 08  •  Diapositive 8/10</a:t>
            </a:r>
          </a:p>
        </p:txBody>
      </p:sp>
      <p:pic>
        <p:nvPicPr>
          <p:cNvPr id="5" name="Picture 4" descr="RD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Atelier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🛠️ Travail sur poste</a:t>
            </a:r>
          </a:p>
          <a:p>
            <a:pPr>
              <a:defRPr sz="2000"/>
            </a:pPr>
            <a:r>
              <a:t>🛠️ TD 08 — 1h30</a:t>
            </a:r>
          </a:p>
          <a:p>
            <a:pPr>
              <a:defRPr sz="2000"/>
            </a:pPr>
            <a:r>
              <a:t>🛠️ Protocole mémoire</a:t>
            </a:r>
          </a:p>
          <a:p>
            <a:pPr>
              <a:defRPr sz="2000"/>
            </a:pPr>
            <a:r>
              <a:t>🛠️ Support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RD 08  •  Diapositive 9/10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✅ Synthèse séance</a:t>
            </a:r>
          </a:p>
          <a:p>
            <a:pPr>
              <a:defRPr sz="2000"/>
            </a:pPr>
            <a:r>
              <a:t>✅ TD 08</a:t>
            </a:r>
          </a:p>
          <a:p>
            <a:pPr>
              <a:defRPr sz="2000"/>
            </a:pPr>
            <a:r>
              <a:t>✅ Séance suivante</a:t>
            </a:r>
          </a:p>
          <a:p>
            <a:pPr>
              <a:defRPr sz="2000"/>
            </a:pPr>
            <a:r>
              <a:t>✅ Questions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RD 08  •  Diapositive 10/10</a:t>
            </a:r>
          </a:p>
        </p:txBody>
      </p:sp>
      <p:pic>
        <p:nvPicPr>
          <p:cNvPr id="5" name="Picture 4" descr="RD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14840</TotalTime>
  <Words>9927</Words>
  <Application>Microsoft Office PowerPoint</Application>
  <PresentationFormat>Affichage à l'écran (4:3)</PresentationFormat>
  <Paragraphs>973</Paragraphs>
  <Slides>31</Slides>
  <Notes>31</Notes>
  <HiddenSlides>0</HiddenSlides>
  <MMClips>0</MMClips>
  <ScaleCrop>false</ScaleCrop>
  <HeadingPairs>
    <vt:vector size="6" baseType="variant">
      <vt:variant>
        <vt:lpstr>Polices utilisées</vt:lpstr>
      </vt:variant>
      <vt:variant>
        <vt:i4>14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31</vt:i4>
      </vt:variant>
    </vt:vector>
  </HeadingPairs>
  <TitlesOfParts>
    <vt:vector size="46" baseType="lpstr">
      <vt:lpstr>Aptos</vt:lpstr>
      <vt:lpstr>Arial</vt:lpstr>
      <vt:lpstr>Calibri</vt:lpstr>
      <vt:lpstr>Century</vt:lpstr>
      <vt:lpstr>Inter</vt:lpstr>
      <vt:lpstr>Liberation Serif</vt:lpstr>
      <vt:lpstr>LMSans12-Regular</vt:lpstr>
      <vt:lpstr>NimbusRomNo9L-Medi</vt:lpstr>
      <vt:lpstr>Palatino Linotype</vt:lpstr>
      <vt:lpstr>Segoe UI Emoji</vt:lpstr>
      <vt:lpstr>Segoe UI Symbol</vt:lpstr>
      <vt:lpstr>Times New Roman</vt:lpstr>
      <vt:lpstr>ui-sans-serif</vt:lpstr>
      <vt:lpstr>Wingdings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islem oussama</dc:creator>
  <cp:keywords/>
  <dc:description>generated using python-pptx</dc:description>
  <cp:lastModifiedBy>islem oussama</cp:lastModifiedBy>
  <cp:revision>479</cp:revision>
  <dcterms:created xsi:type="dcterms:W3CDTF">2013-01-27T09:14:16Z</dcterms:created>
  <dcterms:modified xsi:type="dcterms:W3CDTF">2026-05-16T20:31:18Z</dcterms:modified>
  <cp:category/>
</cp:coreProperties>
</file>