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Critères CRAP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RD 06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Stratégie mémoire M2</a:t>
            </a:r>
          </a:p>
          <a:p>
            <a:pPr>
              <a:defRPr sz="2000"/>
            </a:pPr>
            <a:r>
              <a:t>🎯 Bases académiques</a:t>
            </a:r>
          </a:p>
          <a:p>
            <a:pPr>
              <a:defRPr sz="2000"/>
            </a:pPr>
            <a:r>
              <a:t>🎯 Évaluation CRAP</a:t>
            </a:r>
          </a:p>
          <a:p>
            <a:pPr>
              <a:defRPr sz="2000"/>
            </a:pPr>
            <a:r>
              <a:t>🎯 Zotero /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06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 du cours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Pourquoi évaluer ?</a:t>
            </a:r>
          </a:p>
          <a:p>
            <a:pPr>
              <a:defRPr sz="2000"/>
            </a:pPr>
            <a:r>
              <a:t>📋 Currency (actualité)</a:t>
            </a:r>
          </a:p>
          <a:p>
            <a:pPr>
              <a:defRPr sz="2000"/>
            </a:pPr>
            <a:r>
              <a:t>📋 Relevance (pertinence)</a:t>
            </a:r>
          </a:p>
          <a:p>
            <a:pPr>
              <a:defRPr sz="2000"/>
            </a:pPr>
            <a:r>
              <a:t>📋 Authority (autorité)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Pourquoi évaluer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M2 DLE</a:t>
            </a:r>
          </a:p>
          <a:p>
            <a:pPr>
              <a:defRPr sz="2000"/>
            </a:pPr>
            <a:r>
              <a:t>💡 Atelier guidé</a:t>
            </a:r>
          </a:p>
          <a:p>
            <a:pPr>
              <a:defRPr sz="2000"/>
            </a:pPr>
            <a:r>
              <a:t>💡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06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Currency (actualité)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Points clés polycopié</a:t>
            </a:r>
          </a:p>
          <a:p>
            <a:pPr>
              <a:defRPr sz="2000"/>
            </a:pPr>
            <a:r>
              <a:t>📚 Exemples M2 DLE</a:t>
            </a:r>
          </a:p>
          <a:p>
            <a:pPr>
              <a:defRPr sz="2000"/>
            </a:pPr>
            <a:r>
              <a:t>📚 Atelier guidé</a:t>
            </a:r>
          </a:p>
          <a:p>
            <a:pPr>
              <a:defRPr sz="2000"/>
            </a:pPr>
            <a:r>
              <a:t>📚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Relevance (pertinence)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🔎 Points clés polycopié</a:t>
            </a:r>
          </a:p>
          <a:p>
            <a:pPr>
              <a:defRPr sz="2000"/>
            </a:pPr>
            <a:r>
              <a:t>🔎 Exemples M2 DLE</a:t>
            </a:r>
          </a:p>
          <a:p>
            <a:pPr>
              <a:defRPr sz="2000"/>
            </a:pPr>
            <a:r>
              <a:t>🔎 Atelier guidé</a:t>
            </a:r>
          </a:p>
          <a:p>
            <a:pPr>
              <a:defRPr sz="2000"/>
            </a:pPr>
            <a:r>
              <a:t>🔎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06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Authority (autorité)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Points clés polycopié</a:t>
            </a:r>
          </a:p>
          <a:p>
            <a:pPr>
              <a:defRPr sz="2000"/>
            </a:pPr>
            <a:r>
              <a:t>✔️ Exemples M2 DLE</a:t>
            </a:r>
          </a:p>
          <a:p>
            <a:pPr>
              <a:defRPr sz="2000"/>
            </a:pPr>
            <a:r>
              <a:t>✔️ Atelier guidé</a:t>
            </a:r>
          </a:p>
          <a:p>
            <a:pPr>
              <a:defRPr sz="2000"/>
            </a:pPr>
            <a:r>
              <a:t>✔️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Purpose (finalité)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📎 Points clés polycopié</a:t>
            </a:r>
          </a:p>
          <a:p>
            <a:pPr>
              <a:defRPr sz="2000"/>
            </a:pPr>
            <a:r>
              <a:t>📎 Exemples M2 DLE</a:t>
            </a:r>
          </a:p>
          <a:p>
            <a:pPr>
              <a:defRPr sz="2000"/>
            </a:pPr>
            <a:r>
              <a:t>📎 Atelier guidé</a:t>
            </a:r>
          </a:p>
          <a:p>
            <a:pPr>
              <a:defRPr sz="2000"/>
            </a:pPr>
            <a:r>
              <a:t>📎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06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Atelier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Travail sur poste</a:t>
            </a:r>
          </a:p>
          <a:p>
            <a:pPr>
              <a:defRPr sz="2000"/>
            </a:pPr>
            <a:r>
              <a:t>🛠️ TD 06 — 1h30</a:t>
            </a:r>
          </a:p>
          <a:p>
            <a:pPr>
              <a:defRPr sz="2000"/>
            </a:pPr>
            <a:r>
              <a:t>🛠️ Protocole mémoire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Synthèse séance</a:t>
            </a:r>
          </a:p>
          <a:p>
            <a:pPr>
              <a:defRPr sz="2000"/>
            </a:pPr>
            <a:r>
              <a:t>✅ TD 06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06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