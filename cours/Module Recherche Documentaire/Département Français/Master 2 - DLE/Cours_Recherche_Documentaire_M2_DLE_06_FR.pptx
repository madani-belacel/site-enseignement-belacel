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: Méthodologie qualitative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2/10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3/10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4/10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5/10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6/10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7/10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8/10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9/10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10/10</a:t>
            </a:r>
          </a:p>
          <a:p>
            <a:r>
              <a:t>Méthodologie qualitative</a:t>
            </a:r>
          </a:p>
          <a:p>
            <a:r>
              <a:t>Entretiens, observations, analyse de contenu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Critères CRAP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06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Pourquoi évaluer ?</a:t>
            </a:r>
          </a:p>
          <a:p>
            <a:pPr>
              <a:defRPr sz="2000"/>
            </a:pPr>
            <a:r>
              <a:t>📋 Currency (actualité)</a:t>
            </a:r>
          </a:p>
          <a:p>
            <a:pPr>
              <a:defRPr sz="2000"/>
            </a:pPr>
            <a:r>
              <a:t>📋 Relevance (pertinence)</a:t>
            </a:r>
          </a:p>
          <a:p>
            <a:pPr>
              <a:defRPr sz="2000"/>
            </a:pPr>
            <a:r>
              <a:t>📋 Authority (autorité)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Pourquoi évaluer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Currency (actualité)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Relevance (pertinence)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Authority (autorité)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Purpose (finalité)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06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06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06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