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: Méthodologie qualitative</a:t>
            </a:r>
          </a:p>
          <a:p>
            <a:r>
              <a:t>Module RD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— Diapo 2/10</a:t>
            </a:r>
          </a:p>
          <a:p>
            <a:r>
              <a:t>Méthodologie qualitative</a:t>
            </a:r>
          </a:p>
          <a:p>
            <a:r>
              <a:t>Entretiens, observations, analyse de contenu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— Diapo 3/10</a:t>
            </a:r>
          </a:p>
          <a:p>
            <a:r>
              <a:t>Méthodologie qualitative</a:t>
            </a:r>
          </a:p>
          <a:p>
            <a:r>
              <a:t>Entretiens, observations, analyse de contenu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— Diapo 4/10</a:t>
            </a:r>
          </a:p>
          <a:p>
            <a:r>
              <a:t>Méthodologie qualitative</a:t>
            </a:r>
          </a:p>
          <a:p>
            <a:r>
              <a:t>Entretiens, observations, analyse de contenu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— Diapo 5/10</a:t>
            </a:r>
          </a:p>
          <a:p>
            <a:r>
              <a:t>Méthodologie qualitative</a:t>
            </a:r>
          </a:p>
          <a:p>
            <a:r>
              <a:t>Entretiens, observations, analyse de contenu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— Diapo 6/10</a:t>
            </a:r>
          </a:p>
          <a:p>
            <a:r>
              <a:t>Méthodologie qualitative</a:t>
            </a:r>
          </a:p>
          <a:p>
            <a:r>
              <a:t>Entretiens, observations, analyse de contenu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— Diapo 7/10</a:t>
            </a:r>
          </a:p>
          <a:p>
            <a:r>
              <a:t>Méthodologie qualitative</a:t>
            </a:r>
          </a:p>
          <a:p>
            <a:r>
              <a:t>Entretiens, observations, analyse de contenu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— Diapo 8/10</a:t>
            </a:r>
          </a:p>
          <a:p>
            <a:r>
              <a:t>Méthodologie qualitative</a:t>
            </a:r>
          </a:p>
          <a:p>
            <a:r>
              <a:t>Entretiens, observations, analyse de contenu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— Diapo 9/10</a:t>
            </a:r>
          </a:p>
          <a:p>
            <a:r>
              <a:t>Méthodologie qualitative</a:t>
            </a:r>
          </a:p>
          <a:p>
            <a:r>
              <a:t>Entretiens, observations, analyse de contenu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— Diapo 10/10</a:t>
            </a:r>
          </a:p>
          <a:p>
            <a:r>
              <a:t>Méthodologie qualitative</a:t>
            </a:r>
          </a:p>
          <a:p>
            <a:r>
              <a:t>Entretiens, observations, analyse de contenu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Critères CRAP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 RD 06 | 1h30 (90 min)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06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Stratégie mémoire M2</a:t>
            </a:r>
          </a:p>
          <a:p>
            <a:pPr>
              <a:defRPr sz="2000"/>
            </a:pPr>
            <a:r>
              <a:t>🎯 Bases académiques</a:t>
            </a:r>
          </a:p>
          <a:p>
            <a:pPr>
              <a:defRPr sz="2000"/>
            </a:pPr>
            <a:r>
              <a:t>🎯 Évaluation CRAP</a:t>
            </a:r>
          </a:p>
          <a:p>
            <a:pPr>
              <a:defRPr sz="2000"/>
            </a:pPr>
            <a:r>
              <a:t>🎯 Zotero / APA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06  •  Diapositive 2/10</a:t>
            </a:r>
          </a:p>
        </p:txBody>
      </p:sp>
      <p:pic>
        <p:nvPicPr>
          <p:cNvPr id="5" name="Picture 4" descr="RD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 du cours (1h30)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8 parties — 90 min</a:t>
            </a:r>
          </a:p>
          <a:p>
            <a:pPr>
              <a:defRPr sz="2000"/>
            </a:pPr>
            <a:r>
              <a:t>📋 Pourquoi évaluer ?</a:t>
            </a:r>
          </a:p>
          <a:p>
            <a:pPr>
              <a:defRPr sz="2000"/>
            </a:pPr>
            <a:r>
              <a:t>📋 Currency (actualité)</a:t>
            </a:r>
          </a:p>
          <a:p>
            <a:pPr>
              <a:defRPr sz="2000"/>
            </a:pPr>
            <a:r>
              <a:t>📋 Relevance (pertinence)</a:t>
            </a:r>
          </a:p>
          <a:p>
            <a:pPr>
              <a:defRPr sz="2000"/>
            </a:pPr>
            <a:r>
              <a:t>📋 Authority (autorité)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06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Pourquoi évaluer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💡 Points clés polycopié</a:t>
            </a:r>
          </a:p>
          <a:p>
            <a:pPr>
              <a:defRPr sz="2000"/>
            </a:pPr>
            <a:r>
              <a:t>💡 Exemples M2 DLE</a:t>
            </a:r>
          </a:p>
          <a:p>
            <a:pPr>
              <a:defRPr sz="2000"/>
            </a:pPr>
            <a:r>
              <a:t>💡 Atelier guidé</a:t>
            </a:r>
          </a:p>
          <a:p>
            <a:pPr>
              <a:defRPr sz="2000"/>
            </a:pPr>
            <a:r>
              <a:t>💡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06  •  Diapositive 4/10</a:t>
            </a:r>
          </a:p>
        </p:txBody>
      </p:sp>
      <p:pic>
        <p:nvPicPr>
          <p:cNvPr id="5" name="Picture 4" descr="RD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Currency (actualité)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Points clés polycopié</a:t>
            </a:r>
          </a:p>
          <a:p>
            <a:pPr>
              <a:defRPr sz="2000"/>
            </a:pPr>
            <a:r>
              <a:t>📚 Exemples M2 DLE</a:t>
            </a:r>
          </a:p>
          <a:p>
            <a:pPr>
              <a:defRPr sz="2000"/>
            </a:pPr>
            <a:r>
              <a:t>📚 Atelier guidé</a:t>
            </a:r>
          </a:p>
          <a:p>
            <a:pPr>
              <a:defRPr sz="2000"/>
            </a:pPr>
            <a:r>
              <a:t>📚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06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Relevance (pertinence)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🔎 Points clés polycopié</a:t>
            </a:r>
          </a:p>
          <a:p>
            <a:pPr>
              <a:defRPr sz="2000"/>
            </a:pPr>
            <a:r>
              <a:t>🔎 Exemples M2 DLE</a:t>
            </a:r>
          </a:p>
          <a:p>
            <a:pPr>
              <a:defRPr sz="2000"/>
            </a:pPr>
            <a:r>
              <a:t>🔎 Atelier guidé</a:t>
            </a:r>
          </a:p>
          <a:p>
            <a:pPr>
              <a:defRPr sz="2000"/>
            </a:pPr>
            <a:r>
              <a:t>🔎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06  •  Diapositive 6/10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Authority (autorité)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Points clés polycopié</a:t>
            </a:r>
          </a:p>
          <a:p>
            <a:pPr>
              <a:defRPr sz="2000"/>
            </a:pPr>
            <a:r>
              <a:t>✔️ Exemples M2 DLE</a:t>
            </a:r>
          </a:p>
          <a:p>
            <a:pPr>
              <a:defRPr sz="2000"/>
            </a:pPr>
            <a:r>
              <a:t>✔️ Atelier guidé</a:t>
            </a:r>
          </a:p>
          <a:p>
            <a:pPr>
              <a:defRPr sz="2000"/>
            </a:pPr>
            <a:r>
              <a:t>✔️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06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 (finalité)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📎 Points clés polycopié</a:t>
            </a:r>
          </a:p>
          <a:p>
            <a:pPr>
              <a:defRPr sz="2000"/>
            </a:pPr>
            <a:r>
              <a:t>📎 Exemples M2 DLE</a:t>
            </a:r>
          </a:p>
          <a:p>
            <a:pPr>
              <a:defRPr sz="2000"/>
            </a:pPr>
            <a:r>
              <a:t>📎 Atelier guidé</a:t>
            </a:r>
          </a:p>
          <a:p>
            <a:pPr>
              <a:defRPr sz="2000"/>
            </a:pPr>
            <a:r>
              <a:t>📎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06  •  Diapositive 8/10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Atelier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🛠️ Travail sur poste</a:t>
            </a:r>
          </a:p>
          <a:p>
            <a:pPr>
              <a:defRPr sz="2000"/>
            </a:pPr>
            <a:r>
              <a:t>🛠️ TD 06 — 1h30</a:t>
            </a:r>
          </a:p>
          <a:p>
            <a:pPr>
              <a:defRPr sz="2000"/>
            </a:pPr>
            <a:r>
              <a:t>🛠️ Protocole mémoire</a:t>
            </a:r>
          </a:p>
          <a:p>
            <a:pPr>
              <a:defRPr sz="2000"/>
            </a:pPr>
            <a:r>
              <a:t>🛠️ Support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06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Synthèse séance</a:t>
            </a:r>
          </a:p>
          <a:p>
            <a:pPr>
              <a:defRPr sz="2000"/>
            </a:pPr>
            <a:r>
              <a:t>✅ TD 06</a:t>
            </a:r>
          </a:p>
          <a:p>
            <a:pPr>
              <a:defRPr sz="2000"/>
            </a:pPr>
            <a:r>
              <a:t>✅ Séance suivante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06  •  Diapositive 10/10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