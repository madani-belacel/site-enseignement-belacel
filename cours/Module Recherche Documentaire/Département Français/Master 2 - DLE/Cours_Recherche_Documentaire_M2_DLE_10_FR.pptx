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: Communication scientifique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2/10</a:t>
            </a:r>
          </a:p>
          <a:p>
            <a:r>
              <a:t>Communication scientifique</a:t>
            </a:r>
          </a:p>
          <a:p>
            <a:r>
              <a:t>Posters, conférences, publication, réseaux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3/10</a:t>
            </a:r>
          </a:p>
          <a:p>
            <a:r>
              <a:t>Communication scientifique</a:t>
            </a:r>
          </a:p>
          <a:p>
            <a:r>
              <a:t>Posters, conférences, publication, réseaux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4/10</a:t>
            </a:r>
          </a:p>
          <a:p>
            <a:r>
              <a:t>Communication scientifique</a:t>
            </a:r>
          </a:p>
          <a:p>
            <a:r>
              <a:t>Posters, conférences, publication, réseaux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5/10</a:t>
            </a:r>
          </a:p>
          <a:p>
            <a:r>
              <a:t>Communication scientifique</a:t>
            </a:r>
          </a:p>
          <a:p>
            <a:r>
              <a:t>Posters, conférences, publication, réseaux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6/10</a:t>
            </a:r>
          </a:p>
          <a:p>
            <a:r>
              <a:t>Communication scientifique</a:t>
            </a:r>
          </a:p>
          <a:p>
            <a:r>
              <a:t>Posters, conférences, publication, réseaux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7/10</a:t>
            </a:r>
          </a:p>
          <a:p>
            <a:r>
              <a:t>Communication scientifique</a:t>
            </a:r>
          </a:p>
          <a:p>
            <a:r>
              <a:t>Posters, conférences, publication, réseaux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8/10</a:t>
            </a:r>
          </a:p>
          <a:p>
            <a:r>
              <a:t>Communication scientifique</a:t>
            </a:r>
          </a:p>
          <a:p>
            <a:r>
              <a:t>Posters, conférences, publication, réseaux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9/10</a:t>
            </a:r>
          </a:p>
          <a:p>
            <a:r>
              <a:t>Communication scientifique</a:t>
            </a:r>
          </a:p>
          <a:p>
            <a:r>
              <a:t>Posters, conférences, publication, réseaux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10/10</a:t>
            </a:r>
          </a:p>
          <a:p>
            <a:r>
              <a:t>Communication scientifique</a:t>
            </a:r>
          </a:p>
          <a:p>
            <a:r>
              <a:t>Posters, conférences, publication, réseaux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Protocole M2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RD 10 |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10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Stratégie mémoire M2</a:t>
            </a:r>
          </a:p>
          <a:p>
            <a:pPr>
              <a:defRPr sz="2000"/>
            </a:pPr>
            <a:r>
              <a:t>🎯 Bases académiques</a:t>
            </a:r>
          </a:p>
          <a:p>
            <a:pPr>
              <a:defRPr sz="2000"/>
            </a:pPr>
            <a:r>
              <a:t>🎯 Évaluation CRAP</a:t>
            </a:r>
          </a:p>
          <a:p>
            <a:pPr>
              <a:defRPr sz="2000"/>
            </a:pPr>
            <a:r>
              <a:t>🎯 Zotero / APA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10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du cours (1h30)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8 parties — 90 min</a:t>
            </a:r>
          </a:p>
          <a:p>
            <a:pPr>
              <a:defRPr sz="2000"/>
            </a:pPr>
            <a:r>
              <a:t>📋 Intégrité académique</a:t>
            </a:r>
          </a:p>
          <a:p>
            <a:pPr>
              <a:defRPr sz="2000"/>
            </a:pPr>
            <a:r>
              <a:t>📋 Plagiat et auto-plagiat</a:t>
            </a:r>
          </a:p>
          <a:p>
            <a:pPr>
              <a:defRPr sz="2000"/>
            </a:pPr>
            <a:r>
              <a:t>📋 Outils de détection</a:t>
            </a:r>
          </a:p>
          <a:p>
            <a:pPr>
              <a:defRPr sz="2000"/>
            </a:pPr>
            <a:r>
              <a:t>📋 RGPD recherche-action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10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Intégrité académique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💡 Points clés polycopié</a:t>
            </a:r>
          </a:p>
          <a:p>
            <a:pPr>
              <a:defRPr sz="2000"/>
            </a:pPr>
            <a:r>
              <a:t>💡 Exemples M2 DLE</a:t>
            </a:r>
          </a:p>
          <a:p>
            <a:pPr>
              <a:defRPr sz="2000"/>
            </a:pPr>
            <a:r>
              <a:t>💡 Atelier guidé</a:t>
            </a:r>
          </a:p>
          <a:p>
            <a:pPr>
              <a:defRPr sz="2000"/>
            </a:pPr>
            <a:r>
              <a:t>💡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10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Plagiat et auto-plagiat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Points clés polycopié</a:t>
            </a:r>
          </a:p>
          <a:p>
            <a:pPr>
              <a:defRPr sz="2000"/>
            </a:pPr>
            <a:r>
              <a:t>📚 Exemples M2 DLE</a:t>
            </a:r>
          </a:p>
          <a:p>
            <a:pPr>
              <a:defRPr sz="2000"/>
            </a:pPr>
            <a:r>
              <a:t>📚 Atelier guidé</a:t>
            </a:r>
          </a:p>
          <a:p>
            <a:pPr>
              <a:defRPr sz="2000"/>
            </a:pPr>
            <a:r>
              <a:t>📚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10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Outils de détection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🔎 Points clés polycopié</a:t>
            </a:r>
          </a:p>
          <a:p>
            <a:pPr>
              <a:defRPr sz="2000"/>
            </a:pPr>
            <a:r>
              <a:t>🔎 Exemples M2 DLE</a:t>
            </a:r>
          </a:p>
          <a:p>
            <a:pPr>
              <a:defRPr sz="2000"/>
            </a:pPr>
            <a:r>
              <a:t>🔎 Atelier guidé</a:t>
            </a:r>
          </a:p>
          <a:p>
            <a:pPr>
              <a:defRPr sz="2000"/>
            </a:pPr>
            <a:r>
              <a:t>🔎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10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RGPD recherche-action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Points clés polycopié</a:t>
            </a:r>
          </a:p>
          <a:p>
            <a:pPr>
              <a:defRPr sz="2000"/>
            </a:pPr>
            <a:r>
              <a:t>✔️ Exemples M2 DLE</a:t>
            </a:r>
          </a:p>
          <a:p>
            <a:pPr>
              <a:defRPr sz="2000"/>
            </a:pPr>
            <a:r>
              <a:t>✔️ Atelier guidé</a:t>
            </a:r>
          </a:p>
          <a:p>
            <a:pPr>
              <a:defRPr sz="2000"/>
            </a:pPr>
            <a:r>
              <a:t>✔️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10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Protocole documentaire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📎 Points clés polycopié</a:t>
            </a:r>
          </a:p>
          <a:p>
            <a:pPr>
              <a:defRPr sz="2000"/>
            </a:pPr>
            <a:r>
              <a:t>📎 Exemples M2 DLE</a:t>
            </a:r>
          </a:p>
          <a:p>
            <a:pPr>
              <a:defRPr sz="2000"/>
            </a:pPr>
            <a:r>
              <a:t>📎 Atelier guidé</a:t>
            </a:r>
          </a:p>
          <a:p>
            <a:pPr>
              <a:defRPr sz="2000"/>
            </a:pPr>
            <a:r>
              <a:t>📎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10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Atelier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🛠️ Travail sur poste</a:t>
            </a:r>
          </a:p>
          <a:p>
            <a:pPr>
              <a:defRPr sz="2000"/>
            </a:pPr>
            <a:r>
              <a:t>🛠️ TD 10 — 1h30</a:t>
            </a:r>
          </a:p>
          <a:p>
            <a:pPr>
              <a:defRPr sz="2000"/>
            </a:pPr>
            <a:r>
              <a:t>🛠️ Protocole mémoire</a:t>
            </a:r>
          </a:p>
          <a:p>
            <a:pPr>
              <a:defRPr sz="2000"/>
            </a:pPr>
            <a:r>
              <a:t>🛠️ Support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10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Synthèse séance</a:t>
            </a:r>
          </a:p>
          <a:p>
            <a:pPr>
              <a:defRPr sz="2000"/>
            </a:pPr>
            <a:r>
              <a:t>✅ TD 10</a:t>
            </a:r>
          </a:p>
          <a:p>
            <a:pPr>
              <a:defRPr sz="2000"/>
            </a:pPr>
            <a:r>
              <a:t>✅ Séance suivante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10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