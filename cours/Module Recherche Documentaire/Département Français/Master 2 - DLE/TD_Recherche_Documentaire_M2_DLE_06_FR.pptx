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: Méthodologie qualitative</a:t>
            </a:r>
          </a:p>
          <a:p>
            <a:r>
              <a:t>Module RD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2/10</a:t>
            </a:r>
          </a:p>
          <a:p>
            <a:r>
              <a:t>Méthodologie qualitative</a:t>
            </a:r>
          </a:p>
          <a:p>
            <a:r>
              <a:t>Entretiens, observations, analyse de contenu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3/10</a:t>
            </a:r>
          </a:p>
          <a:p>
            <a:r>
              <a:t>Méthodologie qualitative</a:t>
            </a:r>
          </a:p>
          <a:p>
            <a:r>
              <a:t>Entretiens, observations, analyse de contenu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4/10</a:t>
            </a:r>
          </a:p>
          <a:p>
            <a:r>
              <a:t>Méthodologie qualitative</a:t>
            </a:r>
          </a:p>
          <a:p>
            <a:r>
              <a:t>Entretiens, observations, analyse de contenu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5/10</a:t>
            </a:r>
          </a:p>
          <a:p>
            <a:r>
              <a:t>Méthodologie qualitative</a:t>
            </a:r>
          </a:p>
          <a:p>
            <a:r>
              <a:t>Entretiens, observations, analyse de contenu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6/10</a:t>
            </a:r>
          </a:p>
          <a:p>
            <a:r>
              <a:t>Méthodologie qualitative</a:t>
            </a:r>
          </a:p>
          <a:p>
            <a:r>
              <a:t>Entretiens, observations, analyse de contenu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7/10</a:t>
            </a:r>
          </a:p>
          <a:p>
            <a:r>
              <a:t>Méthodologie qualitative</a:t>
            </a:r>
          </a:p>
          <a:p>
            <a:r>
              <a:t>Entretiens, observations, analyse de contenu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8/10</a:t>
            </a:r>
          </a:p>
          <a:p>
            <a:r>
              <a:t>Méthodologie qualitative</a:t>
            </a:r>
          </a:p>
          <a:p>
            <a:r>
              <a:t>Entretiens, observations, analyse de contenu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9/10</a:t>
            </a:r>
          </a:p>
          <a:p>
            <a:r>
              <a:t>Méthodologie qualitative</a:t>
            </a:r>
          </a:p>
          <a:p>
            <a:r>
              <a:t>Entretiens, observations, analyse de contenu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10/10</a:t>
            </a:r>
          </a:p>
          <a:p>
            <a:r>
              <a:t>Méthodologie qualitative</a:t>
            </a:r>
          </a:p>
          <a:p>
            <a:r>
              <a:t>Entretiens, observations, analyse de contenu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RD 06 — Critères CRAP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Durée : 1h30 (90 min)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06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Déroulement TD — 1h30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⏱️ Accueil : 5 min</a:t>
            </a:r>
          </a:p>
          <a:p>
            <a:pPr>
              <a:defRPr sz="2000"/>
            </a:pPr>
            <a:r>
              <a:t>⏱️ Ex.1 Grille : 18 min</a:t>
            </a:r>
          </a:p>
          <a:p>
            <a:pPr>
              <a:defRPr sz="2000"/>
            </a:pPr>
            <a:r>
              <a:t>⏱️ Ex.2 Comparer : 18 min</a:t>
            </a:r>
          </a:p>
          <a:p>
            <a:pPr>
              <a:defRPr sz="2000"/>
            </a:pPr>
            <a:r>
              <a:t>⏱️ Ex.3 Actualité : 15 min</a:t>
            </a:r>
          </a:p>
          <a:p>
            <a:pPr>
              <a:defRPr sz="2000"/>
            </a:pPr>
            <a:r>
              <a:t>⏱️ Ex.4 Finalité : 18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06  •  Diapositive 2/10</a:t>
            </a:r>
          </a:p>
        </p:txBody>
      </p:sp>
      <p:pic>
        <p:nvPicPr>
          <p:cNvPr id="5" name="Picture 4" descr="RD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 (18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Énoncé polycopié TD</a:t>
            </a:r>
          </a:p>
          <a:p>
            <a:pPr>
              <a:defRPr sz="2000"/>
            </a:pPr>
            <a:r>
              <a:t>1️⃣ Travail guidé</a:t>
            </a:r>
          </a:p>
          <a:p>
            <a:pPr>
              <a:defRPr sz="2000"/>
            </a:pPr>
            <a:r>
              <a:t>1️⃣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06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 (18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Énoncé polycopié TD</a:t>
            </a:r>
          </a:p>
          <a:p>
            <a:pPr>
              <a:defRPr sz="2000"/>
            </a:pPr>
            <a:r>
              <a:t>2️⃣ Travail guidé</a:t>
            </a:r>
          </a:p>
          <a:p>
            <a:pPr>
              <a:defRPr sz="2000"/>
            </a:pPr>
            <a:r>
              <a:t>2️⃣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06  •  Diapositive 4/10</a:t>
            </a:r>
          </a:p>
        </p:txBody>
      </p:sp>
      <p:pic>
        <p:nvPicPr>
          <p:cNvPr id="5" name="Picture 4" descr="RD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 (15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Énoncé polycopié TD</a:t>
            </a:r>
          </a:p>
          <a:p>
            <a:pPr>
              <a:defRPr sz="2000"/>
            </a:pPr>
            <a:r>
              <a:t>3️⃣ Travail guidé</a:t>
            </a:r>
          </a:p>
          <a:p>
            <a:pPr>
              <a:defRPr sz="2000"/>
            </a:pPr>
            <a:r>
              <a:t>3️⃣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06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 (18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Énoncé polycopié TD</a:t>
            </a:r>
          </a:p>
          <a:p>
            <a:pPr>
              <a:defRPr sz="2000"/>
            </a:pPr>
            <a:r>
              <a:t>4️⃣ Travail guidé</a:t>
            </a:r>
          </a:p>
          <a:p>
            <a:pPr>
              <a:defRPr sz="2000"/>
            </a:pPr>
            <a:r>
              <a:t>4️⃣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06  •  Diapositive 6/10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5 (16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Énoncé polycopié TD</a:t>
            </a:r>
          </a:p>
          <a:p>
            <a:pPr>
              <a:defRPr sz="2000"/>
            </a:pPr>
            <a:r>
              <a:t>5️⃣ Travail guidé</a:t>
            </a:r>
          </a:p>
          <a:p>
            <a:pPr>
              <a:defRPr sz="2000"/>
            </a:pPr>
            <a:r>
              <a:t>5️⃣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06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Grille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Protocole 50 %</a:t>
            </a:r>
          </a:p>
          <a:p>
            <a:pPr>
              <a:defRPr sz="2000"/>
            </a:pPr>
            <a:r>
              <a:t>✔️ Analyse 30 %</a:t>
            </a:r>
          </a:p>
          <a:p>
            <a:pPr>
              <a:defRPr sz="2000"/>
            </a:pPr>
            <a:r>
              <a:t>✔️ Participation 20 %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06  •  Diapositive 8/10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Livrable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📁 Protocole 2 p.</a:t>
            </a:r>
          </a:p>
          <a:p>
            <a:pPr>
              <a:defRPr sz="2000"/>
            </a:pPr>
            <a:r>
              <a:t>📁 Export Zotero</a:t>
            </a:r>
          </a:p>
          <a:p>
            <a:pPr>
              <a:defRPr sz="2000"/>
            </a:pPr>
            <a:r>
              <a:t>📁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06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Correction collective</a:t>
            </a:r>
          </a:p>
          <a:p>
            <a:pPr>
              <a:defRPr sz="2000"/>
            </a:pPr>
            <a:r>
              <a:t>✅ Relire cours PDF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06  •  Diapositive 10/10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