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Stratégie documentaire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RD 02 — Question de recherche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Accueil : 5 min</a:t>
            </a:r>
          </a:p>
          <a:p>
            <a:pPr>
              <a:defRPr sz="2000"/>
            </a:pPr>
            <a:r>
              <a:t>⏱️ Ex.1 Thème : 15 min</a:t>
            </a:r>
          </a:p>
          <a:p>
            <a:pPr>
              <a:defRPr sz="2000"/>
            </a:pPr>
            <a:r>
              <a:t>⏱️ Ex.2 Question : 18 min</a:t>
            </a:r>
          </a:p>
          <a:p>
            <a:pPr>
              <a:defRPr sz="2000"/>
            </a:pPr>
            <a:r>
              <a:t>⏱️ Ex.3 Sous-questions : 18 min</a:t>
            </a:r>
          </a:p>
          <a:p>
            <a:pPr>
              <a:defRPr sz="2000"/>
            </a:pPr>
            <a:r>
              <a:t>⏱️ Ex.4 Grille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polycopié TD</a:t>
            </a:r>
          </a:p>
          <a:p>
            <a:pPr>
              <a:defRPr sz="2000"/>
            </a:pPr>
            <a:r>
              <a:t>1️⃣ Travail guidé</a:t>
            </a:r>
          </a:p>
          <a:p>
            <a:pPr>
              <a:defRPr sz="2000"/>
            </a:pPr>
            <a:r>
              <a:t>1️⃣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Énoncé polycopié TD</a:t>
            </a:r>
          </a:p>
          <a:p>
            <a:pPr>
              <a:defRPr sz="2000"/>
            </a:pPr>
            <a:r>
              <a:t>2️⃣ Travail guidé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Énoncé polycopié TD</a:t>
            </a:r>
          </a:p>
          <a:p>
            <a:pPr>
              <a:defRPr sz="2000"/>
            </a:pPr>
            <a:r>
              <a:t>3️⃣ Travail guidé</a:t>
            </a:r>
          </a:p>
          <a:p>
            <a:pPr>
              <a:defRPr sz="2000"/>
            </a:pPr>
            <a:r>
              <a:t>3️⃣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Énoncé polycopié TD</a:t>
            </a:r>
          </a:p>
          <a:p>
            <a:pPr>
              <a:defRPr sz="2000"/>
            </a:pPr>
            <a:r>
              <a:t>4️⃣ Travail guidé</a:t>
            </a:r>
          </a:p>
          <a:p>
            <a:pPr>
              <a:defRPr sz="2000"/>
            </a:pPr>
            <a:r>
              <a:t>4️⃣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Énoncé polycopié TD</a:t>
            </a:r>
          </a:p>
          <a:p>
            <a:pPr>
              <a:defRPr sz="2000"/>
            </a:pPr>
            <a:r>
              <a:t>5️⃣ Travail guidé</a:t>
            </a:r>
          </a:p>
          <a:p>
            <a:pPr>
              <a:defRPr sz="2000"/>
            </a:pPr>
            <a:r>
              <a:t>5️⃣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Protocole 50 %</a:t>
            </a:r>
          </a:p>
          <a:p>
            <a:pPr>
              <a:defRPr sz="2000"/>
            </a:pPr>
            <a:r>
              <a:t>✔️ Analyse 30 %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Protocole 2 p.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Relire cours PDF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