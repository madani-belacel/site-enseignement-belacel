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: Revue de littérature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2/10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3/10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4/10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5/10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6/10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7/10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8/10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9/10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10/10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Portails FLE/FLA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05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Portails institutionnels</a:t>
            </a:r>
          </a:p>
          <a:p>
            <a:pPr>
              <a:defRPr sz="2000"/>
            </a:pPr>
            <a:r>
              <a:t>📋 Eduscol et CIEP</a:t>
            </a:r>
          </a:p>
          <a:p>
            <a:pPr>
              <a:defRPr sz="2000"/>
            </a:pPr>
            <a:r>
              <a:t>📋 British Council</a:t>
            </a:r>
          </a:p>
          <a:p>
            <a:pPr>
              <a:defRPr sz="2000"/>
            </a:pPr>
            <a:r>
              <a:t>📋 Corpus et ressources ouvertes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Portails institutionnels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Eduscol et CIEP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British Council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Corpus et ressources ouvertes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Alertes et veille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05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05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05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