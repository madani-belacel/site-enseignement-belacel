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10 — Internet Services for Teaching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Search engines in the classroom(15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Professional email for teachers(18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Email protocols and school IT(15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Learning platforms(18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Pedagogical scenario with the Internet(14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6 — Cyberbullying and digital citizenship(10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Search engines in the classroom(15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Statement:Explain the role of crawlers and the benefit of a metasearch engine. Propose a classroom activity where students compare results from 3 search engines (Google, Qwant, DuckDuckGo) on the same topic.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correction:Crawlers: robots that index the Web. Metasearch: queries multiple engines (Qwant). Activity: students search "climate change" on 3 engines, compare results (number, relevance, ads), reflect on algorithmic bias.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Professional email for teachers(18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Statement:Write an email to a parent to inform them of their child's difficulties. Subject, tone, structure, institutional signature. Then write an email to administration requesting a computer lab.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correction:Parent email: clear subject ([School X] Academic follow-up — First name Last name), empathetic tone, facts + suggestion + meeting proposal. Admin email: precise subject, pedagogical justification, requested date, necessary equipment.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Email protocols and school IT(15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Statement:Associate SMTP, POP, IMAP with: send, receive locally, multi-device sync. Explain why IMAP is recommended for teachers using school PC + phone + tablet.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correction:SMTP → sending; POP → local download (not recommended, desync); IMAP → cloud sync (recommended for mobile teachers). With IMAP, a draft started on the phone is finished on the PC.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Learning platforms(18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Statement:Compare Moodle, Google Classroom and Padlet on 5 criteria (free, file upload, quizzes, grading, communication). Determine which is most suitable for Algerian middle schools.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correction:Moodle: complete, free, but heavy setup. Google Classroom: simple, intuitive, but requires Google accounts. Padlet: visual collaborative wall but limited. For Algerian middle schools: Google Classroom (simplicity, availability, light infrastructure). Moodle for high school and university.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Pedagogical scenario with the Internet(14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Statement:Design a 2-session sequence (2h) on "Searching and evaluating online information" for 9th grade. Objectives, procedure, tools, assessment.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correction:Session 1: guided search (keywords, operators, reliable/unreliable sources). Session 2: critical evaluation (website analysis grid). Tools: browser, word processor, collaborative board. Assessment: source evaluation sheet for a presentation.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6 — Cyberbullying and digital citizenship(10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Statement:Write an argumented response to a student who posts photos of classmates on social media without permission. What does the law say? What pedagogical response?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correction:Legal framework: right to image, GDPR for personal data. Pedagogical response: school rules reminder, awareness of consequences (disciplinary sanctions, criminal complaint), empathy work. Proposal: have the class write a social media usage charter.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the role of crawlers and the benefit of a metasearch engine. Propose a classroom activity where students compare results from 3 search engines (Google, Qwant, DuckDuckGo) on the same topic.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an email to a parent to inform them of their child's difficulties. Subject, tone, structure, institutional signature. Then write an email to administration requesting a computer lab.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SMTP, POP, IMAP with: send, receive locally, multi-device sync. Explain why IMAP is recommended for teachers using school PC + phone + tablet.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the role of crawlers and the benefit of a metasearch engine. Propose a classroom activity where students compare results from 3 search engines (Google, Qwant, DuckDuckGo) on the same topic.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an email to a parent to inform them of their child's difficulties. Subject, tone, structure, institutional signature. Then write an email to administration requesting a computer lab.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SMTP, POP, IMAP with: send, receive locally, multi-device sync. Explain why IMAP is recommended for teachers using school PC + phone + tablet.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the role of crawlers and the benefit of a metasearch engine. Propose a classroom activity where students compare results from 3 search engines (Google, Qwant, DuckDuckGo) on the same topic.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an email to a parent to inform them of their child's difficulties. Subject, tone, structure, institutional signature. Then write an email to administration requesting a computer lab.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SMTP, POP, IMAP with: send, receive locally, multi-device sync. Explain why IMAP is recommended for teachers using school PC + phone + tablet.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the role of crawlers and the benefit of a metasearch engine. Propose a classroom activity where students compare results from 3 search engines (Google, Qwant, DuckDuckGo) on the same topic.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an email to a parent to inform them of their child's difficulties. Subject, tone, structure, institutional signature. Then write an email to administration requesting a computer lab.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SMTP, POP, IMAP with: send, receive locally, multi-device sync. Explain why IMAP is recommended for teachers using school PC + phone + tablet.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Statement:Compare Moodle, Google Classroom and Padlet on 5 criteria (free, file upload, quizzes, grading, communication). Determine which is most suitable for Algerian middle schools.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Statement:Design a 2-session sequence (2h) on "Searching and evaluating online information" for 9th grade. Objectives, procedure, tools, assessment.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