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05 — Microsoft Excel: Basics and Academic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Plan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Introduction: Why use Excel at university?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Interface and basic concepts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Data entry, formatting and organization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Essential formulas and functions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Relative and absolute references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Creating and Customizing Charts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Good practices and export for academic use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and transition to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use Excel at university?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use Excel at university?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use Excel at university?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use Excel at university?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use Excel at university?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use Excel at university?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use Excel at university?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use Excel at university?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use Excel at university?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