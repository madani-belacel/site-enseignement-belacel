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Internet : recherche documentaire en classe(10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Internet : recherche documentaire en classe(10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Statement:Concevez une fiche guide pour aider des élèves de 2nde à évaluer la fiabilité d'une page web (grille d'analyse : auteur, source, date, contenu, publicité). Testez-la sur un site d'actualité.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correction:Grille : 1) Qui est l'auteur ? (nom, affiliation, contact) 2) Quelle est la source ? (domaine .gouv/.edu fiable, .com à vérifier) 3) Date de publication ? (actualité requise pour le sujet) 4) Le contenu est-il objectif ? (ton, références, publicité) 5) Y a-t-il des citations vérifiables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