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ICT Course 04 — Microsoft Word: Academic Office Automation and Page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Course Plan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Course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Importance of Microsoft Word in the university career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Word interface and main areas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Academic layout (university standards)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Professional use of Styles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Automatic table of contents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Tables, lists and visual elements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Saving, PDF export and best practices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Conclusion and transition to Excel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Importance of Microsoft Word in the university career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Importance of Microsoft Word in the university career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Importance of Microsoft Word in the university career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Importance of Microsoft Word in the university career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Importance of Microsoft Word in the university career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Importance of Microsoft Word in the university career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Importance of Microsoft Word in the university career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Importance of Microsoft Word in the university career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Importance of Microsoft Word in the university career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