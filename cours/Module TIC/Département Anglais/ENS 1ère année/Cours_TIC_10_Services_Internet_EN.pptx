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Course 10 — Internet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Course outline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Overview of Internet services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Search engines and metasearch engines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Email (SMTP, POP, IMAP)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File transfer (Drive, Dropbox)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Instant messaging and video conferencing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Security and cleanliness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Summary of the ICT module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Overview of Internet services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Overview of Internet services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Overview of Internet services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Overview of Internet services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Overview of Internet services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Overview of Internet services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Overview of Internet services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Overview of Internet services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Overview of Internet services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