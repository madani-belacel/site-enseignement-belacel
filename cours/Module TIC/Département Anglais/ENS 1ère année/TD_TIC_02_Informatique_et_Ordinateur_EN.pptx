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ICT Tutorial 02 — Computer Science and Computer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1 — Basic vocabulary(15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2 — Input / Processing / Output(15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3 — RAM vs storage(18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4 — Choice of support(18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5 — Good practices(14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6 — Informatique et ordinateur : transposition au collège(10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1 — Basic vocabulary(15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Statement:Define: computing, hardware, software, CPU, RAM, SSD.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Corrected:Computer science = automatic processing of information; hardware = hardware; software = software; CPU = processor; RAM = volatile random access memory; SSD = fast non-volatile storage.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2 — Input / Processing / Output(15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Statement:Classify: keyboard, screen, processor, printer, microphone, hard drive.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Fixed:Input: keyboard, microphone; Processing: processor; Output: screen, printer; Storage: hard drive.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3 — RAM vs storage(18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Statement:Why does an unsaved document disappear after a power outage?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Fixed:The data being edited is in RAM (volatile). Without saving to disk/SSD/cloud, they are lost when shut down.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4 — Choice of support(18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Statement:For daily work, long-term archive, file transport — recommend media and justify.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Fixed:SSD for everyday use; HDD or cloud for archives; USB key for occasional transport.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5 — Good practices(14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Statement:List 6 important best practices for a student.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Fixed:Regular backups, updates, antivirus, folder organization, 3-2-1 rule, RAM/storage distinction.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6 — Informatique et ordinateur : transposition au collège(10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Statement:Proposez une activité de 30 minutes pour faire comprendre la différence entre matériel et logiciel à des élèves de 5ème. Quels supports ? Quelle évaluation ?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correction:Activité : distribuer des images (carte mère, clavier, Word, jeu vidéo) à classer en 2 colonnes (matériel/logiciel). Support : fiche A4 à découper. Évaluation : correction collective au tableau + 2 questions bonus (exemple de matériel/logiciel dans la salle).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Statement:Define: computing, hardware, software, CPU, RAM, SSD.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Statement:Classify: keyboard, screen, processor, printer, microphone, hard drive.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Statement:Why does an unsaved document disappear after a power outage?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Statement:Define: computing, hardware, software, CPU, RAM, SSD.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Statement:Classify: keyboard, screen, processor, printer, microphone, hard drive.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Statement:Why does an unsaved document disappear after a power outage?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Statement:Define: computing, hardware, software, CPU, RAM, SSD.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Statement:Classify: keyboard, screen, processor, printer, microphone, hard drive.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Statement:Why does an unsaved document disappear after a power outage?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Statement:Define: computing, hardware, software, CPU, RAM, SSD.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Statement:Classify: keyboard, screen, processor, printer, microphone, hard drive.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Statement:Why does an unsaved document disappear after a power outage?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Statement:For daily work, long-term archive, file transport — recommend media and justify.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Statement:List 6 important best practices for a student.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