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04 — Microsoft Word: Office Automation for Teaching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Lesson plan formatting(15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Custom styles for teaching documents(15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Correcting and annotating student work(18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Mail merge for report cards(15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Gap-fill exercise with table(14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Annual teaching progression table(13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Lesson plan formatting(15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a lesson preparation sheet with: header (level, subject, duration), objectives, procedure, assessment. Apply academic standards.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Corrected:Times New Roman 12, spacing 1.5. Header: 2-column table (information/value). Objectives written in infinitive form. Procedure: 4-column table (Phase/Duration/Activity/Mode).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Custom styles for teaching documents(15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and customize 3 Word styles: Exercise-title (bold, blue, 14pt), Instruction (italic, 11pt), Answer (green, 11pt). Apply to an exercise document.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Corrected:Home → Styles → Create a Style. Customize font, size, color. Apply by selecting text. Save to Normal.dotm template for reuse.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Correcting and annotating student work(18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Statement:Type a student text containing 5 intentional errors. Use track changes and comments to correct it as a teacher would.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Corrected:Review → Track Changes. Each correction appears in color. Comments: select text → New Comment. Write a constructive final feedback.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Mail merge for report cards(15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a report card template and merge with an Excel list of 5 students (name, surname, subject, grade, comment).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Corrected:Mailings → Select Recipients → Use an existing list. Insert merge fields. Preview results. Finish &amp; Merge → Edit individual documents.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Gap-fill exercise with table(14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Statement:Design a gap-fill exercise on irregular verbs using Word tables (3 columns: infinitive, past, past participle) with blank cells to fill.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Corrected:Insert → Table → 4 rows × 3 columns. Header in bold. Leave cells blank. Protect answer cells if distributing via Moodle.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Annual teaching progression table(13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Statement:Design an annual progression table for 30 weeks with: week, theme, objectives, assessment. Use tabs and indents for professional layout.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Corrected:Table: 4 columns × 32 rows (1 header + 30 weeks + 1 total). Landscape orientation. Title: "Annual Progression — English — Year 1 Secondary 2025-2026". Print on one page.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lesson preparation sheet with: header (level, subject, duration), objectives, procedure, assessment. Apply academic standards.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and customize 3 Word styles: Exercise-title (bold, blue, 14pt), Instruction (italic, 11pt), Answer (green, 11pt). Apply to an exercise document.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Statement:Type a student text containing 5 intentional errors. Use track changes and comments to correct it as a teacher would.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lesson preparation sheet with: header (level, subject, duration), objectives, procedure, assessment. Apply academic standards.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and customize 3 Word styles: Exercise-title (bold, blue, 14pt), Instruction (italic, 11pt), Answer (green, 11pt). Apply to an exercise document.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Statement:Type a student text containing 5 intentional errors. Use track changes and comments to correct it as a teacher would.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lesson preparation sheet with: header (level, subject, duration), objectives, procedure, assessment. Apply academic standards.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and customize 3 Word styles: Exercise-title (bold, blue, 14pt), Instruction (italic, 11pt), Answer (green, 11pt). Apply to an exercise document.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Statement:Type a student text containing 5 intentional errors. Use track changes and comments to correct it as a teacher would.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lesson preparation sheet with: header (level, subject, duration), objectives, procedure, assessment. Apply academic standards.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and customize 3 Word styles: Exercise-title (bold, blue, 14pt), Instruction (italic, 11pt), Answer (green, 11pt). Apply to an exercise document.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Statement:Type a student text containing 5 intentional errors. Use track changes and comments to correct it as a teacher would.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report card template and merge with an Excel list of 5 students (name, surname, subject, grade, comment).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Statement:Design a gap-fill exercise on irregular verbs using Word tables (3 columns: infinitive, past, past participle) with blank cells to fill.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