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01 — Introduction to Information and Communication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Personal definition and transposition(15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Three dimensions and pedagogy(15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ICT functions in the classroom(18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ICT for language teachers(18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Lesson plan design(14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6 — Digital citizenship(10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Personal definition and transposition(15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Statement:Give your own definition of ICT in 2-3 lines, then compare it to the ITU definition. As a future teacher, rephrase this definition for middle school students.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correction:ICT brings together digital tools for processing, transmission and access to information. Middle school version: "ICT is all the digital tools that help us create, share, and find information."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Three dimensions and pedagogy(15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Statement:Explain with personal examples the three dimensions: Technical, Information, Communication. Then propose a teaching scenario where all three dimensions are used simultaneously.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correction:Example: a media project — Technical (creating a blog with WordPress), Information (researching articles), Communication (publishing and commenting). Students learn both the technical tool and critical thinking.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ICT functions in the classroom(18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Statement:For each action, identify the function: processing / transmission / backup. Then for each action, propose an equivalent exercise adapted for a high school class.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correction:Word writing → processing (high school: write a cover letter); email sending → transmission (homework submission with attachment); USB copy → backup (organize files by subject).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ICT for language teachers(18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Statement:Name 5 concrete uses of ICT for a foreign language teacher (not for the student).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correction:Moodle for course materials and assignments; Padlet for collaborative wall; Quizlet for flashcards; YouTube for video capsules; ENT for grade tracking and parent communication.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Lesson plan design(14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Statement:Design a 55-minute lesson plan on "Introduction to ICT" for 10th grade. Objectives, procedure, ICT tools, assessment.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correction:Objective: distinguish information from communication. Procedure: 10 min debate, 25 min practical exercises (browsing, email), 15 min report writing, 5 min wrap-up. Tools: browser, email, word processor. Assessment: completed worksheet.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6 — Digital citizenship(10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Statement:Write an argumented response to a parent who opposes the use of digital tools in class (screen time, distraction, inequality).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correction:Arguments: ICT is part of the official curriculum; controlled and purposeful use (limited time, clear objectives); digital tools reduce inequality (free resources, automated feedback); the school's role is to train responsible digital citizens.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Statement:Give your own definition of ICT in 2-3 lines, then compare it to the ITU definition. As a future teacher, rephrase this definition for middle school students.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with personal examples the three dimensions: Technical, Information, Communication. Then propose a teaching scenario where all three dimensions are used simultaneously.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each action, identify the function: processing / transmission / backup. Then for each action, propose an equivalent exercise adapted for a high school class.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Statement:Give your own definition of ICT in 2-3 lines, then compare it to the ITU definition. As a future teacher, rephrase this definition for middle school students.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with personal examples the three dimensions: Technical, Information, Communication. Then propose a teaching scenario where all three dimensions are used simultaneously.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each action, identify the function: processing / transmission / backup. Then for each action, propose an equivalent exercise adapted for a high school class.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Statement:Give your own definition of ICT in 2-3 lines, then compare it to the ITU definition. As a future teacher, rephrase this definition for middle school students.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with personal examples the three dimensions: Technical, Information, Communication. Then propose a teaching scenario where all three dimensions are used simultaneously.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each action, identify the function: processing / transmission / backup. Then for each action, propose an equivalent exercise adapted for a high school class.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Statement:Give your own definition of ICT in 2-3 lines, then compare it to the ITU definition. As a future teacher, rephrase this definition for middle school students.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with personal examples the three dimensions: Technical, Information, Communication. Then propose a teaching scenario where all three dimensions are used simultaneously.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each action, identify the function: processing / transmission / backup. Then for each action, propose an equivalent exercise adapted for a high school class.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Statement:Name 5 concrete uses of ICT for a foreign language teacher (not for the student).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Statement:Design a 55-minute lesson plan on "Introduction to ICT" for 10th grade. Objectives, procedure, ICT tools, assessment.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