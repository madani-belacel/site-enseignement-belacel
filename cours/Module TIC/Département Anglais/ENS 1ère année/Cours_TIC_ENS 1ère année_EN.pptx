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— ENS Year 1 — English Department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Digital foundations for teachers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ICT — ENS Year 1 — English Department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DigCompEdu A1–A2</a:t>
            </a:r>
          </a:p>
          <a:p>
            <a:pPr>
              <a:defRPr sz="2000"/>
            </a:pPr>
            <a:r>
              <a:t>🎯 Office tools</a:t>
            </a:r>
          </a:p>
          <a:p>
            <a:pPr>
              <a:defRPr sz="2000"/>
            </a:pPr>
            <a:r>
              <a:t>🎯 Didactic research</a:t>
            </a:r>
          </a:p>
          <a:p>
            <a:pPr>
              <a:defRPr sz="2000"/>
            </a:pPr>
            <a:r>
              <a:t>🎯 GDPR &amp; security</a:t>
            </a:r>
          </a:p>
          <a:p>
            <a:pPr>
              <a:defRPr sz="2000"/>
            </a:pPr>
            <a:r>
              <a:t>🎯 EFL micro-activities</a:t>
            </a:r>
          </a:p>
          <a:p>
            <a:pPr>
              <a:defRPr sz="2000"/>
            </a:pPr>
            <a:r>
              <a:t>🎯 Moodle 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ICT — ENS Year 1 — English Department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Teacher profession</a:t>
            </a:r>
          </a:p>
          <a:p>
            <a:pPr>
              <a:defRPr sz="2000"/>
            </a:pPr>
            <a:r>
              <a:t>📋 Organisation</a:t>
            </a:r>
          </a:p>
          <a:p>
            <a:pPr>
              <a:defRPr sz="2000"/>
            </a:pPr>
            <a:r>
              <a:t>📋 Word/PPT/Excel</a:t>
            </a:r>
          </a:p>
          <a:p>
            <a:pPr>
              <a:defRPr sz="2000"/>
            </a:pPr>
            <a:r>
              <a:t>📋 CRAP watch</a:t>
            </a:r>
          </a:p>
          <a:p>
            <a:pPr>
              <a:defRPr sz="2000"/>
            </a:pPr>
            <a:r>
              <a:t>📋 Ethics</a:t>
            </a:r>
          </a:p>
          <a:p>
            <a:pPr>
              <a:defRPr sz="2000"/>
            </a:pPr>
            <a:r>
              <a:t>📋 English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ICT — ENS Year 1 — English Department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organisation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ENS folder tree</a:t>
            </a:r>
          </a:p>
          <a:p>
            <a:pPr>
              <a:defRPr sz="2000"/>
            </a:pPr>
            <a:r>
              <a:t>📁 Naming rules</a:t>
            </a:r>
          </a:p>
          <a:p>
            <a:pPr>
              <a:defRPr sz="2000"/>
            </a:pPr>
            <a:r>
              <a:t>📁 Cloud backup</a:t>
            </a:r>
          </a:p>
          <a:p>
            <a:pPr>
              <a:defRPr sz="2000"/>
            </a:pPr>
            <a:r>
              <a:t>📁 Professional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ICT — ENS Year 1 — English Department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Pedagogical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📝 Lesson plan Word</a:t>
            </a:r>
          </a:p>
          <a:p>
            <a:pPr>
              <a:defRPr sz="2000"/>
            </a:pPr>
            <a:r>
              <a:t>📝 Accessible slides</a:t>
            </a:r>
          </a:p>
          <a:p>
            <a:pPr>
              <a:defRPr sz="2000"/>
            </a:pPr>
            <a:r>
              <a:t>📝 Excel tracking</a:t>
            </a:r>
          </a:p>
          <a:p>
            <a:pPr>
              <a:defRPr sz="2000"/>
            </a:pPr>
            <a:r>
              <a:t>📝 PDF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ICT — ENS Year 1 — English Department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Didactic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🔍 Scholar, ERIC</a:t>
            </a:r>
          </a:p>
          <a:p>
            <a:pPr>
              <a:defRPr sz="2000"/>
            </a:pPr>
            <a:r>
              <a:t>🔍 CRAP criteria</a:t>
            </a:r>
          </a:p>
          <a:p>
            <a:pPr>
              <a:defRPr sz="2000"/>
            </a:pPr>
            <a:r>
              <a:t>🔍 Anti-plagiarism</a:t>
            </a:r>
          </a:p>
          <a:p>
            <a:pPr>
              <a:defRPr sz="2000"/>
            </a:pPr>
            <a:r>
              <a:t>🔍 British Council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ICT — ENS Year 1 — English Department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🔒 MFA, phishing</a:t>
            </a:r>
          </a:p>
          <a:p>
            <a:pPr>
              <a:defRPr sz="2000"/>
            </a:pPr>
            <a:r>
              <a:t>🔒 Pupil data</a:t>
            </a:r>
          </a:p>
          <a:p>
            <a:pPr>
              <a:defRPr sz="2000"/>
            </a:pPr>
            <a:r>
              <a:t>🔒 Professional identity</a:t>
            </a:r>
          </a:p>
          <a:p>
            <a:pPr>
              <a:defRPr sz="2000"/>
            </a:pPr>
            <a:r>
              <a:t>🔒 School charter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ICT — ENS Year 1 — English Department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EFL micro-activities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🎓 Short quiz</a:t>
            </a:r>
          </a:p>
          <a:p>
            <a:pPr>
              <a:defRPr sz="2000"/>
            </a:pPr>
            <a:r>
              <a:t>🎓 Authentic media</a:t>
            </a:r>
          </a:p>
          <a:p>
            <a:pPr>
              <a:defRPr sz="2000"/>
            </a:pPr>
            <a:r>
              <a:t>🎓 Task-first design</a:t>
            </a:r>
          </a:p>
          <a:p>
            <a:pPr>
              <a:defRPr sz="2000"/>
            </a:pPr>
            <a:r>
              <a:t>🎓 Controlled duration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ICT — ENS Year 1 — English Department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ENS Moodle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🖥️ Course navigation</a:t>
            </a:r>
          </a:p>
          <a:p>
            <a:pPr>
              <a:defRPr sz="2000"/>
            </a:pPr>
            <a:r>
              <a:t>🖥️ Assignment upload</a:t>
            </a:r>
          </a:p>
          <a:p>
            <a:pPr>
              <a:defRPr sz="2000"/>
            </a:pPr>
            <a:r>
              <a:t>🖥️ Forums</a:t>
            </a:r>
          </a:p>
          <a:p>
            <a:pPr>
              <a:defRPr sz="2000"/>
            </a:pPr>
            <a:r>
              <a:t>🖥️ Announcements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ICT — ENS Year 1 — English Department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 1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Digital folder</a:t>
            </a:r>
          </a:p>
          <a:p>
            <a:pPr>
              <a:defRPr sz="2000"/>
            </a:pPr>
            <a:r>
              <a:t>✅ Tutorial: 5 exercises × 90 min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ICT — ENS Year 1 — English Department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