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Tutorial — ENS Year 1 — English Department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Folders 15'</a:t>
            </a:r>
          </a:p>
          <a:p>
            <a:pPr>
              <a:defRPr sz="2000"/>
            </a:pPr>
            <a:r>
              <a:t>⏱️ Ex.2 Lesson plan 18'</a:t>
            </a:r>
          </a:p>
          <a:p>
            <a:pPr>
              <a:defRPr sz="2000"/>
            </a:pPr>
            <a:r>
              <a:t>⏱️ Ex.3 Slides 18'</a:t>
            </a:r>
          </a:p>
          <a:p>
            <a:pPr>
              <a:defRPr sz="2000"/>
            </a:pPr>
            <a:r>
              <a:t>⏱️ Ex.4 CRAP watch 18'</a:t>
            </a:r>
          </a:p>
          <a:p>
            <a:pPr>
              <a:defRPr sz="2000"/>
            </a:pPr>
            <a:r>
              <a:t>⏱️ Ex.5 Micro-activity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ENS folder tree</a:t>
            </a:r>
          </a:p>
          <a:p>
            <a:pPr>
              <a:defRPr sz="2000"/>
            </a:pPr>
            <a:r>
              <a:t>1️⃣ Naming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45-min A1 lesson</a:t>
            </a:r>
          </a:p>
          <a:p>
            <a:pPr>
              <a:defRPr sz="2000"/>
            </a:pPr>
            <a:r>
              <a:t>2️⃣ Word styles +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8 slides</a:t>
            </a:r>
          </a:p>
          <a:p>
            <a:pPr>
              <a:defRPr sz="2000"/>
            </a:pPr>
            <a:r>
              <a:t>3️⃣ CC 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3 reliable sources</a:t>
            </a:r>
          </a:p>
          <a:p>
            <a:pPr>
              <a:defRPr sz="2000"/>
            </a:pPr>
            <a:r>
              <a:t>4️⃣ CRAP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15-min ICT activity</a:t>
            </a:r>
          </a:p>
          <a:p>
            <a:pPr>
              <a:defRPr sz="2000"/>
            </a:pPr>
            <a:r>
              <a:t>5️⃣ GDPR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Folder 50%</a:t>
            </a:r>
          </a:p>
          <a:p>
            <a:pPr>
              <a:defRPr sz="2000"/>
            </a:pPr>
            <a:r>
              <a:t>✔️ Ethics quiz 20%</a:t>
            </a:r>
          </a:p>
          <a:p>
            <a:pPr>
              <a:defRPr sz="2000"/>
            </a:pPr>
            <a:r>
              <a:t>✔️ Participation 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ENS Year 1 digital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1 — English Department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