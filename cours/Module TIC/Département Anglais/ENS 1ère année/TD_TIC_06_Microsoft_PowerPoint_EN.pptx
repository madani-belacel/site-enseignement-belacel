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06 Microsoft PowerPoint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Structure 10 slides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Text reduction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Bland transition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Insertion graphique Excel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 et checklist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PowerPoint : conception de séquence pédagogique(10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Structure 10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Slide 1: title.</a:t>
            </a:r>
            <a:br/>
            <a:r>
              <a:t>- Slide 2: objectives or problem.</a:t>
            </a:r>
            <a:br/>
            <a:r>
              <a:t>- Slide 3: plan in 3 parts.</a:t>
            </a:r>
            <a:br/>
            <a:r>
              <a:t>- Slides 4–7: one idea per slide.</a:t>
            </a:r>
            <a:br/>
            <a:r>
              <a:t>- Slide 8: concrete example.</a:t>
            </a:r>
            <a:br/>
            <a:r>
              <a:t>- Slide 9: summary.</a:t>
            </a:r>
            <a:br/>
            <a:r>
              <a:t>- Slide 10: conclusion / questions.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Text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Identify the central idea.</a:t>
            </a:r>
            <a:br/>
            <a:r>
              <a:t>- Remove redundancies and unnecessary adverbs.</a:t>
            </a:r>
            <a:br/>
            <a:r>
              <a:t>- Use nominalizations (“growth” vs “there has been an increase”).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Bland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Transitions → Fondu → Appliquer à tout.</a:t>
            </a:r>
            <a:br/>
            <a:r>
              <a:t>- Durée : 0,7 s dans le volet Transitions.</a:t>
            </a:r>
            <a:br/>
            <a:r>
              <a:t>- Tester en mode Diaporama (F5).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Insertion graphique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Excel : sélectionner graphique → Copier.</a:t>
            </a:r>
            <a:br/>
            <a:r>
              <a:t>- PowerPoint slide 8 → Coller → Coller spécial → Image (bitmap) si stabilité requise.</a:t>
            </a:r>
            <a:br/>
            <a:r>
              <a:t>- Redimensionner en conservant les proportions (Maj+ glisser coin).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 et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Fichier → Exporter → Créer PDF.</a:t>
            </a:r>
            <a:br/>
            <a:r>
              <a:t>- Ouvrir PDF : texte lisible, pas de coupure.</a:t>
            </a:r>
            <a:br/>
            <a:r>
              <a:t>- Vérifier numérotation et titre sur chaque slide si prévus par le modèle.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PowerPoint : conception de séquence pédagogique(10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Statement:Créez un diaporama de 8 diapos pour présenter une séquence pédagogique à des collègues enseignants. Contenu : objectifs, activités, évaluation, outils TIC utilisés.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correction:Diapo 1 : Titre + niveau + durée. 2 : Objectifs pédagogiques. 3 : Prérequis. 4-5 : Déroulement séance 1 et 2. 6 : Outils TIC. 7 : Évaluation. 8 : Prolongements. Design : utiliser un modèle sobre, une diapositive = une idée, éviter les blocs de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