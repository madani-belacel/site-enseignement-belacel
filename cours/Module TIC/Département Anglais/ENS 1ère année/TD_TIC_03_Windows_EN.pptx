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03 — Windows: Interface, Files and Personalization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Interface identification(15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Creating a tree(18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Professional naming(15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Keyboard shortcuts(15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Safety(17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Windows et gestion de classe(10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Interface identification(15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Fixed:Desktop, icons, taskbar, start menu, notification area, active window, trash, search bar.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Creating a tree(18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Corrected:Structure conforms to the course convention with dated subfolders.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Professional naming(15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Corrected:Ex.2026-06-04_TIC_TD3_BELACEL_v1.docx— no prohibited characters.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Keyboard shortcuts(15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Fixed:Ctrl+C, Ctrl+X, Ctrl+V, Ctrl+Z, Windows+L.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Safety(17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Fixed:Session lock, 3-2-1 backups, updates, antivirus, USB caution, strong passwords.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Windows et gestion de classe(10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Statement:En tant qu'enseignant, comment organiser l'arborescence des fichiers d'une classe de 30 élèves sur un réseau Windows ? Proposez une structure de dossiers et des règles de nommage.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correction:Structure : D:\Année2025-2026[Matière][Élève_Nom]\Devoirs. Règles : nommer les fichiers avec la norme Nom_Prénom_Date_Type (ex. DUPONT_Marie_2026-01-15_Redaction.docx). Droits d'accès : enseignant en modification, élèves en lecture seule dans les dossiers des autres.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Statement:In a screenshot, identify 8 elements of the Windows Desktop.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Statement:Create the L1 Languages ​​tree in Documents (Courses, Tutorials, Exams, Projects, Saves).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Statement:Rename 5 files according toYYYY-MM-DD_Module_Type_Name_vX.ext.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Statement:Copy, cut, paste, cancel and lock session by keyboard only.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Statement:List 6 important safety rules for a student.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