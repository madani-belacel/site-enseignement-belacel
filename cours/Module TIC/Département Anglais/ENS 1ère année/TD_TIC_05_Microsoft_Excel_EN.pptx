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05 — Microsoft Excel: Basics and Academic Uses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Note table(18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Formulas(18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Absolute references(15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Graph(15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Export(14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6 — Excel : évaluation et suivi pédagogique(10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Note table(18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Statement:Create a table for 8 students: Name, TD1 Mark, TD2 Mark, Exam Mark, Average.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Fixed:Bold headers, aligned columns, thin borders.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Formulas(18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Statement:Calculate average per student, general average, min and max grade.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Fixed:=AVERAGE(),=MIN(),=MAX()on correct ranges.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Absolute references(15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Statement:Add a fixed exam coefficient and calculate weighted score.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Corrected:Coefficient in $G$1, formula with absolute reference F4.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Graph(15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Statement:Histogram of student averages.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Corrected:Insertion → Histogram, title, legends, no 3D effect.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Export(14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Statement:Save as .xlsx and export as PDF.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Corrected:Naming2026-06-04_TIC_TD5_BELACEL_v1.xlsx+ PDF.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6 — Excel : évaluation et suivi pédagogique(10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Statement:Créez un tableau de suivi des notes pour une classe de 25 élèves sur un semestre (3 contrôles + 1 projet + moyenne). Utilisez des mises en forme conditionnelles (vert ≥ 15, orange 10-14, rouge &lt; 10).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correction:Colonnes : Nom, Prénom, Contrôle1, Contrôle2, Contrôle3, Projet, Moyenne. Formules : MOYENNE() avec coefficients. Mise en forme conditionnelle : Accueil → MFC → Règles de cellule → Supérieur à. Appliquer à la colonne Moyenne. Ajouter un graphique en barres par élève.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table for 8 students: Name, TD1 Mark, TD2 Mark, Exam Mark, Average.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Statement:Calculate average per student, general average, min and max grade.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Statement:Add a fixed exam coefficient and calculate weighted score.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table for 8 students: Name, TD1 Mark, TD2 Mark, Exam Mark, Average.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Statement:Calculate average per student, general average, min and max grade.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Statement:Add a fixed exam coefficient and calculate weighted score.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table for 8 students: Name, TD1 Mark, TD2 Mark, Exam Mark, Average.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Statement:Calculate average per student, general average, min and max grade.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Statement:Add a fixed exam coefficient and calculate weighted score.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table for 8 students: Name, TD1 Mark, TD2 Mark, Exam Mark, Average.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Statement:Calculate average per student, general average, min and max grade.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Statement:Add a fixed exam coefficient and calculate weighted score.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Statement:Histogram of student averages.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Statement:Save as .xlsx and export as PDF.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