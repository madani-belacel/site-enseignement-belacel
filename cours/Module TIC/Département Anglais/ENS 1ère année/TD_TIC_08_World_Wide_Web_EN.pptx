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08 World Wide Web 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Parsing a URL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Browsers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HTTP vs HTTPS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Academic research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Web source evaluation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6 — Web et création de site pédagogique(10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Parsing a URL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Statement:Break down the URLhttps://www.univ-example.dz/cours/tic/chap2.html(protocol, domain, path).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correction:-https://— secure HTTP protocol.</a:t>
            </a:r>
            <a:br/>
            <a:r>
              <a:t>-www.univ-example.dz— domain name (server).</a:t>
            </a:r>
            <a:br/>
            <a:r>
              <a:t>-/cours/tic/chap2.html— path to the resource (HTML page).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Browsers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Statement:Comparing two browsers (Chrome and Firefox): an advantage and an educational use for each.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Chrome: numerous extensions; synchronization Google account.</a:t>
            </a:r>
            <a:br/>
            <a:r>
              <a:t>- Firefox: enhanced privacy; open source development.</a:t>
            </a:r>
            <a:br/>
            <a:r>
              <a:t>- Use: documentary research, Moodle access, online PDF reading.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HTTP vs HTTPS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Statement:Why choose HTTPS to connect to the university platform?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 Encryption of exchanged data (identifiers, notes).</a:t>
            </a:r>
            <a:br/>
            <a:r>
              <a:t>- Server authentication (SSL/TLS certificate).</a:t>
            </a:r>
            <a:br/>
            <a:r>
              <a:t>- Protection against eavesdropping on public network (Wi-Fi).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Academic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Statement:Formulate an advanced query to find articles on “ICT and language teaching” (quotes, operators).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correction:-"ICT" AND "language teaching"(Google academic or institutional engine).</a:t>
            </a:r>
            <a:br/>
            <a:r>
              <a:t>- Filter by date (last 5 years).</a:t>
            </a:r>
            <a:br/>
            <a:r>
              <a:t>- Favor.edudomains, university bibliographic bases.</a:t>
            </a:r>
            <a:br/>
            <a:r>
              <a:t>- Note author, title, URL, date of consultation for citation.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Web source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Statement:Evaluate the reliability of an anonymous blog vs. a.edupage: 4 criteria.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correction:1.Authoridentified and qualified?</a:t>
            </a:r>
            <a:br/>
            <a:r>
              <a:t>2.Dateof recent publication?</a:t>
            </a:r>
            <a:br/>
            <a:r>
              <a:t>3.Objectivityand bibliographic references?</a:t>
            </a:r>
            <a:br/>
            <a:r>
              <a:t>4.Institutional or commercial domain?</a:t>
            </a:r>
            <a:br/>
            <a:r>
              <a:t>→ The anonymous blog should be discarded for a university assignment without overlap.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6 — Web et création de site pédagogique(10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Statement:Comparez WordPress, Wix et Google Sites pour créer un site de classe (devoirs, ressources, actualités). Quel outil recommandez-vous pour un enseignant non technicien 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correction:WordPress : flexible mais courbe d'apprentissage. Wix : drag-and-drop, joli mais publicité. Google Sites : simple, intégration Drive/Classroom, idéal débutant. Recommandation : Google Sites pour un premier site de classe (gratuit, sans pub, collaboratif).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Statement:Break down the URLhttps://www.univ-example.dz/cours/tic/chap2.html(protocol, domain, path).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Statement:Comparing two browsers (Chrome and Firefox): an advantage and an educational use for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choose HTTPS to connect to the university platform?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Statement:Break down the URLhttps://www.univ-example.dz/cours/tic/chap2.html(protocol, domain, path).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Statement:Comparing two browsers (Chrome and Firefox): an advantage and an educational use for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choose HTTPS to connect to the university platform?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Statement:Break down the URLhttps://www.univ-example.dz/cours/tic/chap2.html(protocol, domain, path).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Statement:Comparing two browsers (Chrome and Firefox): an advantage and an educational use for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choose HTTPS to connect to the university platform?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Statement:Break down the URLhttps://www.univ-example.dz/cours/tic/chap2.html(protocol, domain, path).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Statement:Comparing two browsers (Chrome and Firefox): an advantage and an educational use for each.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Statement:Why choose HTTPS to connect to the university platform?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Statement:Formulate an advanced query to find articles on “ICT and language teaching” (quotes, operators).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Statement:Evaluate the reliability of an anonymous blog vs. a.edupage: 4 criteria.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