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01 — Introduction to Information and Communication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Personal definition(15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The three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ICT functions(18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Language applications(18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Critical thinking(14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Personal definition(15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correction:ICT brings together digital tools for processing, transmission and access to information. The ITU emphasizes digital form and the convergence of technologies.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The three dimensions(15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correction:Technical = PC + Moodle; Information = PDF handout; Communication = email to teacher or TD forum.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ICT functions(18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 → processing; email and Teams → transmission; USB → backup; printing → processing/output.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Language applications(18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correction:Online multilingual corpora, video with native speakers, Moodle for homework, digital library, PowerPoint for presentations.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Critical thinking(14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correction:Opportunities: global resources, MOOCs, collaboration. Risks: plagiarism, misinformation, addiction, privacy. Posture: critical thinking and academic ethics.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Statement:Give your own definition of ICT in 2-3 lines, then compare it to the ITU definition.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with personal examples the three dimensions: Techniques, Information, Communication.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each action, identify the function: processing / transmission / backup.</a:t>
            </a:r>
            <a:br/>
            <a:r>
              <a:t>Word writing, email sending, USB copying, Teams videoconferencing, PDF printing.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Statement:Name 5 concrete uses of ICT for a foreign language student.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 paragraph (10-12 lines) on the opportunities and risks of ICT for language students.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