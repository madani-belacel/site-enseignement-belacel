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01 — Introduction to ICT (Master)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Learning Objectives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1. Definition and Evolution(10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2. ICT as a Research Object(20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3. Research Methodologies(20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5. Digital Corpora(15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6. Research Ethics(10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8. Conclusion(5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Knowledge:- Analyze ICT as a research object in language didactics</a:t>
            </a:r>
            <a:br/>
            <a:r>
              <a:t>- Know research methods on digital uses</a:t>
            </a:r>
            <a:br/>
            <a:r>
              <a:t>- Master documentary research and analysis tools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Skills:- Design a research framework integrating digital tools</a:t>
            </a:r>
            <a:br/>
            <a:r>
              <a:t>- Analyze digital corpora (forums, online interactions)</a:t>
            </a:r>
            <a:br/>
            <a:r>
              <a:t>- Use data processing tools (NVivo, Python for text analysis)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Attitudes:- Adopt a reflective posture on one's own digital use</a:t>
            </a:r>
            <a:br/>
            <a:r>
              <a:t>- Contribute to digital didactics research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1. Definition and Evolution(10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ICTdesignates all digital technologies for processing and transmitting information.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Recent evolution:- Web 2.0 (social media, collaboration)</a:t>
            </a:r>
            <a:br/>
            <a:r>
              <a:t>- Generative AI (ChatGPT, 2022+)</a:t>
            </a:r>
            <a:br/>
            <a:r>
              <a:t>- Learning Analytics and big data</a:t>
            </a:r>
            <a:br/>
            <a:r>
              <a:t>- Virtual and augmented reality in education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Master-level issue:ICT are not just tools — they transform teaching/learning processes and constitute aresearch fieldin themselves.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2. ICT as a Research Object(20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Research axes in language didactics: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Key references:Warschauer (1996), Chapelle (2003), Kukulska-Hulme (2012).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3. Research Methodologies(20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Approaches:-Quantitative:experiments, standardized tests, statistics</a:t>
            </a:r>
            <a:br/>
            <a:r>
              <a:t>-Qualitative:interviews, observations, discourse analysis</a:t>
            </a:r>
            <a:br/>
            <a:r>
              <a:t>-Mixed:data triangulation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Methodological tools:- Online questionnaire (Google Forms, LimeSurvey)</a:t>
            </a:r>
            <a:br/>
            <a:r>
              <a:t>- Trace analysis (Learning Analytics)</a:t>
            </a:r>
            <a:br/>
            <a:r>
              <a:t>- Semi-structured interviews via videoconference</a:t>
            </a:r>
            <a:br/>
            <a:r>
              <a:t>- Textual corpus analysis (AntConc, TXM)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5. Digital Corpora(15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Corpus types:- Learner language forums</a:t>
            </a:r>
            <a:br/>
            <a:r>
              <a:t>- Written productions on platforms</a:t>
            </a:r>
            <a:br/>
            <a:r>
              <a:t>- Virtual classroom interactions</a:t>
            </a:r>
            <a:br/>
            <a:r>
              <a:t>- Audio/video recordings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Process:collection → transcription → annotation → analysis.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6. Research Ethics(10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Informed consent from participants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Data anonymization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GDPR and data protection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Citation of corpora used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8. Conclusion(5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ICT are an essentialresearch fieldin didactics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Varied methodologies (quantitative, qualitative, mixed)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Accessible tools for beginning researchers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TD 01(1h30) — explore an ICT research axis for your thesis.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Analyze ICT as a research object in language didactics</a:t>
            </a:r>
            <a:br/>
            <a:r>
              <a:t>- Know research methods on digital uses</a:t>
            </a:r>
            <a:br/>
            <a:r>
              <a:t>- Master documentary research and analysis tools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ICTdesignates all digital technologies for processing and transmitting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Research axes in language didactics: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Analyze ICT as a research object in language didactics</a:t>
            </a:r>
            <a:br/>
            <a:r>
              <a:t>- Know research methods on digital uses</a:t>
            </a:r>
            <a:br/>
            <a:r>
              <a:t>- Master documentary research and analysis tools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ICTdesignates all digital technologies for processing and transmitting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Research axes in language didactics: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Knowledge:- Analyze ICT as a research object in language didactics</a:t>
            </a:r>
            <a:br/>
            <a:r>
              <a:t>- Know research methods on digital uses</a:t>
            </a:r>
            <a:br/>
            <a:r>
              <a:t>- Master documentary research and analysis tools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ICTdesignates all digital technologies for processing and transmitting information.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Research axes in language didactics: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Approaches:-Quantitative:experiments, standardized tests, statistics</a:t>
            </a:r>
            <a:br/>
            <a:r>
              <a:t>-Qualitative:interviews, observations, discourse analysis</a:t>
            </a:r>
            <a:br/>
            <a:r>
              <a:t>-Mixed:data triangulation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Corpus types:- Learner language forums</a:t>
            </a:r>
            <a:br/>
            <a:r>
              <a:t>- Written productions on platforms</a:t>
            </a:r>
            <a:br/>
            <a:r>
              <a:t>- Virtual classroom interactions</a:t>
            </a:r>
            <a:br/>
            <a:r>
              <a:t>- Audio/video recordings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