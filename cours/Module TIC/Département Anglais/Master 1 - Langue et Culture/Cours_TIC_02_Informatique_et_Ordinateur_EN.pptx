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02 — Computer Science and Computer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Plan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What is IT?(10 mins)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von Neumann model(15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4. Hardware Components(15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5. Software(15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6. Hardware / Software Interaction(10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Good Practices(10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Introduction: Why understand computers?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Definition of IT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The computer: concept and model of von Neumann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Hardware components (Hardware)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Software and operating systems (Software)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Interaction between Hardware and Software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Best practices for university students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and transition to Windows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Understanding how the computer works is essential for any student, even in the Languages ​​sector. This allows you to better use your tools (Word, browser, Moodle), avoid data loss, diagnose simple problems and effectively organize your digital workspace.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The computer has becomethe main university working instrument.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What is IT?(10 mins)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Computer scienceis the science ofautomatic information processingusing algorithms executed by machines. It includes theory, hardware, software and networks.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Userapproach: understand enough to use the computer well in your studies.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von Neumann model(15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 computer is a programmable machine capable of: receiving data (Input), processing it (CPU), temporarily storing it (RAM), returning it (Output) and retaining it (Secondary storage).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This operation follows thevon Neumann model(1945), still used today.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4. Hardware Components(15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Processor (CPU): the brain of the computer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Motherboard: interconnection of components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RAM: volatile RAM, very fast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Storage: HDD or SSD (faster)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Peripherals: input (keyboard, mouse), output (screen, printer), external storage (USB key)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Important point:RAM loses unsaved data when turned off.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5. Software(15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Operating system: Windows, Linux, macOS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 software: Word, PowerPoint, browsers,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Utility software: antivirus, compressors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The hardware is tangible; the software is intangible but essential.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6. Hardware / Software Interaction(10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Example: keyboard keystroke → OS translated → processor processes → screen displays.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Without software, hardware is useless. Without hardware, the software cannot run.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7. Good Practices(10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Backup regularly (Ctrl + S+ Cloud)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Organize your files from the start of the semester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Update Windows and software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Use an antivirus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Distinguish between RAM and permanent storage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Understanding computer architecture allows you to be more independent and efficient.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Next lesson:Windows — Interface, files and customization.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Introduction: Why understand computers?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Understanding how the computer works is essential for any student, even in the Languages ​​sector. This allows you to better use your tools (Word, browser, Moodle), avoid data loss, diagnose simple problems and effectively organize your digital workspace.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Computer scienceis the science ofautomatic information processingusing algorithms executed by machines. It includes theory, hardware, software and networks.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 computer is a programmable machine capable of: receiving data (Input), processing it (CPU), temporarily storing it (RAM), returning it (Output) and retaining it (Secondary storage).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Processor (CPU): the brain of the computer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