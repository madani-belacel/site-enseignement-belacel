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02 — Informatique et Ordinateur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et consignes : 5 min</a:t>
            </a:r>
          </a:p>
          <a:p>
            <a:pPr>
              <a:defRPr sz="2000"/>
            </a:pPr>
            <a:r>
              <a:t>⏱️ Exercice 1 — Vocabulaire de base : 15 min</a:t>
            </a:r>
          </a:p>
          <a:p>
            <a:pPr>
              <a:defRPr sz="2000"/>
            </a:pPr>
            <a:r>
              <a:t>⏱️ Exercice 2 — Entrée / Traitement / Sortie : 15 min</a:t>
            </a:r>
          </a:p>
          <a:p>
            <a:pPr>
              <a:defRPr sz="2000"/>
            </a:pPr>
            <a:r>
              <a:t>⏱️ Exercice 3 — RAM vs stockage permanent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(14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Exercice 4 — Choix des supports de stockage : 18 min</a:t>
            </a:r>
          </a:p>
          <a:p>
            <a:pPr>
              <a:defRPr sz="2000"/>
            </a:pPr>
            <a:r>
              <a:t>⏱️ Exercice 5 — Bonnes pratiques : 14 min</a:t>
            </a:r>
          </a:p>
          <a:p>
            <a:pPr>
              <a:defRPr sz="2000"/>
            </a:pPr>
            <a:r>
              <a:t>⏱️ Correction collective et synthèse : 5 min</a:t>
            </a:r>
          </a:p>
          <a:p>
            <a:pPr>
              <a:defRPr sz="2000"/>
            </a:pPr>
            <a:r>
              <a:t>⏱️ Total :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