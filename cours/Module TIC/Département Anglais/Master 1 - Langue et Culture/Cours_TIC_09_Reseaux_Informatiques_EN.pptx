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</a:defRPr>
            </a:pPr>
            <a:r>
              <a:t>ICT course 09 — Computer networks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92608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</a:defRPr>
            </a:pPr>
            <a:r>
              <a:t>Module TIC — Dr.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CFA0"/>
                </a:solidFill>
              </a:defRPr>
            </a:pPr>
            <a:r>
              <a:t>Université de Mostaganem — MCB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🎯 Objectifs pédagogiques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Comprendre les concepts clés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Appliquer les compétences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Évaluer les technologies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1A5C33"/>
                </a:solidFill>
              </a:defRPr>
            </a:pPr>
            <a:r>
              <a:t>📋 Plan du cours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Course outline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36576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5C33"/>
                </a:solidFill>
              </a:defRPr>
            </a:pPr>
            <a:r>
              <a:t>Course outline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3716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Introduction to Networks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Types of networks (LAN, MAN, WAN)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Topologies: bus, ring, star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Topologies: mesh and tree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Components of a network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IP and DHCP addressing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University network and Wi-Fi</a:t>
            </a:r>
          </a:p>
          <a:p>
            <a:pPr>
              <a:spcAft>
                <a:spcPts val="600"/>
              </a:spcAft>
              <a:defRPr sz="1400">
                <a:solidFill>
                  <a:srgbClr val="222222"/>
                </a:solidFill>
              </a:defRPr>
            </a:pPr>
            <a:r>
              <a:t>• Conclusion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to Networks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to Networks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to Networks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to Networks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to Networks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to Networks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to Networks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286000"/>
            <a:ext cx="7772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to Networks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8F0E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📝 Points clés à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222222"/>
                </a:solidFill>
              </a:defRPr>
            </a:pPr>
            <a:r>
              <a:t>• Introduction to Networks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1A5C33"/>
                </a:solidFill>
              </a:defRPr>
            </a:pPr>
            <a:r>
              <a:t>✏️ Exercices d'application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828800"/>
            <a:ext cx="7772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Définir les concepts principaux du cours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Identifier les applications pratiques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Résoudre les exercices du TD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Synthétiser les points clés en un paragraphe</a:t>
            </a:r>
          </a:p>
          <a:p>
            <a:pPr>
              <a:spcAft>
                <a:spcPts val="600"/>
              </a:spcAft>
              <a:defRPr sz="1500">
                <a:solidFill>
                  <a:srgbClr val="222222"/>
                </a:solidFill>
              </a:defRPr>
            </a:pPr>
            <a:r>
              <a:t>• Préparer une courte présentation orale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76809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FFFFFF"/>
                </a:solidFill>
              </a:defRPr>
            </a:pPr>
            <a:r>
              <a:t>🎓 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76809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5D9C7"/>
                </a:solidFill>
              </a:defRPr>
            </a:pPr>
            <a:r>
              <a:t>Dr. BELACEL Madani</a:t>
            </a:r>
            <a:br/>
            <a:r>
              <a:t>Maître de Conférences B</a:t>
            </a:r>
            <a:br/>
            <a:r>
              <a:t>Université de Mostaganem</a:t>
            </a:r>
            <a:br/>
            <a:r>
              <a:t>madani.belacel@univ-mosta.dz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