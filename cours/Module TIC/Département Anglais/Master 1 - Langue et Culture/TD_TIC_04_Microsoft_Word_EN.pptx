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04 — Microsoft Word: Academic Office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Layout(18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Styles(18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Table of contents(15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Tables and lists(15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Export(14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Layout(18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Statement:Apply all academic standards (font, line spacing, margins, pagination).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Corrected:Times New Roman 12, line spacing 1.5, margins 2.5 cm, bottom right pagination.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Styles(18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Statement:Write a 2-page mini-report with Heading 1, Heading 2 and Normal.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Fixed:Consistent hierarchy, no manual formatting on titles.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Table of contents(15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Statement:Insert and update an automatic table of contents.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Fixed:References → Table of Contents → Update numbers.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Tables and lists(15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a comparative table and a numbered list.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Corrected:Table with headers, numbered list for methodological steps.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Export(14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Statement:Save as .docx and export as PDF with academic naming.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Corrected:2026-06-04_TIC_TD4_BELACEL_v1.docx+ associated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Statement:Apply all academic standards (font, line spacing, margins,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 2-page mini-report with Heading 1, Heading 2 and Normal.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Statement:Insert and update an automatic table of contents.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Statement:Apply all academic standards (font, line spacing, margins,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 2-page mini-report with Heading 1, Heading 2 and Normal.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Statement:Insert and update an automatic table of contents.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Statement:Apply all academic standards (font, line spacing, margins,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 2-page mini-report with Heading 1, Heading 2 and Normal.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Statement:Insert and update an automatic table of contents.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Statement:Apply all academic standards (font, line spacing, margins,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 2-page mini-report with Heading 1, Heading 2 and Normal.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Statement:Insert and update an automatic table of contents.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Statement:Apply all academic standards (font, line spacing, margins,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 2-page mini-report with Heading 1, Heading 2 and Normal.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Statement:Insert and update an automatic table of contents.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comparative table and a numbered list.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Statement:Save as .docx and export as PDF with academic naming.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