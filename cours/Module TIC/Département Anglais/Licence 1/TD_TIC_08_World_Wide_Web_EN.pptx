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371600"/>
            <a:ext cx="7680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t>TD TIC 08 World Wide Web 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92608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</a:defRPr>
            </a:pPr>
            <a:r>
              <a:t>Module TIC — Dr.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65760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A0CFA0"/>
                </a:solidFill>
              </a:defRPr>
            </a:pPr>
            <a:r>
              <a:t>Université de Mostaganem — MCB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A5C33"/>
                </a:solidFill>
              </a:defRPr>
            </a:pPr>
            <a:r>
              <a:t>🎯 Objectifs pédagogiques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Comprendre les concepts clés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Appliquer les compétences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Évaluer les technologies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A5C33"/>
                </a:solidFill>
              </a:defRPr>
            </a:pPr>
            <a:r>
              <a:t>📋 Plan du cours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Exercise 1 — Parsing a URL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Exercise 2 — Browsers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Exercise 3 — HTTP vs HTTPS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Exercise 4 — Academic research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Exercise 5 — Web source evaluation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Exercise 1 — Parsing a URL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Statement:Break down the URLhttps://www.univ-example.dz/cours/tic/chap2.html(protocol, domain, path).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Detailed correction:-https://— secure HTTP protocol.</a:t>
            </a:r>
            <a:br/>
            <a:r>
              <a:t>-www.univ-example.dz— domain name (server).</a:t>
            </a:r>
            <a:br/>
            <a:r>
              <a:t>-/cours/tic/chap2.html— path to the resource (HTML page).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Exercise 2 — Browsers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Statement:Comparing two browsers (Chrome and Firefox): an advantage and an educational use for each.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Detailed correction:- Chrome: numerous extensions; synchronization Google account.</a:t>
            </a:r>
            <a:br/>
            <a:r>
              <a:t>- Firefox: enhanced privacy; open source development.</a:t>
            </a:r>
            <a:br/>
            <a:r>
              <a:t>- Use: documentary research, Moodle access, online PDF reading.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Exercise 3 — HTTP vs HTTPS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Statement:Why choose HTTPS to connect to the university platform?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Detailed correction:- Encryption of exchanged data (identifiers, notes).</a:t>
            </a:r>
            <a:br/>
            <a:r>
              <a:t>- Server authentication (SSL/TLS certificate).</a:t>
            </a:r>
            <a:br/>
            <a:r>
              <a:t>- Protection against eavesdropping on public network (Wi-Fi).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Exercise 4 — Academic research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Statement:Formulate an advanced query to find articles on “ICT and language teaching” (quotes, operators).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Detailed correction:-"ICT" AND "language teaching"(Google academic or institutional engine).</a:t>
            </a:r>
            <a:br/>
            <a:r>
              <a:t>- Filter by date (last 5 years).</a:t>
            </a:r>
            <a:br/>
            <a:r>
              <a:t>- Favor.edudomains, university bibliographic bases.</a:t>
            </a:r>
            <a:br/>
            <a:r>
              <a:t>- Note author, title, URL, date of consultation for citation.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Exercise 5 — Web source evaluation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Statement:Evaluate the reliability of an anonymous blog vs. a.edupage: 4 criteria.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Detailed correction:1.Authoridentified and qualified?</a:t>
            </a:r>
            <a:br/>
            <a:r>
              <a:t>2.Dateof recent publication?</a:t>
            </a:r>
            <a:br/>
            <a:r>
              <a:t>3.Objectivityand bibliographic references?</a:t>
            </a:r>
            <a:br/>
            <a:r>
              <a:t>4.Institutional or commercial domain?</a:t>
            </a:r>
            <a:br/>
            <a:r>
              <a:t>→ The anonymous blog should be discarded for a university assignment without overlap.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0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Statement:Break down the URLhttps://www.univ-example.dz/cours/tic/chap2.html(protocol, domain, path).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Statement:Comparing two browsers (Chrome and Firefox): an advantage and an educational use for each.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Statement:Why choose HTTPS to connect to the university platform?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0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Statement:Break down the URLhttps://www.univ-example.dz/cours/tic/chap2.html(protocol, domain, path).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Statement:Comparing two browsers (Chrome and Firefox): an advantage and an educational use for each.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Statement:Why choose HTTPS to connect to the university platform?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0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Statement:Break down the URLhttps://www.univ-example.dz/cours/tic/chap2.html(protocol, domain, path).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Statement:Comparing two browsers (Chrome and Firefox): an advantage and an educational use for each.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Statement:Why choose HTTPS to connect to the university platform?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0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Statement:Break down the URLhttps://www.univ-example.dz/cours/tic/chap2.html(protocol, domain, path).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Statement:Comparing two browsers (Chrome and Firefox): an advantage and an educational use for each.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Statement:Why choose HTTPS to connect to the university platform?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8F0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Statement:Break down the URLhttps://www.univ-example.dz/cours/tic/chap2.html(protocol, domain, path).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Statement:Comparing two browsers (Chrome and Firefox): an advantage and an educational use for each.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Statement:Why choose HTTPS to connect to the university platform?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Statement:Formulate an advanced query to find articles on “ICT and language teaching” (quotes, operators).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Statement:Evaluate the reliability of an anonymous blog vs. a.edupage: 4 criteria.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✏️ Exercices d'application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Définir les concepts principaux du cours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Identifier les applications pratiques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Résoudre les exercices du TD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Synthétiser les points clés en un paragraphe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Préparer une courte présentation orale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371600"/>
            <a:ext cx="7680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🎓 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743200"/>
            <a:ext cx="76809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C5D9C7"/>
                </a:solidFill>
              </a:defRPr>
            </a:pPr>
            <a:r>
              <a:t>Dr. BELACEL Madani</a:t>
            </a:r>
            <a:br/>
            <a:r>
              <a:t>Maître de Conférences B</a:t>
            </a:r>
            <a:br/>
            <a:r>
              <a:t>Université de Mostaganem</a:t>
            </a:r>
            <a:br/>
            <a:r>
              <a:t>madani.belacel@univ-mosta.dz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