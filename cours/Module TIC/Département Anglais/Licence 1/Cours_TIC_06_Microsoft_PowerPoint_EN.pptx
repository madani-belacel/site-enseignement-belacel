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06 — Microsoft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Course outline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to PowerPoint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Interface and display modes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Architecture of a presentation (10 slides)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Professional design and template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Transitions and animations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Word and Excel integration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Oral presentation and export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