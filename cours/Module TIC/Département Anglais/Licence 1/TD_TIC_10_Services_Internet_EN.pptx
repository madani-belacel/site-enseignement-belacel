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</a:defRPr>
            </a:pPr>
            <a:r>
              <a:t>ICT Tutorial 10 — Internet Services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</a:defRPr>
            </a:pPr>
            <a:r>
              <a:t>Module TIC — Dr.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val="B7C9BE"/&gt;</a:solidFill>
              </a:defRPr>
            </a:pPr>
            <a:r>
              <a:t>Université de Mostaganem — MCB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🎯 Objectifs pédagogiques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Comprendre les concepts clés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Appliquer les compétences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Évaluer les technologies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📋 Plan du cours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1 — Search engine(15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2 — Professional email(18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3 — Email protocols(15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4 — File transfer(18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5 — ICT module summary(14 min)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1 — Search engine(15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Statement:Explain the role of crawlers and the benefit of a metasearch engine.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Detailed correction:- Crawlers: robots that explore the Web and index pages.</a:t>
            </a:r>
            <a:br/>
            <a:r>
              <a:t>- Metasearch engine: queries several engines, merges and deduplicates the results (e.g. Qwant, Dogpile).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2 — Professional email(18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Statement:Write an email to a teacher to request a TD postponement (subject, formula, structure).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Detailed correction:- Subject:[L1 Languages] TD TIC report request — Last name First name- Formula: "Madam, Sir,"</a:t>
            </a:r>
            <a:br/>
            <a:r>
              <a:t>- Body: brief reason, desired date, politeness.</a:t>
            </a:r>
            <a:br/>
            <a:r>
              <a:t>- Signature: name, group, institutional email.</a:t>
            </a:r>
            <a:br/>
            <a:r>
              <a:t>- Attachment only if supporting documentation requested.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3 — Email protocols(15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Statement:Associate SMTP, POP, IMAP with: send, receive locally, multi-device sync.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Detailed correction:- SMTP → sending.</a:t>
            </a:r>
            <a:br/>
            <a:r>
              <a:t>- POP → reception (often local download).</a:t>
            </a:r>
            <a:br/>
            <a:r>
              <a:t>- IMAP → reception with box sync on multiple devices (mobile + PC recommended).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4 — File transfer(18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Statement:Compare USB key, Google Drive and email to submit a 15 MB assignment.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Detailed correction:- USB key: fast in person, risk of loss/virus.</a:t>
            </a:r>
            <a:br/>
            <a:r>
              <a:t>- Drive: sharing link, traceability, institutional quota limit.</a:t>
            </a:r>
            <a:br/>
            <a:r>
              <a:t>- Email: attachment limit (~25 MB depending on server), practical for small files.</a:t>
            </a:r>
            <a:br/>
            <a:r>
              <a:t>→ For 15 MB: Drive or Moodle platform preferred.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5 — ICT module summary(14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Statement:Summarize the skills acquired in a 3-column table (Sessions 01-04, 05-06, 07-10).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Detailed correction:| Block | Skills |</a:t>
            </a:r>
            <a:br/>
            <a:r>
              <a:t>|-------|--------|</a:t>
            </a:r>
            <a:br/>
            <a:r>
              <a:t>| 01-04 | Culture ICT, PC, Windows, Word |</a:t>
            </a:r>
            <a:br/>
            <a:r>
              <a:t>| 05-06 | Excel (calculation), PowerPoint (oral) |</a:t>
            </a:r>
            <a:br/>
            <a:r>
              <a:t>| 07-10 | Internet, Web, networks, digital services |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Statement:Explain the role of crawlers and the benefit of a metasearch engine.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Statement:Write an email to a teacher to request a TD postponement (subject, formula, structure).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Statement:Associate SMTP, POP, IMAP with: send, receive locally, multi-device sync.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Statement:Explain the role of crawlers and the benefit of a metasearch engine.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Statement:Write an email to a teacher to request a TD postponement (subject, formula, structure).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Statement:Associate SMTP, POP, IMAP with: send, receive locally, multi-device sync.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Statement:Explain the role of crawlers and the benefit of a metasearch engine.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Statement:Write an email to a teacher to request a TD postponement (subject, formula, structure).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Statement:Associate SMTP, POP, IMAP with: send, receive locally, multi-device sync.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Statement:Explain the role of crawlers and the benefit of a metasearch engine.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Statement:Write an email to a teacher to request a TD postponement (subject, formula, structure).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Statement:Associate SMTP, POP, IMAP with: send, receive locally, multi-device sync.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val="F4F6F8"/&gt;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Statement:Explain the role of crawlers and the benefit of a metasearch engine.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Statement:Write an email to a teacher to request a TD postponement (subject, formula, structure).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Statement:Associate SMTP, POP, IMAP with: send, receive locally, multi-device sync.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Statement:Compare USB key, Google Drive and email to submit a 15 MB assignment.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Statement:Summarize the skills acquired in a 3-column table (Sessions 01-04, 05-06, 07-10).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✏️ Exercices d'application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Définir les concepts principaux du cours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Identifier les applications pratiques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Résoudre les exercices du TD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Synthétiser les points clés en un paragraphe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Préparer une courte présentation orale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val="FFFFFF"/&gt;</a:solidFill>
              </a:defRPr>
            </a:pPr>
            <a:r>
              <a:t>🎓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val="DFE5EA"/&gt;</a:solidFill>
              </a:defRPr>
            </a:pPr>
            <a:r>
              <a:t>Dr. BELACEL Madani</a:t>
            </a:r>
            <a:br/>
            <a:r>
              <a:t>Maître de Conférences B</a:t>
            </a:r>
            <a:br/>
            <a:r>
              <a:t>Université de Mostaganem</a:t>
            </a:r>
            <a:br/>
            <a:r>
              <a:t>madani.belacel@univ-mosta.dz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4572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