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Course 01 — Introduction to ICT (Licence)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Learning Objectives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 Introduction and Importance(10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6. Main ICT Services(10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7. Applications in Education(10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8. Expected Digital Skills(10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9. Conclusion(5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Knowledge:- Define ICT and distinguish NTIC/TIC/ICT</a:t>
            </a:r>
            <a:br/>
            <a:r>
              <a:t>- Identify the three dimensions: technical, information, communication</a:t>
            </a:r>
            <a:br/>
            <a:r>
              <a:t>- List main functions: processing, transmission, storage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Skills:- Use Moodle and institutional email</a:t>
            </a:r>
            <a:br/>
            <a:r>
              <a:t>- Name and classify digital tools by function</a:t>
            </a:r>
            <a:br/>
            <a:r>
              <a:t>- Evaluate online source reliability (CRAP introduction)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Attitudes:- Adopt a critical approach to digital tools</a:t>
            </a:r>
            <a:br/>
            <a:r>
              <a:t>- Respect academic ethics (plagiarism, privacy)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 Introduction and Importance(10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Information and Communication Technologies (ICT)are digital tools that allow us to create, process, store, transmit, and share information.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Why this course in Licence 1?-Access resources:Moodle, digital library, PDF materials</a:t>
            </a:r>
            <a:br/>
            <a:r>
              <a:t>-Communicate:institutional email, forums</a:t>
            </a:r>
            <a:br/>
            <a:r>
              <a:t>-Research:documentary databases, linguistic corpora</a:t>
            </a:r>
            <a:br/>
            <a:r>
              <a:t>-Produce:Word assignments, PowerPoint slides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6. Main ICT Services(10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Email (@univ-mosta.dz)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Web browsing and search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Videoconferencing (Teams, Zoom)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Learning platforms (Moodle, Google Classroom)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Cloud storage (Drive, OneDrive)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7. Applications in Education(10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E-learning and hybrid teaching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Digital libraries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Collaborative work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Online assessment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Multilingual documentary research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8. Expected Digital Skills(10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Academic office software (Word, PowerPoint)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Documentary research (keywords, credibility)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File management (naming, formats)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Professional email communication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Security and ethics (passwords, plagiarism)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9. Conclusion(5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ICT = convergence of computing, telecom, and multimedia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Three dimensions: technical, information, communication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Three functions: processing, transmission, storage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Next tutorial and course.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Knowledge:- Define ICT and distinguish NTIC/TIC/ICT</a:t>
            </a:r>
            <a:br/>
            <a:r>
              <a:t>- Identify the three dimensions: technical, information, communication</a:t>
            </a:r>
            <a:br/>
            <a:r>
              <a:t>- List main functions: processing, transmission, storage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Information and Communication Technologies (ICT)are digital tools that allow us to create, process, store, transmit, and share information.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Email (@univ-mosta.dz)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Knowledge:- Define ICT and distinguish NTIC/TIC/ICT</a:t>
            </a:r>
            <a:br/>
            <a:r>
              <a:t>- Identify the three dimensions: technical, information, communication</a:t>
            </a:r>
            <a:br/>
            <a:r>
              <a:t>- List main functions: processing, transmission, storage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Information and Communication Technologies (ICT)are digital tools that allow us to create, process, store, transmit, and share information.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Email (@univ-mosta.dz)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Knowledge:- Define ICT and distinguish NTIC/TIC/ICT</a:t>
            </a:r>
            <a:br/>
            <a:r>
              <a:t>- Identify the three dimensions: technical, information, communication</a:t>
            </a:r>
            <a:br/>
            <a:r>
              <a:t>- List main functions: processing, transmission, storage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Information and Communication Technologies (ICT)are digital tools that allow us to create, process, store, transmit, and share information.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Email (@univ-mosta.dz)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Knowledge:- Define ICT and distinguish NTIC/TIC/ICT</a:t>
            </a:r>
            <a:br/>
            <a:r>
              <a:t>- Identify the three dimensions: technical, information, communication</a:t>
            </a:r>
            <a:br/>
            <a:r>
              <a:t>- List main functions: processing, transmission, storage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Information and Communication Technologies (ICT)are digital tools that allow us to create, process, store, transmit, and share information.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Email (@univ-mosta.dz)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E-learning and hybrid teaching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Academic office software (Word, PowerPoint)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