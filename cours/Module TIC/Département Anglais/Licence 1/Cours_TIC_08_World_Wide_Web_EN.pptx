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ICT Course 08 — World Wide Web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Comprendre les concepts clés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Appliquer les compétences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Évaluer les technologies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Course outline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to the Web (WWW)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Web Browsers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Pages, sites and hyperlinks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URL and structure of an address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HTTP and HTTPS protocols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Searching for information on the Web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Good academic practices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the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the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the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the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the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the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the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the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to the Web (WWW)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