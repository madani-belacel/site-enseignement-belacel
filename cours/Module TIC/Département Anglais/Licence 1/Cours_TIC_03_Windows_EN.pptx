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Course 03 — Windows: Graphical Interface, Files and Personalization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Course Plan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2. Graphical Interface(15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3. Files and Folders(15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8. Conclusion(10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Course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to Windows in the academic context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The complete Windows Desktop GUI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Advanced file and folder management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File Extensions and Naming Conventions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Essential Keyboard Shortcuts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Personalization and organization of the workspace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Basic security and best practices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and transition to Word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2. Graphical Interface(15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Desktop: main workspace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Icons: shortcuts to applications and folders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Taskbar: open applications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Start Menu: programs, settings, search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Notification area: network, volume, updates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Organize the office by thematic folders (Courses, Tutorials, Exams, Administrative).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3. Files and Folders(15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Afile= name + extension. Afolder= container.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Recommended tree structure:Documents/L1_Langues_2025-2026/Cours | TD | Exams | Projects | Backups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Convention:YYYY-MM-DD_Module_Type_Name_vX.ext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8. Conclusion(10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 good command of Windows is the foundation of all your digital skills.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Next lesson:Microsoft Word — Academic office automation.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Windows in the academic context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Desktop: main workspace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Afile= name + extension. Afolder= container.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Windows in the academic context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Desktop: main workspace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Afile= name + extension. Afolder= container.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Windows in the academic context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Desktop: main workspace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Afile= name + extension. Afolder= container.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Windows in the academic context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Desktop: main workspace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Afile= name + extension. Afolder= container.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Windows in the academic context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Desktop: main workspace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Afile= name + extension. Afolder= container.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Windows in the academic context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Desktop: main workspace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Afile= name + extension. Afolder= container.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 good command of Windows is the foundation of all your digital skills.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