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acronymes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Internet vs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Connexion à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Adresse IP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Usages et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Internet vs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