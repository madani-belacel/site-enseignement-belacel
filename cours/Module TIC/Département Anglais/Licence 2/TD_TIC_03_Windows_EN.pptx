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ICT Tutorial 03 — Windows: Interface, Files and Personalization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5D9C7"/>
                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CFA0"/>
                </a:solidFill>
              </a:defRPr>
            </a:pPr>
            <a:r>
              <a:t>Université de Mostaganem — MCB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C33"/>
                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Évaluer les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5C33"/>
                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Exercise 1 — Interface identification(15 min)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Exercise 2 — Creating a tree(18 min)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Exercise 3 — Professional naming(15 min)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Exercise 4 — Keyboard shortcuts(15 min)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Exercise 5 — Safety(17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Exercise 1 — Interface identification(15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Fixed:Desktop, icons, taskbar, start menu, notification area, active window, trash, search bar.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Exercise 2 — Creating a tree(18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Corrected:Structure conforms to the course convention with dated subfolders.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Exercise 3 — Professional naming(15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Statement:Rename 5 files according toYYYY-MM-DD_Module_Type_Name_vX.ext.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Corrected:Ex.2026-06-04_TIC_TD3_BELACEL_v1.docx— no prohibited characters.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Exercise 4 — Keyboard shortcuts(15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Statement:Copy, cut, paste, cancel and lock session by keyboard only.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Fixed:Ctrl+C, Ctrl+X, Ctrl+V, Ctrl+Z, Windows+L.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33"/>
                </a:solidFill>
              </a:defRPr>
            </a:pPr>
            <a:r>
              <a:t>Exercise 5 — Safety(17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Statement:List 6 important safety rules for a student.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• Fixed:Session lock, 3-2-1 backups, updates, antivirus, USB caution, strong passwords.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Statement:Rename 5 files according toYYYY-MM-DD_Module_Type_Name_vX.ext.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Statement:Rename 5 files according toYYYY-MM-DD_Module_Type_Name_vX.ext.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Statement:Rename 5 files according toYYYY-MM-DD_Module_Type_Name_vX.ext.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Statement:Rename 5 files according toYYYY-MM-DD_Module_Type_Name_vX.ext.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Statement:In a screenshot, identify 8 elements of the Windows Desktop.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Statement:Create the L1 Languages ​​tree in Documents (Courses, Tutorials, Exams, Projects, Saves).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Statement:Rename 5 files according toYYYY-MM-DD_Module_Type_Name_vX.ext.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Statement:Copy, cut, paste, cancel and lock session by keyboard only.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Statement:List 6 important safety rules for a student.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A5C33"/>
                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• Préparer une courte présentation orale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5D9C7"/>
                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