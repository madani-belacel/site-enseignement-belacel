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ICT Tutorial 02 — Computer Science and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D9C7"/>
                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A0"/>
                </a:solidFill>
              </a:defRPr>
            </a:pPr>
            <a:r>
              <a:t>Université de Mostaganem — MCB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Évaluer les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1 — Basic vocabulary(15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2 — Input / Processing / Output(15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3 — RAM vs storage(18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4 — Choice of support(18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5 — Good practices(14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1 — Basic vocabulary(15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Corrected:Computer science = automatic processing of information; hardware = hardware; software = software; CPU = processor; RAM = volatile random access memory; SSD = fast non-volatile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2 — Input / Processing / Output(15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Fixed:Input: keyboard, microphone; Processing: processor; Output: screen, printer; Storage: hard drive.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3 — RAM vs storage(18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Fixed:The data being edited is in RAM (volatile). Without saving to disk/SSD/cloud, they are lost when shut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4 — Choice of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Fixed:SSD for everyday use; HDD or cloud for archives; USB key for occasional transport.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5 — Good practices(14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Statement:List 6 important best practices for a student.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Fixed:Regular backups, updates, antivirus, folder organization, 3-2-1 rule, RAM/storage distinction.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Statement:Why does an unsaved document disappear after a power outage?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Statement:Why does an unsaved document disappear after a power outage?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Statement:Why does an unsaved document disappear after a power outage?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Statement:Why does an unsaved document disappear after a power outage?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Statement:List 6 important best practices for a student.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Préparer une courte présentation orale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D9C7"/>
                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