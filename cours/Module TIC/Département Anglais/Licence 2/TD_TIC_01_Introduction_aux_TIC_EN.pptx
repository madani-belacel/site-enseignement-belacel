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ICT Tutorial 01 — Introduction to Information and Communication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D9C7"/>
                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A0"/>
                </a:solidFill>
              </a:defRPr>
            </a:pPr>
            <a:r>
              <a:t>Université de Mostaganem — MCB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Évaluer les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1 — Personal definition(15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2 — The three dimensions(15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3 — ICT functions(18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4 — Language applications(18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5 — Critical thinking(14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1 — Personal definition(15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Detailed correction:ICT brings together digital tools for processing, transmission and access to information. The ITU emphasizes digital form and the convergence of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2 — The three dimensions(15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Detailed correction:Technical = PC + Moodle; Information = PDF handout; Communication = email to teacher or TD forum.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3 — ICT functions(18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Detailed correction:Word → processing; email and Teams → transmission; USB → backup; printing → processing/output.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4 — Language applications(18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Detailed correction:Online multilingual corpora, video with native speakers, Moodle for homework, digital library, PowerPoint for presentations.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5 — Critical thinking(14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Statement:Write a paragraph (10-12 lines) on the opportunities and risks of ICT for language students.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Detailed correction:Opportunities: global resources, MOOCs, collaboration. Risks: plagiarism, misinformation, addiction, privacy. Posture: critical thinking and academic ethics.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Statement:Write a paragraph (10-12 lines) on the opportunities and risks of ICT for language students.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Préparer une courte présentation orale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D9C7"/>
                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