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Good practices(14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Fixed:SSD for everyday use; HDD or cloud for archives; USB key for occasional transport.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Good practices(14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best practices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Fixed:Regular backups, updates, antivirus, folder organization, 3-2-1 rule, RAM/storage distinction.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best practices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