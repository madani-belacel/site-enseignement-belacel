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Microsoft PowerPoint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Text reduction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Bland transition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Slide 1: title.</a:t>
            </a:r>
            <a:br/>
            <a:r>
              <a:t>- Slide 2: objectives or problem.</a:t>
            </a:r>
            <a:br/>
            <a:r>
              <a:t>- Slide 3: plan in 3 parts.</a:t>
            </a:r>
            <a:br/>
            <a:r>
              <a:t>- Slides 4–7: one idea per slide.</a:t>
            </a:r>
            <a:br/>
            <a:r>
              <a:t>- Slide 8: concrete example.</a:t>
            </a:r>
            <a:br/>
            <a:r>
              <a:t>- Slide 9: summary.</a:t>
            </a:r>
            <a:br/>
            <a:r>
              <a:t>- Slide 10: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Text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Identify the central idea.</a:t>
            </a:r>
            <a:br/>
            <a:r>
              <a:t>- Remove redundancies and unnecessary adverbs.</a:t>
            </a:r>
            <a:br/>
            <a:r>
              <a:t>- Use nominalizations (“growth” vs “there has been an increase”).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Bland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Statement:Sketch on paper the structure of a presentation of 10 slides on a theme from the ICT module.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Statement:Rewrite a paragraph of 80 words in 4 bullet points of 6 words maximum each.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