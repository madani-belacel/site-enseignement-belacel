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01 — Introduction to Information and Communication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Personal definition(15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The three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ICT functions(18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Language applications(18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Critical thinking(14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Basic vocabulary(15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Input / Processing / Output(15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RAM vs storage(18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Choice of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Good practices(14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Personal definition(15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correction:ICT brings together digital tools for processing, transmission and access to information. The ITU emphasizes digital form and the convergence of technologies.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The three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correction:Technical = PC + Moodle; Information = PDF handout; Communication = email to teacher or TD forum.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ICT functions(18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 → processing; email and Teams → transmission; USB → backup; printing → processing/output.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Language applications(18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correction:Online multilingual corpora, video with native speakers, Moodle for homework, digital library, PowerPoint for presentations.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Critical thinking(14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correction:Opportunities: global resources, MOOCs, collaboration. Risks: plagiarism, misinformation, addiction, privacy. Posture: critical thinking and academic ethics.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Basic vocabulary(15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Corrected:Computer science = automatic processing of information; hardware = hardware; software = software; CPU = processor; RAM = volatile random access memory; SSD = fast non-volatile storage.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Input / Processing / Output(15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Fixed:Input: keyboard, microphone; Processing: processor; Output: screen, printer; Storage: hard drive.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RAM vs storage(18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Fixed:The data being edited is in RAM (volatile). Without saving to disk/SSD/cloud, they are lost when shut 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Choice of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Fixed:SSD for everyday use; HDD or cloud for archives; USB key for occasional transport.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