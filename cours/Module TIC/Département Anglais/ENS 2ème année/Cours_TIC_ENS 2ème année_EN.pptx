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ICT — ENS Year 2 — English Department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Sequences &amp; placement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ICT — ENS Year 2 — English Department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2–3 session sequence</a:t>
            </a:r>
          </a:p>
          <a:p>
            <a:pPr>
              <a:defRPr sz="2000"/>
            </a:pPr>
            <a:r>
              <a:t>🎯 Advanced Moodle</a:t>
            </a:r>
          </a:p>
          <a:p>
            <a:pPr>
              <a:defRPr sz="2000"/>
            </a:pPr>
            <a:r>
              <a:t>🎯 Placement portfolio</a:t>
            </a:r>
          </a:p>
          <a:p>
            <a:pPr>
              <a:defRPr sz="2000"/>
            </a:pPr>
            <a:r>
              <a:t>🎯 OER / media</a:t>
            </a:r>
          </a:p>
          <a:p>
            <a:pPr>
              <a:defRPr sz="2000"/>
            </a:pPr>
            <a:r>
              <a:t>🎯 AI charter</a:t>
            </a:r>
          </a:p>
          <a:p>
            <a:pPr>
              <a:defRPr sz="2000"/>
            </a:pPr>
            <a:r>
              <a:t>🎯 Action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ICT — ENS Year 2 — English Department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DigCompEdu B1</a:t>
            </a:r>
          </a:p>
          <a:p>
            <a:pPr>
              <a:defRPr sz="2000"/>
            </a:pPr>
            <a:r>
              <a:t>📋 Sequencing</a:t>
            </a:r>
          </a:p>
          <a:p>
            <a:pPr>
              <a:defRPr sz="2000"/>
            </a:pPr>
            <a:r>
              <a:t>📋 LMS assessment</a:t>
            </a:r>
          </a:p>
          <a:p>
            <a:pPr>
              <a:defRPr sz="2000"/>
            </a:pPr>
            <a:r>
              <a:t>📋 OER</a:t>
            </a:r>
          </a:p>
          <a:p>
            <a:pPr>
              <a:defRPr sz="2000"/>
            </a:pPr>
            <a:r>
              <a:t>📋 Portfolio</a:t>
            </a:r>
          </a:p>
          <a:p>
            <a:pPr>
              <a:defRPr sz="2000"/>
            </a:pPr>
            <a:r>
              <a:t>📋 Hybrid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ICT — ENS Year 2 — English Department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🧭 CEFR alignment</a:t>
            </a:r>
          </a:p>
          <a:p>
            <a:pPr>
              <a:defRPr sz="2000"/>
            </a:pPr>
            <a:r>
              <a:t>🧭 2–3 sessions</a:t>
            </a:r>
          </a:p>
          <a:p>
            <a:pPr>
              <a:defRPr sz="2000"/>
            </a:pPr>
            <a:r>
              <a:t>🧭 Authentic tasks</a:t>
            </a:r>
          </a:p>
          <a:p>
            <a:pPr>
              <a:defRPr sz="2000"/>
            </a:pPr>
            <a:r>
              <a:t>🧭 Success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ICT — ENS Year 2 — English Department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Moodle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🖥️ Quiz feedback</a:t>
            </a:r>
          </a:p>
          <a:p>
            <a:pPr>
              <a:defRPr sz="2000"/>
            </a:pPr>
            <a:r>
              <a:t>🖥️ Moderated forums</a:t>
            </a:r>
          </a:p>
          <a:p>
            <a:pPr>
              <a:defRPr sz="2000"/>
            </a:pPr>
            <a:r>
              <a:t>🖥️ H5P</a:t>
            </a:r>
          </a:p>
          <a:p>
            <a:pPr>
              <a:defRPr sz="2000"/>
            </a:pPr>
            <a:r>
              <a:t>🖥️ Assignment rubrics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ICT — ENS Year 2 — English Department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 &amp; OER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🌍 Creative Commons</a:t>
            </a:r>
          </a:p>
          <a:p>
            <a:pPr>
              <a:defRPr sz="2000"/>
            </a:pPr>
            <a:r>
              <a:t>🌍 Pupil co-creation</a:t>
            </a:r>
          </a:p>
          <a:p>
            <a:pPr>
              <a:defRPr sz="2000"/>
            </a:pPr>
            <a:r>
              <a:t>🌍 Subtitles</a:t>
            </a:r>
          </a:p>
          <a:p>
            <a:pPr>
              <a:defRPr sz="2000"/>
            </a:pPr>
            <a:r>
              <a:t>🌍 Moderation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ICT — ENS Year 2 — English Department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Placement portfolio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📂 Anonymised evidence</a:t>
            </a:r>
          </a:p>
          <a:p>
            <a:pPr>
              <a:defRPr sz="2000"/>
            </a:pPr>
            <a:r>
              <a:t>📂 Rolfe reflexivity</a:t>
            </a:r>
          </a:p>
          <a:p>
            <a:pPr>
              <a:defRPr sz="2000"/>
            </a:pPr>
            <a:r>
              <a:t>📂 10-min defense</a:t>
            </a:r>
          </a:p>
          <a:p>
            <a:pPr>
              <a:defRPr sz="2000"/>
            </a:pPr>
            <a:r>
              <a:t>📂 PDF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ICT — ENS Year 2 — English Department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Hybrid &amp; 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🔄 Teams / BBB</a:t>
            </a:r>
          </a:p>
          <a:p>
            <a:pPr>
              <a:defRPr sz="2000"/>
            </a:pPr>
            <a:r>
              <a:t>🔄 Async prep</a:t>
            </a:r>
          </a:p>
          <a:p>
            <a:pPr>
              <a:defRPr sz="2000"/>
            </a:pPr>
            <a:r>
              <a:t>🔄 Co-teaching</a:t>
            </a:r>
          </a:p>
          <a:p>
            <a:pPr>
              <a:defRPr sz="2000"/>
            </a:pPr>
            <a:r>
              <a:t>🔄 Netiquette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ICT — ENS Year 2 — English Department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&amp; charter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🤖 Framed uses</a:t>
            </a:r>
          </a:p>
          <a:p>
            <a:pPr>
              <a:defRPr sz="2000"/>
            </a:pPr>
            <a:r>
              <a:t>🤖 Machine translation</a:t>
            </a:r>
          </a:p>
          <a:p>
            <a:pPr>
              <a:defRPr sz="2000"/>
            </a:pPr>
            <a:r>
              <a:t>🤖 Pupil training</a:t>
            </a:r>
          </a:p>
          <a:p>
            <a:pPr>
              <a:defRPr sz="2000"/>
            </a:pPr>
            <a:r>
              <a:t>🤖 Educational sanctions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ICT — ENS Year 2 — English Department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Year 2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Sequence + LMS mock-up</a:t>
            </a:r>
          </a:p>
          <a:p>
            <a:pPr>
              <a:defRPr sz="2000"/>
            </a:pPr>
            <a:r>
              <a:t>✅ Portfolio 10–15 pp.</a:t>
            </a:r>
          </a:p>
          <a:p>
            <a:pPr>
              <a:defRPr sz="2000"/>
            </a:pPr>
            <a:r>
              <a:t>✅ Tutorial 5 × 90 min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ICT — ENS Year 2 — English Department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