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05 — Microsoft Excel: Basics and Academic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Note table(18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Formulas(18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Absolute references(15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Graph(15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Export(14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Note table(18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Fixed:Bold headers, aligned columns, thin borders.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Formulas(18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Fixed:=AVERAGE(),=MIN(),=MAX()on correct ranges.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Absolute references(15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Statement:Add a fixed exam coefficient and calculate weighted score.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Corrected:Coefficient in $G$1, formula with absolute reference F4.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Graph(15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Statement:Histogram of student averages.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Corrected:Insertion → Histogram, title, legends, no 3D effect.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Export(14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Statement:Save as .xlsx and export as PDF.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Corrected:Naming2026-06-04_TIC_TD5_BELACEL_v1.xlsx+ PDF.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Statement:Add a fixed exam coefficient and calculate weighted score.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Statement:Add a fixed exam coefficient and calculate weighted score.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Statement:Add a fixed exam coefficient and calculate weighted score.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Statement:Add a fixed exam coefficient and calculate weighted score.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table for 8 students: Name, TD1 Mark, TD2 Mark, Exam Mark, Average.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Statement:Calculate average per student, general average, min and max grade.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Statement:Add a fixed exam coefficient and calculate weighted score.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Statement:Histogram of student averages.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Statement:Save as .xlsx and export as PDF.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