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ICT course 09 — 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Course 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Introduction to Networks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Types of networks (LAN, MAN, WAN)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Topologies: bus, ring, star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Topologies: mesh and tree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Components of a network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IP and DHCP addressing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University network and Wi-Fi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Introduction to Networks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