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Tutorial — ENS Year 2 — English Department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Duration: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ICT — ENS Year 2 — English Department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Ex.1 Analysis 15'</a:t>
            </a:r>
          </a:p>
          <a:p>
            <a:pPr>
              <a:defRPr sz="2000"/>
            </a:pPr>
            <a:r>
              <a:t>⏱️ Ex.2 Scenario 18'</a:t>
            </a:r>
          </a:p>
          <a:p>
            <a:pPr>
              <a:defRPr sz="2000"/>
            </a:pPr>
            <a:r>
              <a:t>⏱️ Ex.3 Moodle 18'</a:t>
            </a:r>
          </a:p>
          <a:p>
            <a:pPr>
              <a:defRPr sz="2000"/>
            </a:pPr>
            <a:r>
              <a:t>⏱️ Ex.4 Portfolio 18'</a:t>
            </a:r>
          </a:p>
          <a:p>
            <a:pPr>
              <a:defRPr sz="2000"/>
            </a:pPr>
            <a:r>
              <a:t>⏱️ Ex.5 AI charter 16'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ICT — ENS Year 2 — English Department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Placement sequence grid</a:t>
            </a:r>
          </a:p>
          <a:p>
            <a:pPr>
              <a:defRPr sz="2000"/>
            </a:pPr>
            <a:r>
              <a:t>1️⃣ Digital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ICT — ENS Year 2 — English Department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3×45 min B1</a:t>
            </a:r>
          </a:p>
          <a:p>
            <a:pPr>
              <a:defRPr sz="2000"/>
            </a:pPr>
            <a:r>
              <a:t>2️⃣ Argumentation</a:t>
            </a:r>
          </a:p>
          <a:p>
            <a:pPr>
              <a:defRPr sz="2000"/>
            </a:pPr>
            <a:r>
              <a:t>2️⃣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ICT — ENS Year 2 — English Department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Quiz + forum + assignment + H5P</a:t>
            </a:r>
          </a:p>
          <a:p>
            <a:pPr>
              <a:defRPr sz="2000"/>
            </a:pPr>
            <a:r>
              <a:t>3️⃣ Feedback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ICT — ENS Year 2 — English Department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Portfolio plan</a:t>
            </a:r>
          </a:p>
          <a:p>
            <a:pPr>
              <a:defRPr sz="2000"/>
            </a:pPr>
            <a:r>
              <a:t>4️⃣ Anonymisation</a:t>
            </a:r>
          </a:p>
          <a:p>
            <a:pPr>
              <a:defRPr sz="2000"/>
            </a:pPr>
            <a:r>
              <a:t>4️⃣ Feedback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ICT — ENS Year 2 — English Department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School AI charter</a:t>
            </a:r>
          </a:p>
          <a:p>
            <a:pPr>
              <a:defRPr sz="2000"/>
            </a:pPr>
            <a:r>
              <a:t>5️⃣ Pupils + trainee</a:t>
            </a:r>
          </a:p>
          <a:p>
            <a:pPr>
              <a:defRPr sz="2000"/>
            </a:pPr>
            <a:r>
              <a:t>5️⃣ CVC 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ICT — ENS Year 2 — English Department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Sequence 40%</a:t>
            </a:r>
          </a:p>
          <a:p>
            <a:pPr>
              <a:defRPr sz="2000"/>
            </a:pPr>
            <a:r>
              <a:t>✔️ Portfolio 35%</a:t>
            </a:r>
          </a:p>
          <a:p>
            <a:pPr>
              <a:defRPr sz="2000"/>
            </a:pPr>
            <a:r>
              <a:t>✔️ Reflection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ICT — ENS Year 2 — English Department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LMS sequence</a:t>
            </a:r>
          </a:p>
          <a:p>
            <a:pPr>
              <a:defRPr sz="2000"/>
            </a:pPr>
            <a:r>
              <a:t>📁 Placement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ICT — ENS Year 2 — English Department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Collective correction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ICT — ENS Year 2 — English Department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