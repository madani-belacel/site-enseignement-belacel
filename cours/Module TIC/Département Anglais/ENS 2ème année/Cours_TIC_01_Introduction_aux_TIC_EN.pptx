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01 — Introduction to ICT (ENS)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Learning Objectives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Definition and Evolution(10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ICT and Pedagogy(20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6. Teacher Digital Competencies(15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Ethics and Security(10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Knowledge:- Define ICT and its evolution</a:t>
            </a:r>
            <a:br/>
            <a:r>
              <a:t>- Distinguish technical, information, and communication dimensions</a:t>
            </a:r>
            <a:br/>
            <a:r>
              <a:t>- Understand pedagogical ICT integration in language didactics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Skills:- Use ICT tools to design teaching sequences</a:t>
            </a:r>
            <a:br/>
            <a:r>
              <a:t>- Evaluate and select digital resources for the classroom</a:t>
            </a:r>
            <a:br/>
            <a:r>
              <a:t>- Create interactive teaching materials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Attitudes:- Adopt a digital mediator posture in the classroom</a:t>
            </a:r>
            <a:br/>
            <a:r>
              <a:t>- Develop critical thinking about tools and resources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Definition and Evolution(10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ICTcovers digital tools and systems for creating, processing, storing, transmitting, and sharing 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Evolution:NTIC (1990-2005) → ICT (2005-present) → AI and EdTech (2020+).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 the future teacher:ICT are not just personal tools butpedagogical instrumentsto integrate into teaching practice.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ICT and Pedagogy(20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Why integrate ICT in language teaching?- Learner motivation and engagement</a:t>
            </a:r>
            <a:br/>
            <a:r>
              <a:t>- Access to authentic resources (videos, articles, podcasts)</a:t>
            </a:r>
            <a:br/>
            <a:r>
              <a:t>- Individualized learning paths</a:t>
            </a:r>
            <a:br/>
            <a:r>
              <a:t>- Autonomy development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areas:- Listening: podcasts, audio recording</a:t>
            </a:r>
            <a:br/>
            <a:r>
              <a:t>- Writing: blogs, wikis, collaborative editing</a:t>
            </a:r>
            <a:br/>
            <a:r>
              <a:t>- Interaction: videoconferencing with partner classes</a:t>
            </a:r>
            <a:br/>
            <a:r>
              <a:t>- Grammar/vocabulary: interactive exercises, quizzes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6. Teacher Digital Competencies(15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Design sequences integrating digital tools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Implement collaborative online activities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Assess with digital tools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Ensure security and ethics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Develop professional monitoring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7. Ethics and Security(10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GDPR compliance:protect student data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Copyright:use open-licensed resources (Creative Commons)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Cyberbullying:prevention in class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Digital identity:the teacher as a role model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ICT are apedagogical leverfor language teachers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Integration must bethoughtful(SAMR model)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Future teachers must developdigital competencies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TD 01(1h30) — analyzing ICT tools for the classroom.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its evolution</a:t>
            </a:r>
            <a:br/>
            <a:r>
              <a:t>- Distinguish technical, information, and communication dimensions</a:t>
            </a:r>
            <a:br/>
            <a:r>
              <a:t>- Understand pedagogical ICT integration in language didactics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ICTcovers digital tools and systems for creating, processing, storing, transmitting, and sharing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Why integrate ICT in language teaching?- Learner motivation and engagement</a:t>
            </a:r>
            <a:br/>
            <a:r>
              <a:t>- Access to authentic resources (videos, articles, podcasts)</a:t>
            </a:r>
            <a:br/>
            <a:r>
              <a:t>- Individualized learning paths</a:t>
            </a:r>
            <a:br/>
            <a:r>
              <a:t>- Autonomy development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its evolution</a:t>
            </a:r>
            <a:br/>
            <a:r>
              <a:t>- Distinguish technical, information, and communication dimensions</a:t>
            </a:r>
            <a:br/>
            <a:r>
              <a:t>- Understand pedagogical ICT integration in language didactics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ICTcovers digital tools and systems for creating, processing, storing, transmitting, and sharing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Why integrate ICT in language teaching?- Learner motivation and engagement</a:t>
            </a:r>
            <a:br/>
            <a:r>
              <a:t>- Access to authentic resources (videos, articles, podcasts)</a:t>
            </a:r>
            <a:br/>
            <a:r>
              <a:t>- Individualized learning paths</a:t>
            </a:r>
            <a:br/>
            <a:r>
              <a:t>- Autonomy development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its evolution</a:t>
            </a:r>
            <a:br/>
            <a:r>
              <a:t>- Distinguish technical, information, and communication dimensions</a:t>
            </a:r>
            <a:br/>
            <a:r>
              <a:t>- Understand pedagogical ICT integration in language didactics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ICTcovers digital tools and systems for creating, processing, storing, transmitting, and sharing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Why integrate ICT in language teaching?- Learner motivation and engagement</a:t>
            </a:r>
            <a:br/>
            <a:r>
              <a:t>- Access to authentic resources (videos, articles, podcasts)</a:t>
            </a:r>
            <a:br/>
            <a:r>
              <a:t>- Individualized learning paths</a:t>
            </a:r>
            <a:br/>
            <a:r>
              <a:t>- Autonomy development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its evolution</a:t>
            </a:r>
            <a:br/>
            <a:r>
              <a:t>- Distinguish technical, information, and communication dimensions</a:t>
            </a:r>
            <a:br/>
            <a:r>
              <a:t>- Understand pedagogical ICT integration in language didactics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ICTcovers digital tools and systems for creating, processing, storing, transmitting, and sharing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Why integrate ICT in language teaching?- Learner motivation and engagement</a:t>
            </a:r>
            <a:br/>
            <a:r>
              <a:t>- Access to authentic resources (videos, articles, podcasts)</a:t>
            </a:r>
            <a:br/>
            <a:r>
              <a:t>- Individualized learning paths</a:t>
            </a:r>
            <a:br/>
            <a:r>
              <a:t>- Autonomy development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Design sequences integrating digital tools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GDPR compliance:protect student data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