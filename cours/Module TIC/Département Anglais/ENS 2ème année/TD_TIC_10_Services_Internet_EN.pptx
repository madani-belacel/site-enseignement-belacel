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10 — Services Internet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Exercice 1 — Moteurs : 15 min</a:t>
            </a:r>
          </a:p>
          <a:p>
            <a:pPr>
              <a:defRPr sz="2000"/>
            </a:pPr>
            <a:r>
              <a:t>⏱️ Exercice 2 — Courriel pro : 18 min</a:t>
            </a:r>
          </a:p>
          <a:p>
            <a:pPr>
              <a:defRPr sz="2000"/>
            </a:pPr>
            <a:r>
              <a:t>⏱️ Exercice 3 — Protocoles email : 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10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10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10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(14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Timing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Exercice 4 — Transfert fichiers : 18 min</a:t>
            </a:r>
          </a:p>
          <a:p>
            <a:pPr>
              <a:defRPr sz="2000"/>
            </a:pPr>
            <a:r>
              <a:t>⏱️ Exercice 5 — Synthèse module : 14 min</a:t>
            </a:r>
          </a:p>
          <a:p>
            <a:pPr>
              <a:defRPr sz="2000"/>
            </a:pPr>
            <a:r>
              <a:t>⏱️ Correction : 5 min</a:t>
            </a:r>
          </a:p>
          <a:p>
            <a:pPr>
              <a:defRPr sz="2000"/>
            </a:pPr>
            <a:r>
              <a:t>⏱️ Total : 90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10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TIC 10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