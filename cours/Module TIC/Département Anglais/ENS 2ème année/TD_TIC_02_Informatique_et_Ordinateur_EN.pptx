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ICT Tutorial 02 — Computer Science and Computer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92608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</a:defRPr>
            </a:pPr>
            <a:r>
              <a:t>Module TIC — Dr.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0CFA0"/>
                </a:solidFill>
              </a:defRPr>
            </a:pPr>
            <a:r>
              <a:t>Université de Mostaganem — MCB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🎯 Objectifs pédagogiques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Comprendre les concepts clés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Appliquer les compétences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Évaluer les technologies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📋 Plan du cours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Exercise 1 — Basic vocabulary(15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Exercise 2 — Input / Processing / Output(15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Exercise 3 — RAM vs storage(18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Exercise 4 — Choice of support(18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Exercise 5 — Good practices(14 min)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Exercise 1 — Basic vocabulary(15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Statement:Define: computing, hardware, software, CPU, RAM, SSD.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Corrected:Computer science = automatic processing of information; hardware = hardware; software = software; CPU = processor; RAM = volatile random access memory; SSD = fast non-volatile storage.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Exercise 2 — Input / Processing / Output(15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Statement:Classify: keyboard, screen, processor, printer, microphone, hard drive.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Fixed:Input: keyboard, microphone; Processing: processor; Output: screen, printer; Storage: hard drive.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Exercise 3 — RAM vs storage(18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Statement:Why does an unsaved document disappear after a power outage?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Fixed:The data being edited is in RAM (volatile). Without saving to disk/SSD/cloud, they are lost when shut down.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Exercise 4 — Choice of support(18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Statement:For daily work, long-term archive, file transport — recommend media and justify.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Fixed:SSD for everyday use; HDD or cloud for archives; USB key for occasional transport.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Exercise 5 — Good practices(14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Statement:List 6 important best practices for a student.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Fixed:Regular backups, updates, antivirus, folder organization, 3-2-1 rule, RAM/storage distinction.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Statement:Define: computing, hardware, software, CPU, RAM, SSD.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Statement:Classify: keyboard, screen, processor, printer, microphone, hard drive.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Statement:Why does an unsaved document disappear after a power outage?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Statement:Define: computing, hardware, software, CPU, RAM, SSD.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Statement:Classify: keyboard, screen, processor, printer, microphone, hard drive.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Statement:Why does an unsaved document disappear after a power outage?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Statement:Define: computing, hardware, software, CPU, RAM, SSD.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Statement:Classify: keyboard, screen, processor, printer, microphone, hard drive.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Statement:Why does an unsaved document disappear after a power outage?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Statement:Define: computing, hardware, software, CPU, RAM, SSD.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Statement:Classify: keyboard, screen, processor, printer, microphone, hard drive.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Statement:Why does an unsaved document disappear after a power outage?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Statement:Define: computing, hardware, software, CPU, RAM, SSD.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Statement:Classify: keyboard, screen, processor, printer, microphone, hard drive.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Statement:Why does an unsaved document disappear after a power outage?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Statement:For daily work, long-term archive, file transport — recommend media and justify.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Statement:List 6 important best practices for a student.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✏️ Exercices d'application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Définir les concepts principaux du cours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Identifier les applications pratiques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Résoudre les exercices du TD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Synthétiser les points clés en un paragraphe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Préparer une courte présentation orale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🎓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743200"/>
            <a:ext cx="7680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5D9C7"/>
                </a:solidFill>
              </a:defRPr>
            </a:pPr>
            <a:r>
              <a:t>Dr. BELACEL Madani</a:t>
            </a:r>
            <a:br/>
            <a:r>
              <a:t>Maître de Conférences B</a:t>
            </a:r>
            <a:br/>
            <a:r>
              <a:t>Université de Mostaganem</a:t>
            </a:r>
            <a:br/>
            <a:r>
              <a:t>madani.belacel@univ-mosta.dz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