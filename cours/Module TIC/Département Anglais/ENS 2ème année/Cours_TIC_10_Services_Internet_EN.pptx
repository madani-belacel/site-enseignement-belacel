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ICT Course 10 — Internet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D9C7"/>
                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A0"/>
                </a:solidFill>
              </a:defRPr>
            </a:pPr>
            <a:r>
              <a:t>Université de Mostaganem — MCB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Évaluer les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Course 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Overview of Internet services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Search engines and metasearch engines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Email (SMTP, POP, IMAP)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File transfer (Drive, Dropbox)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Instant messaging and video conferencing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Security and cleanliness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Summary of the ICT module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Overview of Internet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Préparer une courte présentation orale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D9C7"/>
                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