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01 — Introduction to Information and Communication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Definition and theoretical framework(15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Three dimensions in research context(15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Taxonomy of ICT functions(18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ICT and language research(18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Critical synthesis and monitoring(14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Critical article analysis(10 min)— Master level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Definition and theoretical framework(15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Statement:Give your own definition of ICT in 2-3 lines, then compare it with the ITU, UNESCO, and digital literacy framework definitions.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correction:The ITU emphasizes digital convergence; UNESCO places ICT within 21st-century skills; digital literacy adds critical, ethical, and citizenship dimensions.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Three dimensions in research context(15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Statement:For each dimension (Technical, Information, Communication), suggest an ICT tool used in language teaching research and justify your choice.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correction:Technical = corpus analysis software (AntConc); Information = ERIC/Google Scholar database; Communication = Zoom conference with automatic transcription.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Taxonomy of ICT functions(18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Statement:Classify the following actions by function (processing/transmission/backup) AND by Bloom's taxonomy (create, evaluate, analyze, apply, understand, remember): collaborative writing of an article via Google Docs, journal submission via OJS, archiving on HAL, monitoring via Google Scholar alerts.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correction:Google Docs → processing + create; OJS → transmission + evaluate; HAL → backup + understand; alerts → transmission + analyze.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ICT and language research(18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Statement:Design a research setup using 3 ICT tools for a study on vocabulary acquisition in EFL. Justify your tool choices.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correction:Online questionnaire (Google Forms) for pre-test; interactive exercise platform (LearningApps) for intervention; statistical analysis (Excel/SPSS) for post-test. Justification: free, accessible, adapted to the Algerian university context.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Critical synthesis and monitoring(14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Statement:Write a synthesis note (15-20 lines) on the evolution of ICT in Algerian higher education since 2020, citing at least 2 academic references.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correction:Post-COVID acceleration (Moodle platforms, videoconferencing), access disparities, ministerial initiatives (CEM, ENT). References: MESRS 2022 reports, article on e-pedagogy in Algeria.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Critical article analysis(10 min)— Master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Statement:Read the abstract of an article provided by the instructor on the impact of ICT in higher education. Identify: research question, method, main results, limitations.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correction:Depends on the article provided. Analysis grid: research question → 2 pts, methodology → 2 pts, results → 3 pts, limitations → 3 pts.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with the ITU, UNESCO, and digital literacy framework definitions.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dimension (Technical, Information, Communication), suggest an ICT tool used in language teaching research and justify your choice.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 the following actions by function (processing/transmission/backup) AND by Bloom's taxonomy (create, evaluate, analyze, apply, understand, remember): collaborative writing of an article via Google Docs, journal submission via OJS, archiving on HAL, monitoring via Google Scholar alerts.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with the ITU, UNESCO, and digital literacy framework definitions.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dimension (Technical, Information, Communication), suggest an ICT tool used in language teaching research and justify your choice.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 the following actions by function (processing/transmission/backup) AND by Bloom's taxonomy (create, evaluate, analyze, apply, understand, remember): collaborative writing of an article via Google Docs, journal submission via OJS, archiving on HAL, monitoring via Google Scholar alerts.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with the ITU, UNESCO, and digital literacy framework definitions.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dimension (Technical, Information, Communication), suggest an ICT tool used in language teaching research and justify your choice.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 the following actions by function (processing/transmission/backup) AND by Bloom's taxonomy (create, evaluate, analyze, apply, understand, remember): collaborative writing of an article via Google Docs, journal submission via OJS, archiving on HAL, monitoring via Google Scholar alerts.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with the ITU, UNESCO, and digital literacy framework definitions.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dimension (Technical, Information, Communication), suggest an ICT tool used in language teaching research and justify your choice.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 the following actions by function (processing/transmission/backup) AND by Bloom's taxonomy (create, evaluate, analyze, apply, understand, remember): collaborative writing of an article via Google Docs, journal submission via OJS, archiving on HAL, monitoring via Google Scholar alerts.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Statement:Design a research setup using 3 ICT tools for a study on vocabulary acquisition in EFL. Justify your tool choices.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 synthesis note (15-20 lines) on the evolution of ICT in Algerian higher education since 2020, citing at least 2 academic references.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