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05 — Microsoft Excel: Basics and Academic Uses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Note table(18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Formulas(18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Absolute references(15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Graph(15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Export(14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6 — Excel et analyse de données de recherche(10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Note table(18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Statement:Create a table for 8 students: Name, TD1 Mark, TD2 Mark, Exam Mark, Average.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Fixed:Bold headers, aligned columns, thin borders.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Formulas(18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Statement:Calculate average per student, general average, min and max grade.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Fixed:=AVERAGE(),=MIN(),=MAX()on correct ranges.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Absolute references(15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Statement:Add a fixed exam coefficient and calculate weighted score.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Corrected:Coefficient in $G$1, formula with absolute reference F4.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Graph(15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Statement:Histogram of student averages.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Corrected:Insertion → Histogram, title, legends, no 3D effect.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Export(14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Statement:Save as .xlsx and export as PDF.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Corrected:Naming2026-06-04_TIC_TD5_BELACEL_v1.xlsx+ PDF.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6 — Excel et analyse de données de recherche(10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Statement:Simulez l'analyse statistique d'un pré-test/post-test pour 10 étudiants (scores sur 20). Calculez moyenne, écart-type, et test de Student sous Excel. Interprétez.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correction:Saisir les scores, utiliser MOYENNE(), ECARTYPE(), puis TEST.STUDENT(). Exemple : pré-test M=10.2, post-test M=14.8, p&lt;0.05 → progression significative. Ajouter un graphique à barres avec intervalles de confiance.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table for 8 students: Name, TD1 Mark, TD2 Mark, Exam Mark, Average.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Statement:Calculate average per student, general average, min and max grade.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Statement:Add a fixed exam coefficient and calculate weighted score.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table for 8 students: Name, TD1 Mark, TD2 Mark, Exam Mark, Average.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Statement:Calculate average per student, general average, min and max grade.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Statement:Add a fixed exam coefficient and calculate weighted score.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table for 8 students: Name, TD1 Mark, TD2 Mark, Exam Mark, Average.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Statement:Calculate average per student, general average, min and max grade.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Statement:Add a fixed exam coefficient and calculate weighted score.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table for 8 students: Name, TD1 Mark, TD2 Mark, Exam Mark, Average.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Statement:Calculate average per student, general average, min and max grade.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Statement:Add a fixed exam coefficient and calculate weighted score.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Statement:Histogram of student averages.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Statement:Save as .xlsx and export as PDF.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