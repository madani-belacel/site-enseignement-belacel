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07 — Introduction to the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Course outline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to Chapter 2: Web technology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Definition and history of the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Global network and TCP/IP protocol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Connecting to the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 and Web Differences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IP addressing (concepts)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Academic uses and security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Chapter 2: Web technology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Chapter 2: Web technology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Chapter 2: Web technology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Chapter 2: Web technology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Chapter 2: Web technology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Chapter 2: Web technology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Chapter 2: Web technology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Chapter 2: Web technology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Chapter 2: Web technology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