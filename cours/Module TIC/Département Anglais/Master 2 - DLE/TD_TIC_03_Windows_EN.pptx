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03 — Windows: Interface, Files and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Interface identification(15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Creating a tree(18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Professional naming(15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Keyboard shortcuts(15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Safety(17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Systèmes d'exploitation et virtualisation(10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Interface identification(15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Fixed:Desktop, icons, taskbar, start menu, notification area, active window, trash, search bar.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Creating a tree(18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Corrected:Structure conforms to the course convention with dated subfolders.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Professional naming(15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Corrected:Ex.2026-06-04_TIC_TD3_BELACEL_v1.docx— no prohibited characters.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Keyboard shortcuts(15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Fixed:Ctrl+C, Ctrl+X, Ctrl+V, Ctrl+Z, Windows+L.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Safety(17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safety rules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Fixed:Session lock, 3-2-1 backups, updates, antivirus, USB caution, strong passwords.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Systèmes d'exploitation et virtualisation(10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Statement:Comparez les systèmes de fichiers NTFS, FAT32 et ext4. Quel système recommander pour un serveur pédagogique universitaire ? Justifiez.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correction:NTFS (Windows) : journaux, permissions, chiffrement. FAT32 : compatible mais limite 4 Go. ext4 (Linux) : stable, open-source, idéal serveur. Recommandation : ext4 pour serveur Moodle, NTFS pour postes administratifs.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safety rules for a student.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