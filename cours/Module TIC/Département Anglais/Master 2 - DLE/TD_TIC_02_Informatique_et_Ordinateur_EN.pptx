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02 — Computer Science and Computer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Basic vocabulary(15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Input / Processing / Output(15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RAM vs storage(18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Choice of support(18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Good practices(14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Architecture des ordinateurs et recherche(10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Basic vocabulary(15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Corrected:Computer science = automatic processing of information; hardware = hardware; software = software; CPU = processor; RAM = volatile random access memory; SSD = fast non-volatile storage.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Input / Processing / Output(15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Fixed:Input: keyboard, microphone; Processing: processor; Output: screen, printer; Storage: hard drive.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RAM vs storage(18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Statement:Why does an unsaved document disappear after a power outage?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Fixed:The data being edited is in RAM (volatile). Without saving to disk/SSD/cloud, they are lost when shut down.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Choice of support(18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Statement:For daily work, long-term archive, file transport — recommend media and justify.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Fixed:SSD for everyday use; HDD or cloud for archives; USB key for occasional transport.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Good practices(14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Statement:List 6 important best practices for a student.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Fixed:Regular backups, updates, antivirus, folder organization, 3-2-1 rule, RAM/storage distinction.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Architecture des ordinateurs et recherche(10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Statement:Comparez l'architecture von Neumann et Harvard. Pour chaque modèle, citez un usage dans un contexte de recherche en didactique des langues.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correction:Von Neumann : bus unique pour données et instructions (PC classique). Harvard : bus séparés (microcontrôleurs, DSP). Usage recherche : simulation d'environnements d'apprentissage (von Neumann pour Moodle, Harvard pour systèmes embarqués pédagogiques).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does an unsaved document disappear after a power outage?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does an unsaved document disappear after a power outage?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does an unsaved document disappear after a power outage?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does an unsaved document disappear after a power outage?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daily work, long-term archive, file transport — recommend media and justify.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Statement:List 6 important best practices for a student.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