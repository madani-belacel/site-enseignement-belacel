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09 Reseaux Informatiques 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1 — Types of networks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2 — Topologies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3 — Network components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4 — Addressing and DHCP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5 — Campus case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Exercise 6 — Réseaux et collaboration scientifique(10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1 — Types of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Computer room → LAN (Local Area Network).</a:t>
            </a:r>
            <a:br/>
            <a:r>
              <a:t>- City network → MAN (Metropolitan Area Network).</a:t>
            </a:r>
            <a:br/>
            <a:r>
              <a:t>- Worldwide Internet → WAN (Wide Area Network).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2 — Topologies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correction:- 4 PCs individually connected to the switch (central hub).</a:t>
            </a:r>
            <a:br/>
            <a:r>
              <a:t>- Advantage: failure of a cable only affects one station; easy troubleshooting.</a:t>
            </a:r>
            <a:br/>
            <a:r>
              <a:t>- Very common in Wi-Fi (access point = center).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3 — Network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Switch: interconnects machines via LAN.</a:t>
            </a:r>
            <a:br/>
            <a:r>
              <a:t>- Router: connects LAN to the Internet (IP routing).</a:t>
            </a:r>
            <a:br/>
            <a:r>
              <a:t>- Network card (NIC): machine/network interface.</a:t>
            </a:r>
            <a:br/>
            <a:r>
              <a:t>- Ethernet cable: wired transmission medium.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4 — Addressing and DHCP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correction:- APIPA address: no DHCP server reachable (Wi-Fi not connected or box turned off).</a:t>
            </a:r>
            <a:br/>
            <a:r>
              <a:t>- DHCP must assign IP, mask, gateway, DNS.</a:t>
            </a:r>
            <a:br/>
            <a:r>
              <a:t>- Solution: check Wi-Fi/Ethernet connection, restart box, contact IT support.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5 — Campus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Statement:Propose 3 rules for good use of the university network.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correction:1. Educational and research use (no illegal downloads).</a:t>
            </a:r>
            <a:br/>
            <a:r>
              <a:t>2. Do not share institutional Wi-Fi credentials.</a:t>
            </a:r>
            <a:br/>
            <a:r>
              <a:t>3. Respect the IT charter (security, bandwidth, shared printers).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Exercise 6 — Réseaux et collaboration scientifique(10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Statement:Expliquez le principe du VPN et son intérêt pour un chercheur accédant aux bases de données universitaires depuis l'étranger. Configurez virtuellement une connexion VPN à votre université.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Detailed correction:VPN : tunnel chiffré entre le poste et le serveur universitaire. Intérêt : accès aux ressources abonnées (Springer, Elsevier) depuis l'étranger. Configuration : installer OpenVPN/maUVE, importer le profil .ovpn fourni par l'université, se connecter avec identifiants ENT.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Statement:Associate LAN, MAN, WAN with: computer room, city network, global Internet.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Statement:Draw a star topology with 4 stations and a central switch. Name a benefit.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Statement:Connect component and role: switch, router, network card, Ethernet cable.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Statement:A station displays169.254.x.x. What likely problem? Which protocol resolves IP assignment?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Statement:Propose 3 rules for good use of the university network.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