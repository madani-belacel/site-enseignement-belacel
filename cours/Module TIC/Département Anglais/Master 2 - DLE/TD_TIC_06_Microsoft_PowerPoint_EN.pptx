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Microsoft PowerPoint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Structure 10 slides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Text reduction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Bland transition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Insertion graphique Excel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 et checklist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PowerPoint pour soutenance de mémoire(10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Structure 10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Slide 1: title.</a:t>
            </a:r>
            <a:br/>
            <a:r>
              <a:t>- Slide 2: objectives or problem.</a:t>
            </a:r>
            <a:br/>
            <a:r>
              <a:t>- Slide 3: plan in 3 parts.</a:t>
            </a:r>
            <a:br/>
            <a:r>
              <a:t>- Slides 4–7: one idea per slide.</a:t>
            </a:r>
            <a:br/>
            <a:r>
              <a:t>- Slide 8: concrete example.</a:t>
            </a:r>
            <a:br/>
            <a:r>
              <a:t>- Slide 9: summary.</a:t>
            </a:r>
            <a:br/>
            <a:r>
              <a:t>- Slide 10: conclusion /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Text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Identify the central idea.</a:t>
            </a:r>
            <a:br/>
            <a:r>
              <a:t>- Remove redundancies and unnecessary adverbs.</a:t>
            </a:r>
            <a:br/>
            <a:r>
              <a:t>- Use nominalizations (“growth” vs “there has been an increase”).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Bland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PowerPoint pour soutenance de mémoire(10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Statement:Concevez le plan d'une présentation de soutenance de mémoire (10 diapos) : problématique, corpus, méthode, résultats, discussion. Ajoutez une diapositive avec une infographie de vos résultats.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correction:Diapo 1 : Titre + directeurs. 2 : Problématique. 3 : État de l'art. 4 : Questions recherche. 5 : Méthodologie. 6 : Corpus. 7-8 : Résultats clés (graphiques). 9 : Discussion. 10 : Conclusion + perspectives. Infographie : utiliser SmartArt ou icônes PowerPoint.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