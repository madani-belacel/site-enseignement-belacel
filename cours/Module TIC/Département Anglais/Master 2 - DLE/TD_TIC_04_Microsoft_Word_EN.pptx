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04 — Microsoft Word: Academic Publishing and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Thesis formatting standards(15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Styles and document hierarchy(15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Citations and bibliography(18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Tables, figures and cross-references(15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Section breaks and front matter(14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6 — Data collection form(13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Thesis formatting standards(15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Statement:Apply master's thesis formatting standards (font, spacing, margins, recto-verso, pagination).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Corrected:Times New Roman 12, line spacing 1.5, margins 2.5 cm (3 cm binding), bottom center pagination. Front matter in Roman numerals, body in Arabic numerals.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Styles and document hierarchy(15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Statement:Structure a research document (introduction, literature review, methodology, results, discussion) with Heading 1, Heading 2, Heading 3 styles. Generate an automatic 3-level table of contents.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Corrected:Heading 1 = main parts, Heading 2 = sub-parts, Heading 3 = sub-sections. Table of contents: References → Table of Contents → Automatic. Check hierarchy before generation.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Citations and bibliography(18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Statement:Enter 5 references (book, article, chapter, thesis, website) in Word's source manager, insert 3 in-text citations, and generate a bibliography in APA 7 style.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Corrected:References → Manage Sources → New. Select source type. Insert citation. Bibliography: References → Bibliography. Check APA 7 compliance (author, date, title, source, DOI).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Tables, figures and cross-references(15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Statement:Create a comparative table and a figure with automatically numbered captions. Insert cross-references (see Table 1, see Figure 2).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Corrected:Insert caption: References → Insert Caption. Cross-reference: Insert → Link → Cross-reference. Numbers update automatically.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Section breaks and front matter(14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Statement:Create a document with: cover page (no number), abstract (Roman), body (Arabic). Use section breaks.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Corrected:Layout → Breaks → Section Break → Next Page. Disconnect headers/footers. Different numbering per section.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6 — Data collection form(13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Statement:Create a Word form with fillable fields, dropdown lists, and checkboxes for a research questionnaire. Protect the document for filling only.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Corrected:Developer → Design Mode → Content Controls. Insert rich text, dropdown list, checkbox. Protect: Restrict Editing → Filling in forms.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Statement:Apply master's thesis formatting standards (font, spacing, margins, recto-verso, pagination).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Statement:Structure a research document (introduction, literature review, methodology, results, discussion) with Heading 1, Heading 2, Heading 3 styles. Generate an automatic 3-level table of contents.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Statement:Enter 5 references (book, article, chapter, thesis, website) in Word's source manager, insert 3 in-text citations, and generate a bibliography in APA 7 style.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Statement:Apply master's thesis formatting standards (font, spacing, margins, recto-verso, pagination).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Statement:Structure a research document (introduction, literature review, methodology, results, discussion) with Heading 1, Heading 2, Heading 3 styles. Generate an automatic 3-level table of contents.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Statement:Enter 5 references (book, article, chapter, thesis, website) in Word's source manager, insert 3 in-text citations, and generate a bibliography in APA 7 style.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Statement:Apply master's thesis formatting standards (font, spacing, margins, recto-verso, pagination).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Statement:Structure a research document (introduction, literature review, methodology, results, discussion) with Heading 1, Heading 2, Heading 3 styles. Generate an automatic 3-level table of contents.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Statement:Enter 5 references (book, article, chapter, thesis, website) in Word's source manager, insert 3 in-text citations, and generate a bibliography in APA 7 style.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Statement:Apply master's thesis formatting standards (font, spacing, margins, recto-verso, pagination).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Statement:Structure a research document (introduction, literature review, methodology, results, discussion) with Heading 1, Heading 2, Heading 3 styles. Generate an automatic 3-level table of contents.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Statement:Enter 5 references (book, article, chapter, thesis, website) in Word's source manager, insert 3 in-text citations, and generate a bibliography in APA 7 style.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comparative table and a figure with automatically numbered captions. Insert cross-references (see Table 1, see Figure 2).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document with: cover page (no number), abstract (Roman), body (Arabic). Use section breaks.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