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10 — Internet Services for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Literature search strategy(15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Research alerts and RSS(18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Source evaluation(15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Academic archiving and visibility(18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Collaborative writing and proofreading(14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APIs and data extraction(10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Literature search strategy(15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Statement:Develop a search equation on "the impact of ICT on EFL motivation" with: keywords, Boolean operators, filters (date, language, document type). Test on Google Scholar and your university portal.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correction:("ICT" OR "digital") AND ("motivation" OR "engagement") AND ("EFL" OR "English as a foreign language"). Filters: 2020-2026, English, peer-reviewed articles. Compare results across databases.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Research alerts and RSS(18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Statement:Set up a Google Scholar alert on your research topic. Configure an RSS reader (Feedly/Inoreader) with 3 academic sources. Explain the benefit for a researcher.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correction:Google Scholar → Alerts → enter search equation + email. RSS: add feeds from journals (ALSIC, ReCALL, CALL). Benefit: passive reception of new publications, time-saving.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Source evaluation(15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Statement:Analyze 3 sources on the same topic using the CRAAP test (Currency, Reliability, Authority, Accuracy, Purpose). Rank by reliability.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correction:Source 1 (peer-reviewed journal article) → reliable; Source 2 (personal blog) → verify; Source 3 (government .gov site) → reliable. Criteria: date, author affiliation, peer review, citations received.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Academic archiving and visibility(18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Statement:Simulate depositing an article on an open archive (HAL, ResearchGate, Academia). Compare advantages/limitations of each platform for an Algerian researcher's visibility.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correction:HAL: academic legitimacy, no direct evaluation. ResearchGate: social network, metrics, fast deposit, but commercial model. Academia: similar to RG. Recommendation: prioritize HAL + complement with ResearchGate for networking.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Collaborative writing and proofreading(14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 Word Online, Google Docs, Overleaf for collaborative article writing. List 3 advantages and 3 disadvantages of each tool.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correction:Word Online: familiar interface, track changes, but limited formatting. Google Docs: real-time comments, version history, but sometimes faulty export. Overleaf: ideal LaTeX, versioning, but learning curve.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APIs and data extraction(10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what a REST API is. Give an example of a pedagogical or scientific use of an API (OpenAI, Google Translate, Wikipedia).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correction:API = interface that allows two applications to communicate. Example: use the Google Translate API to automatically analyze student translations; or the Wikipedia API to extract linguistic data for corpus analysis.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Statement:Develop a search equation on "the impact of ICT on EFL motivation" with: keywords, Boolean operators, filters (date, language, document type). Test on Google Scholar and your university portal.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Statement:Set up a Google Scholar alert on your research topic. Configure an RSS reader (Feedly/Inoreader) with 3 academic sources. Explain the benefit for a researcher.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Statement:Analyze 3 sources on the same topic using the CRAAP test (Currency, Reliability, Authority, Accuracy, Purpose). Rank by reliability.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Statement:Develop a search equation on "the impact of ICT on EFL motivation" with: keywords, Boolean operators, filters (date, language, document type). Test on Google Scholar and your university portal.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Statement:Set up a Google Scholar alert on your research topic. Configure an RSS reader (Feedly/Inoreader) with 3 academic sources. Explain the benefit for a researcher.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Statement:Analyze 3 sources on the same topic using the CRAAP test (Currency, Reliability, Authority, Accuracy, Purpose). Rank by reliability.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Statement:Develop a search equation on "the impact of ICT on EFL motivation" with: keywords, Boolean operators, filters (date, language, document type). Test on Google Scholar and your university portal.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Statement:Set up a Google Scholar alert on your research topic. Configure an RSS reader (Feedly/Inoreader) with 3 academic sources. Explain the benefit for a researcher.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Statement:Analyze 3 sources on the same topic using the CRAAP test (Currency, Reliability, Authority, Accuracy, Purpose). Rank by reliability.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Statement:Develop a search equation on "the impact of ICT on EFL motivation" with: keywords, Boolean operators, filters (date, language, document type). Test on Google Scholar and your university portal.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Statement:Set up a Google Scholar alert on your research topic. Configure an RSS reader (Feedly/Inoreader) with 3 academic sources. Explain the benefit for a researcher.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Statement:Analyze 3 sources on the same topic using the CRAAP test (Currency, Reliability, Authority, Accuracy, Purpose). Rank by reliability.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Statement:Simulate depositing an article on an open archive (HAL, ResearchGate, Academia). Compare advantages/limitations of each platform for an Algerian researcher's visibility.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Statement:Compare Word Online, Google Docs, Overleaf for collaborative article writing. List 3 advantages and 3 disadvantages of each tool.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