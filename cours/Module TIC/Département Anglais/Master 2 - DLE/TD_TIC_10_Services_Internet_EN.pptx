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</a:defRPr>
            </a:pPr>
            <a:r>
              <a:t>ICT Tutorial 10 — Internet Services for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</a:defRPr>
            </a:pPr>
            <a:r>
              <a:t>Module TIC — Dr.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val="B7C9BE"/&gt;</a:solidFill>
              </a:defRPr>
            </a:pPr>
            <a:r>
              <a:t>Université de Mostaganem — MCB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🎯 Objectifs pédagogiques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Comprendre les concepts clés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Appliquer les compétences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Évaluer les technologies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📋 Plan du cours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1 — Literature search strategy(15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2 — Research alerts and RSS(18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3 — Source evaluation(15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4 — Academic archiving and visibility(18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5 — Collaborative writing and proofreading(14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6 — APIs and data extraction(10 min)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1 — Literature search strategy(15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Statement:Develop a search equation on "the impact of ICT on EFL motivation" with: keywords, Boolean operators, filters (date, language, document type). Test on Google Scholar and your university portal.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Detailed correction:("ICT" OR "digital") AND ("motivation" OR "engagement") AND ("EFL" OR "English as a foreign language"). Filters: 2020-2026, English, peer-reviewed articles. Compare results across databases.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2 — Research alerts and RSS(18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Statement:Set up a Google Scholar alert on your research topic. Configure an RSS reader (Feedly/Inoreader) with 3 academic sources. Explain the benefit for a researcher.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Detailed correction:Google Scholar → Alerts → enter search equation + email. RSS: add feeds from journals (ALSIC, ReCALL, CALL). Benefit: passive reception of new publications, time-saving.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3 — Source evaluation(15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Statement:Analyze 3 sources on the same topic using the CRAAP test (Currency, Reliability, Authority, Accuracy, Purpose). Rank by reliability.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Detailed correction:Source 1 (peer-reviewed journal article) → reliable; Source 2 (personal blog) → verify; Source 3 (government .gov site) → reliable. Criteria: date, author affiliation, peer review, citations received.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4 — Academic archiving and visibility(18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Statement:Simulate depositing an article on an open archive (HAL, ResearchGate, Academia). Compare advantages/limitations of each platform for an Algerian researcher's visibility.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Detailed correction:HAL: academic legitimacy, no direct evaluation. ResearchGate: social network, metrics, fast deposit, but commercial model. Academia: similar to RG. Recommendation: prioritize HAL + complement with ResearchGate for networking.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5 — Collaborative writing and proofreading(14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Statement:Compare Word Online, Google Docs, Overleaf for collaborative article writing. List 3 advantages and 3 disadvantages of each tool.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Detailed correction:Word Online: familiar interface, track changes, but limited formatting. Google Docs: real-time comments, version history, but sometimes faulty export. Overleaf: ideal LaTeX, versioning, but learning curve.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6 — APIs and data extraction(10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Statement:Explain what a REST API is. Give an example of a pedagogical or scientific use of an API (OpenAI, Google Translate, Wikipedia).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Detailed correction:API = interface that allows two applications to communicate. Example: use the Google Translate API to automatically analyze student translations; or the Wikipedia API to extract linguistic data for corpus analysis.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Statement:Develop a search equation on "the impact of ICT on EFL motivation" with: keywords, Boolean operators, filters (date, language, document type). Test on Google Scholar and your university portal.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Statement:Set up a Google Scholar alert on your research topic. Configure an RSS reader (Feedly/Inoreader) with 3 academic sources. Explain the benefit for a researcher.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Statement:Analyze 3 sources on the same topic using the CRAAP test (Currency, Reliability, Authority, Accuracy, Purpose). Rank by reliability.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Statement:Develop a search equation on "the impact of ICT on EFL motivation" with: keywords, Boolean operators, filters (date, language, document type). Test on Google Scholar and your university portal.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Statement:Set up a Google Scholar alert on your research topic. Configure an RSS reader (Feedly/Inoreader) with 3 academic sources. Explain the benefit for a researcher.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Statement:Analyze 3 sources on the same topic using the CRAAP test (Currency, Reliability, Authority, Accuracy, Purpose). Rank by reliability.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Statement:Develop a search equation on "the impact of ICT on EFL motivation" with: keywords, Boolean operators, filters (date, language, document type). Test on Google Scholar and your university portal.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Statement:Set up a Google Scholar alert on your research topic. Configure an RSS reader (Feedly/Inoreader) with 3 academic sources. Explain the benefit for a researcher.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Statement:Analyze 3 sources on the same topic using the CRAAP test (Currency, Reliability, Authority, Accuracy, Purpose). Rank by reliability.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val="F4F6F8"/&gt;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Statement:Develop a search equation on "the impact of ICT on EFL motivation" with: keywords, Boolean operators, filters (date, language, document type). Test on Google Scholar and your university portal.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Statement:Set up a Google Scholar alert on your research topic. Configure an RSS reader (Feedly/Inoreader) with 3 academic sources. Explain the benefit for a researcher.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Statement:Analyze 3 sources on the same topic using the CRAAP test (Currency, Reliability, Authority, Accuracy, Purpose). Rank by reliability.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Statement:Simulate depositing an article on an open archive (HAL, ResearchGate, Academia). Compare advantages/limitations of each platform for an Algerian researcher's visibility.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Statement:Compare Word Online, Google Docs, Overleaf for collaborative article writing. List 3 advantages and 3 disadvantages of each tool.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✏️ Exercices d'application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Définir les concepts principaux du cours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Identifier les applications pratiques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Résoudre les exercices du TD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Synthétiser les points clés en un paragraphe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Préparer une courte présentation orale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val="FFFFFF"/&gt;</a:solidFill>
              </a:defRPr>
            </a:pPr>
            <a:r>
              <a:t>🎓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val="DFE5EA"/&gt;</a:solidFill>
              </a:defRPr>
            </a:pPr>
            <a:r>
              <a:t>Dr. BELACEL Madani</a:t>
            </a:r>
            <a:br/>
            <a:r>
              <a:t>Maître de Conférences B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4572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