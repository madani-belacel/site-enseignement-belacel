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01 — Introduction aux TIC (Master 2 DLE)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Savoirs :- Maîtriser les cadres théoriques de la recherche en TICE (CALL, CMCL, MALL, ICALL)</a:t>
            </a:r>
            <a:br/>
            <a:r>
              <a:t>- Connaître l'évolution des paradigmes de recherche : du behaviorisme à l'IA générative</a:t>
            </a:r>
            <a:br/>
            <a:r>
              <a:t>- Analyser les dispositifs numériques d'enseignement-apprentissage des langues</a:t>
            </a:r>
            <a:br/>
            <a:r>
              <a:t>- Situer son propre projet de mémoire dans le champ scientifique des TICE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Conduire une revue de littérature systématique sur une question TICE (protocole PRISMA)</a:t>
            </a:r>
            <a:br/>
            <a:r>
              <a:t>- Concevoir et évaluer un dispositif numérique pour l'enseignement des langues</a:t>
            </a:r>
            <a:br/>
            <a:r>
              <a:t>- Analyser des données d'apprentissage (Learning Analytics, EDM)</a:t>
            </a:r>
            <a:br/>
            <a:r>
              <a:t>- Rédiger un protocole de recherche et un article scientifique</a:t>
            </a:r>
            <a:br/>
            <a:r>
              <a:t>- Utiliser les outils numériques pour la recherche (Zotero, R/Python, NVivo, Overleaf)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Adopter une posture réflexive et critique face aux outils numériques</a:t>
            </a:r>
            <a:br/>
            <a:r>
              <a:t>- S'inscrire dans une démarche de recherche-action</a:t>
            </a:r>
            <a:br/>
            <a:r>
              <a:t>- Contribuer à la communauté scientifique (publication, colloque)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:- Dossier TICE (conception + analyse de données) : 40 %</a:t>
            </a:r>
            <a:br/>
            <a:r>
              <a:t>- Présentation orale type colloque (15 min) : 30 %</a:t>
            </a:r>
            <a:br/>
            <a:r>
              <a:t>- QCM de validation des connaissances : 20 %</a:t>
            </a:r>
            <a:br/>
            <a:r>
              <a:t>- Participation et travaux dirigés : 10 %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Références bibliographiques principales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1.1 Définitions fondatrices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2.3 Questions vives de la recherche (2024-2026)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2.4 Méthodologie de la revue systématique (PRISMA)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4.1 Cadre conceptuel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4.2 Applications en DLE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Master 2 DLE engagés dans la rédaction de leur mémoire — spécialisation TICE en didactique des langues étrangères.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Prérequis académiques :Validation du Master 1 ; notions fondamentales en didactique des langues et en TIC ; capacité de lecture critique en français et en anglais scientifique.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Savoirs :- Maîtriser les cadres théoriques de la recherche en TICE (CALL, CMCL, MALL, ICALL)</a:t>
            </a:r>
            <a:br/>
            <a:r>
              <a:t>- Connaître l'évolution des paradigmes de recherche : du behaviorisme à l'IA générative</a:t>
            </a:r>
            <a:br/>
            <a:r>
              <a:t>- Analyser les dispositifs numériques d'enseignement-apprentissage des langues</a:t>
            </a:r>
            <a:br/>
            <a:r>
              <a:t>- Situer son propre projet de mémoire dans le champ scientifique des TICE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Conduire une revue de littérature systématique sur une question TICE (protocole PRISMA)</a:t>
            </a:r>
            <a:br/>
            <a:r>
              <a:t>- Concevoir et évaluer un dispositif numérique pour l'enseignement des langues</a:t>
            </a:r>
            <a:br/>
            <a:r>
              <a:t>- Analyser des données d'apprentissage (Learning Analytics, EDM)</a:t>
            </a:r>
            <a:br/>
            <a:r>
              <a:t>- Rédiger un protocole de recherche et un article scientifique</a:t>
            </a:r>
            <a:br/>
            <a:r>
              <a:t>- Utiliser les outils numériques pour la recherche (Zotero, R/Python, NVivo, Overleaf)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Adopter une posture réflexive et critique face aux outils numériques</a:t>
            </a:r>
            <a:br/>
            <a:r>
              <a:t>- S'inscrire dans une démarche de recherche-action</a:t>
            </a:r>
            <a:br/>
            <a:r>
              <a:t>- Contribuer à la communauté scientifique (publication, colloque)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:- Dossier TICE (conception + analyse de données) : 40 %</a:t>
            </a:r>
            <a:br/>
            <a:r>
              <a:t>- Présentation orale type colloque (15 min) : 30 %</a:t>
            </a:r>
            <a:br/>
            <a:r>
              <a:t>- QCM de validation des connaissances : 20 %</a:t>
            </a:r>
            <a:br/>
            <a:r>
              <a:t>- Participation et travaux dirigés : 10 %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Références bibliographiques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Chapelle, C. A. (2001).Computer Applications in Second Language Acquisition. Cambridge University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Warschauer, M., &amp; Healey, D. (1998). Computers and language learning: An overview.Language Teaching, 31(2), 57-71.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Kukulska-Hulme, A., &amp; Shield, L. (2008). An overview of mobile assisted language learning.ReCALL, 20(3), 271-289.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Levy, M. (1997).Computer-Assisted Language Learning: Context and Conceptualization. Oxford University Press.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Siemens, G. (2013). Learning Analytics: The emergence of a discipline.American Behavioral Scientist, 57(10), 1380-1400.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développement des TICE en Algérie s'inscrit dans un cadre institutionnel structuré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n° 1275 (2015): Introduction des TIC dans les programmes de formation supérieure — intégration obligatoire des outils numériques dans les maquettes pédagogiques.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Plan national de développement des TIC (2013-2025): Généralisation des infrastructures numériques dans les établissements d'enseignement supérieur algériens.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Circulaire n° 01/2020relative à l'enseignement hybride : Cadre pour les dispositifs mixtes (présentiel/distanciel) dans les universités.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Réforme LMD et TICE: Intégration des TICE comme levier de qualité pédagogique dans le système Licence-Master-Doctorat.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d'Appui à la Didactique (PAD): Formation des enseignants aux TICE.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Partenariat MESRS: Déploiement de la plateforme Moodle (elearning.univ-usto.dz, elearning.univ-biskra.dz, etc.).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Implication pour le chercheur M2 DLE :Tout projet de recherche en TICE doit s'articuler avec ces orientations nationales. Le mémoire peut inclure une analyse des politiques éducatives numériques en Algérie comme cadre contextuel.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évolution des TIC comme champ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État de l'art en CALL : revue systématique et analyse critique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Dispositifs numériques pour la recherche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Learning Analytics et Educational Data Mining (EDM)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Méthodologie de recherche en TICE (design, protocole, éthique)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Évaluation scientifique des dispositifs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Publication, diffusion et valorisation de la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: perspectives pour le mémoire M2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1.1 Définitions fondatrices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LesTICdésignent l'ensemble des technologies numériques permettant de traiter, stocker, transmettre et échanger de l'information. LesTICE(Technologies de l'Information et de la Communication pour l'Enseignement) en constituent la déclinaison éducative.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Perspective épistémologique :Les TICE sont un champ de recherche à part entière, avec des cadres théoriques (théorie de l'activité, socioconstructivisme, connectivisme), des méthodologies (recherche-action, design-based research, études quasi-expérimentales) et des objets d'étude spécifiques.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2.3 Questions vives de la recherche (2024-2026)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IA générative et apprentissage: ChatGPT peut-il remplacer l'interaction humaine pour la production langagière ? Quels biais linguistiques et culturels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Learning Analytics: Comment exploiter les traces numériques pour personnaliser l'apprentissage ? Implications éthiques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Gamification: Les mécaniques de jeu améliorent-elles durablement l'engagement langagier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Réalité virtuelle: L'immersion 3D favorise-t-elle l'acquisition de compétences pragmatiques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Tandem en ligne: Quels modèles pour une interaction interculturelle authentique efficace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2.4 Méthodologie de la revue systématique (PRISMA)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le mémoire M2, le protocole PRISMA comprend :</a:t>
            </a:r>
            <a:br/>
            <a:r>
              <a:t>1.Identification: Bases de données (ERIC, Scopus, Google Scholar, Cairn, OpenEdition)</a:t>
            </a:r>
            <a:br/>
            <a:r>
              <a:t>2.Screening: Filtrage par critères d'inclusion (date, langue, type de publication)</a:t>
            </a:r>
            <a:br/>
            <a:r>
              <a:t>3.Éligibilité: Lecture intégrale et évaluation de la qualité méthodologique</a:t>
            </a:r>
            <a:br/>
            <a:r>
              <a:t>4.Inclusion: Synthèse thématique ou méta-analyse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 recommandé :Zotero pour la gestion bibliographique + diagramme PRISMA pour la transparence.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4.1 Cadre conceptuel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LeLearning Analytics (LA)est « la collecte, la mesure, l'analyse et la visualisation des données concernant les apprenants et leurs contextes, dans le but de comprendre et d'optimiser l'apprentissage » (Siemens, 2011).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L'Educational Data Mining (EDM)utilise le clustering, la classification et la régression pour découvrir des patterns dans les données éducatives (Baker &amp; Inventado, 2014).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Master 2 DLE engagés dans la rédaction de leur mémoire — spécialisation TICE en didactique des langues étrangères.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Savoirs :- Maîtriser les cadres théoriques de la recherche en TICE (CALL, CMCL, MALL, ICALL)</a:t>
            </a:r>
            <a:br/>
            <a:r>
              <a:t>- Connaître l'évolution des paradigmes de recherche : du behaviorisme à l'IA générative</a:t>
            </a:r>
            <a:br/>
            <a:r>
              <a:t>- Analyser les dispositifs numériques d'enseignement-apprentissage des langues</a:t>
            </a:r>
            <a:br/>
            <a:r>
              <a:t>- Situer son propre projet de mémoire dans le champ scientifique des TICE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Chapelle, C. A. (2001).Computer Applications in Second Language Acquisition. Cambridge University Press.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 développement des TICE en Algérie s'inscrit dans un cadre institutionnel structuré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évolution des TIC comme champ de recherche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