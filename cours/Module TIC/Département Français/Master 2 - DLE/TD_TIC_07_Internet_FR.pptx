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371600"/>
            <a:ext cx="76809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</a:defRPr>
            </a:pPr>
            <a:r>
              <a:t>TD TIC 07 — Introduction à Internet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92608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</a:defRPr>
            </a:pPr>
            <a:r>
              <a:t>Module TIC — Dr. BELACEL Madani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65760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A0CFA0"/>
                </a:solidFill>
              </a:defRPr>
            </a:pPr>
            <a:r>
              <a:t>Université de Mostaganem — MCB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A5C33"/>
                </a:solidFill>
              </a:defRPr>
            </a:pPr>
            <a:r>
              <a:t>🎯 Objectifs pédagogiques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Comprendre les concepts clés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Appliquer les compétences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Évaluer les technologies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A5C33"/>
                </a:solidFill>
              </a:defRPr>
            </a:pPr>
            <a:r>
              <a:t>📋 Plan du cours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Exercice 1 — Définition et acronymes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Exercice 2 — Internet vs Web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Exercice 3 — Connexion à Internet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Exercice 4 — Adresse IP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Exercice 5 — Usages et sécurité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Exercice 6 — Internet et collecte de données(10 min)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Exercice 1 — Définition et acronymes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Énoncé :Définir Internet en une phrase et expliquer la signification de TCP/IP.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Corrigé détaillé :- Internet = réseau mondial interconnectant des réseaux locaux/régionaux/internationaux.</a:t>
            </a:r>
            <a:br/>
            <a:r>
              <a:t>- TCP = Transmission Control Protocol (fiabilité de transmission).</a:t>
            </a:r>
            <a:br/>
            <a:r>
              <a:t>- IP = Internet Protocol (adressage et routage des paquets).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Exercice 2 — Internet vs Web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Énoncé :Pour chaque élément, indiquer s'il relève d'Internet, du Web, ou des deux : navigateur Chrome, câble fibre, page HTML, protocole HTTP, routeur.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Corrigé détaillé :- Chrome : Web (client) + Internet (infrastructure).</a:t>
            </a:r>
            <a:br/>
            <a:r>
              <a:t>- Fibre : Internet.</a:t>
            </a:r>
            <a:br/>
            <a:r>
              <a:t>- Page HTML : Web.</a:t>
            </a:r>
            <a:br/>
            <a:r>
              <a:t>- HTTP : Web (service sur Internet).</a:t>
            </a:r>
            <a:br/>
            <a:r>
              <a:t>- Routeur : Internet.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Exercice 3 — Connexion à Internet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Énoncé :Décrire les étapes pour connecter un portable au Wi-Fi du campus.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Corrigé détaillé :1. Activer le Wi-Fi (icône barre des tâches).</a:t>
            </a:r>
            <a:br/>
            <a:r>
              <a:t>2. Sélectionner le réseau institutionnel.</a:t>
            </a:r>
            <a:br/>
            <a:r>
              <a:t>3. S'authentifier (identifiants universitaires).</a:t>
            </a:r>
            <a:br/>
            <a:r>
              <a:t>4. Vérifier l'accès (ouvrir un site ou Moodle).</a:t>
            </a:r>
            <a:br/>
            <a:r>
              <a:t>5. Verrouiller la session en quittant la salle (Windows+L).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Exercice 4 — Adresse IP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Énoncé :Quelle est la différence entre IPv4 et le rôle du DHCP ? Donner un exemple d'adresse IP.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Corrigé détaillé :- IPv4 : format 4 octets décimaux (ex.192.168.1.10), identifiant unique sur le réseau.</a:t>
            </a:r>
            <a:br/>
            <a:r>
              <a:t>- DHCP : attribue automatiquement IP, masque et passerelle au poste client.</a:t>
            </a:r>
            <a:br/>
            <a:r>
              <a:t>- Sans DHCP, configuration manuelle nécessaire.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Exercice 5 — Usages et sécurité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Énoncé :Citer trois usages académiques d'Internet et deux précautions de sécurité sur réseau public.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Corrigé détaillé :- Usages : Moodle, bibliothèque numérique, visioconférence, dépôt de devoirs.</a:t>
            </a:r>
            <a:br/>
            <a:r>
              <a:t>- Sécurité : éviter transactions sensibles ; utiliser HTTPS ; ne pas partager mots de passe ; VPN si disponible.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Exercice 6 — Internet et collecte de données(10 min)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Énoncé :Comparez les méthodes de collecte de données en ligne (questionnaire Google Forms, entretien Zoom, analyse de corpus web). Pour une recherche en didactique des langues, quelle méthode recommandez-vous ?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Corrigé détaillé :Google Forms : quantitatif, facile, export CSV. Zoom : qualitatif, retranscription automatique. Corpus web : extraction automatique (Python/BeautifulSoup). Recommandation : méthode mixte Forms (pré-test) + Zoom (entretiens semi-dirigés) pour une recherche en didactique.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0"/>
            <a:ext cx="7772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📝 Points clés à retenir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Énoncé :Définir Internet en une phrase et expliquer la signification de TCP/IP.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Énoncé :Pour chaque élément, indiquer s'il relève d'Internet, du Web, ou des deux : navigateur Chrome, câble fibre, page HTML, protocole HTTP, routeur.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Énoncé :Décrire les étapes pour connecter un portable au Wi-Fi du campus.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0"/>
            <a:ext cx="7772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📝 Points clés à retenir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Énoncé :Définir Internet en une phrase et expliquer la signification de TCP/IP.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Énoncé :Pour chaque élément, indiquer s'il relève d'Internet, du Web, ou des deux : navigateur Chrome, câble fibre, page HTML, protocole HTTP, routeur.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Énoncé :Décrire les étapes pour connecter un portable au Wi-Fi du campus.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0"/>
            <a:ext cx="7772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📝 Points clés à retenir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Énoncé :Définir Internet en une phrase et expliquer la signification de TCP/IP.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Énoncé :Pour chaque élément, indiquer s'il relève d'Internet, du Web, ou des deux : navigateur Chrome, câble fibre, page HTML, protocole HTTP, routeur.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Énoncé :Décrire les étapes pour connecter un portable au Wi-Fi du campus.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8F0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📝 Points clés à retenir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Énoncé :Définir Internet en une phrase et expliquer la signification de TCP/IP.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Énoncé :Pour chaque élément, indiquer s'il relève d'Internet, du Web, ou des deux : navigateur Chrome, câble fibre, page HTML, protocole HTTP, routeur.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Énoncé :Décrire les étapes pour connecter un portable au Wi-Fi du campus.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Énoncé :Quelle est la différence entre IPv4 et le rôle du DHCP ? Donner un exemple d'adresse IP.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Énoncé :Citer trois usages académiques d'Internet et deux précautions de sécurité sur réseau public.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✏️ Exercices d'application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Définir les concepts principaux du cours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Identifier les applications pratiques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Résoudre les exercices du TD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Synthétiser les points clés en un paragraphe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Préparer une courte présentation orale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371600"/>
            <a:ext cx="7680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🎓 Conclusion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743200"/>
            <a:ext cx="76809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C5D9C7"/>
                </a:solidFill>
              </a:defRPr>
            </a:pPr>
            <a:r>
              <a:t>Dr. BELACEL Madani</a:t>
            </a:r>
            <a:br/>
            <a:r>
              <a:t>Maître de Conférences B</a:t>
            </a:r>
            <a:br/>
            <a:r>
              <a:t>Université de Mostaganem</a:t>
            </a:r>
            <a:br/>
            <a:r>
              <a:t>madani.belacel@univ-mosta.dz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