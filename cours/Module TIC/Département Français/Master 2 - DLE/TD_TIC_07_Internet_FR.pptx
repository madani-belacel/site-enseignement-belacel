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Internet et collecte de données(10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Internet et collecte de données(10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:Comparez les méthodes de collecte de données en ligne (questionnaire Google Forms, entretien Zoom, analyse de corpus web). Pour une recherche en didactique des langues, quelle méthode recommandez-vous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:Google Forms : quantitatif, facile, export CSV. Zoom : qualitatif, retranscription automatique. Corpus web : extraction automatique (Python/BeautifulSoup). Recommandation : méthode mixte Forms (pré-test) + Zoom (entretiens semi-dirigés) pour une recherche en didactique.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