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06 — Microsoft PowerPoint : Présentations Académiques et Soutenance de Mémoire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Distinguer les formats de présentation académique (soutenance, conférence, poster, webinaire)</a:t>
            </a:r>
            <a:br/>
            <a:r>
              <a:t>- Maîtriser la structure type d'une soutenance de mémoire (15-20 min)</a:t>
            </a:r>
            <a:br/>
            <a:r>
              <a:t>- Connaître les normes des colloques nationaux (JSFW, TALC) et internationaux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un diaporama de soutenance avec template institutionnel (Presentation_BELACEL_V3.pptx)</a:t>
            </a:r>
            <a:br/>
            <a:r>
              <a:t>- Intégrer des données de recherche (Excel → PowerPoint : graphiques liés)</a:t>
            </a:r>
            <a:br/>
            <a:r>
              <a:t>- Concevoir un poster scientifique pour colloque</a:t>
            </a:r>
            <a:br/>
            <a:r>
              <a:t>- Utiliser le mode présentateur et les notes pour la gestion du temps</a:t>
            </a:r>
            <a:br/>
            <a:r>
              <a:t>- Exporter PPTX + PDF pour dépôt institutionnel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posture professionnelle lors de la soutenance</a:t>
            </a:r>
            <a:br/>
            <a:r>
              <a:t>- Gérer le temps de parole avec précision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:Présentation orale 50 % + Support PPT 30 %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Structure d'une Soutenance(15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Diaporama avec Template Institutionnel(10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Design Sobre, Data-Visualisation et Storytelling(15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04-05 ; aisance orale, base Excel/Word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Distinguer les formats de présentation académique (soutenance, conférence, poster, webinaire)</a:t>
            </a:r>
            <a:br/>
            <a:r>
              <a:t>- Maîtriser la structure type d'une soutenance de mémoire (15-20 min)</a:t>
            </a:r>
            <a:br/>
            <a:r>
              <a:t>- Connaître les normes des colloques nationaux (JSFW, TALC) et internationaux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un diaporama de soutenance avec template institutionnel (Presentation_BELACEL_V3.pptx)</a:t>
            </a:r>
            <a:br/>
            <a:r>
              <a:t>- Intégrer des données de recherche (Excel → PowerPoint : graphiques liés)</a:t>
            </a:r>
            <a:br/>
            <a:r>
              <a:t>- Concevoir un poster scientifique pour colloque</a:t>
            </a:r>
            <a:br/>
            <a:r>
              <a:t>- Utiliser le mode présentateur et les notes pour la gestion du temps</a:t>
            </a:r>
            <a:br/>
            <a:r>
              <a:t>- Exporter PPTX + PDF pour dépôt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posture professionnelle lors de la soutenance</a:t>
            </a:r>
            <a:br/>
            <a:r>
              <a:t>- Gérer le temps de parole avec précision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:Présentation orale 50 % + Support PPT 30 %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construction d'une soutenance 12 slides sur le thème du mémoire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intégration d'un graphique Excel et d'une citation Zotero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Simulation : présentation chronométrée en 8 min entre pairs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présentation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: PPTX + PDF + notes présentateur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Presentation_BELACEL_V3.pptx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Belacel, M. (2024).Guide de la soutenance de Master. Univ-Mosta-MB.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Reynolds, G. (2019).Presentation Zen Design(2nd ed.). New Riders.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Duarte, N. (2012).HBR Guide to Persuasive Presentations. Harvard Business Review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Les présentations académiques en Master 2 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Structure d'une soutenance de mémoire (15-20 min)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Diaporama avec template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Design sobre, data-visualisation et storytelling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Intégration Excel, Word et Zotero dans PowerPoint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Poster scientifique pour colloque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Présentation orale : techniques, posture, gestion du stress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Export et dépôt (DSpace, conférence, CV académique)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PowerPoint reste l'outil standard pour les présentations académiques en Algérie. En Master 2 DLE, il sert à :</a:t>
            </a:r>
            <a:br/>
            <a:r>
              <a:t>- Lasoutenance de mémoire(20 min + 10 min questions)</a:t>
            </a:r>
            <a:br/>
            <a:r>
              <a:t>- Lescommunications oralesen colloque (JSFW, TALC, Colloque International DLE)</a:t>
            </a:r>
            <a:br/>
            <a:r>
              <a:t>- Lesposters scientifiques(A0, conférences nationales)</a:t>
            </a:r>
            <a:br/>
            <a:r>
              <a:t>- Lessoutenances de stageou de projet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L'objectif du cours est de produire un diaporama professionnel, sobre, efficace — conforme aux attentes du jury et aux standards des colloques.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Structure d'une Soutenance(15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Format standard Univ-Mosta (Arrêté 932) :20 min d'exposé, 10 min de questions.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Règle d'or :1 slide = 1 idée = 1 minute environ.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Diaporama avec Template Institutionnel(10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templatePresentation_BELACEL_V3.pptximpose :</a:t>
            </a:r>
            <a:br/>
            <a:r>
              <a:t>-Couleurs: bleu institutionnel (#003366) + blanc + gris clair</a:t>
            </a:r>
            <a:br/>
            <a:r>
              <a:t>-Police: Calibri (titre 36 pt, corps 24 pt, minimum 20 pt)</a:t>
            </a:r>
            <a:br/>
            <a:r>
              <a:t>-Logo Univ-Mostaen haut à gauche</a:t>
            </a:r>
            <a:br/>
            <a:r>
              <a:t>-Pied de page: "Master 2 DLE | Module TIC | BELACEL M."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:1. Ouvrir le template → Enregistrer sousM2_Memoire_Soutenance.pptx2. Appliquer le masque de diapositive (Affichage → Masque)</a:t>
            </a:r>
            <a:br/>
            <a:r>
              <a:t>3. Saisir le contenu dans la zone de texte prévue</a:t>
            </a:r>
            <a:br/>
            <a:r>
              <a:t>4. Ne pas supprimer les logos ni les éléments du masque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Distinguer les formats de présentation académique (soutenance, conférence, poster, webinaire)</a:t>
            </a:r>
            <a:br/>
            <a:r>
              <a:t>- Maîtriser la structure type d'une soutenance de mémoire (15-20 min)</a:t>
            </a:r>
            <a:br/>
            <a:r>
              <a:t>- Connaître les normes des colloques nationaux (JSFW, TALC) et internationaux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TP : construction d'une soutenance 12 slides sur le thème du mémoire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présentation académique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Presentation_BELACEL_V3.pptx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