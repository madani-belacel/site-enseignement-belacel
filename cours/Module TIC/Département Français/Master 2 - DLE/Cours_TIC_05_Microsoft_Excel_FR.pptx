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05 — Microsoft Excel : Analyse de Données pour la Recherche en Didactique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Distinguer types de données (nominales, ordinales, continues) en didactique</a:t>
            </a:r>
            <a:br/>
            <a:r>
              <a:t>- Comprendre les principes de la statistique descriptive pour l'analyse d'enquête</a:t>
            </a:r>
            <a:br/>
            <a:r>
              <a:t>- Identifier les biais de saisie et méthodes de nettoyage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Construire un tableau de données d'enquête structuré (codage des réponses)</a:t>
            </a:r>
            <a:br/>
            <a:r>
              <a:t>- Calculer fréquences, moyennes, écarts-types avec Excel</a:t>
            </a:r>
            <a:br/>
            <a:r>
              <a:t>- Réaliser des tableaux croisés dynamiques pour l'analyse de questionnaire</a:t>
            </a:r>
            <a:br/>
            <a:r>
              <a:t>- Produire des graphiques pour publication (histogramme, boîte à moustaches)</a:t>
            </a:r>
            <a:br/>
            <a:r>
              <a:t>- Exporter les données et graphiques pour le mémoire et la présentation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Vérifier la cohérence et l'intégrité des données avant analyse</a:t>
            </a:r>
            <a:br/>
            <a:r>
              <a:t>- Documenter le protocole de codage pour la reproductibilité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Fichier analyse 50 %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Introduction : Excel pour l'Analyse en Didactique(10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Structure des Données(10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Codage des Réponses et Nettoyage(15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5. Tableaux Croisés Dynamiques(15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2 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04 ; notions de base en statistique descriptive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Distinguer types de données (nominales, ordinales, continues) en didactique</a:t>
            </a:r>
            <a:br/>
            <a:r>
              <a:t>- Comprendre les principes de la statistique descriptive pour l'analyse d'enquête</a:t>
            </a:r>
            <a:br/>
            <a:r>
              <a:t>- Identifier les biais de saisie et méthodes de nettoyage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Construire un tableau de données d'enquête structuré (codage des réponses)</a:t>
            </a:r>
            <a:br/>
            <a:r>
              <a:t>- Calculer fréquences, moyennes, écarts-types avec Excel</a:t>
            </a:r>
            <a:br/>
            <a:r>
              <a:t>- Réaliser des tableaux croisés dynamiques pour l'analyse de questionnaire</a:t>
            </a:r>
            <a:br/>
            <a:r>
              <a:t>- Produire des graphiques pour publication (histogramme, boîte à moustaches)</a:t>
            </a:r>
            <a:br/>
            <a:r>
              <a:t>- Exporter les données et graphiques pour le mémoire et la présentation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Vérifier la cohérence et l'intégrité des données avant analyse</a:t>
            </a:r>
            <a:br/>
            <a:r>
              <a:t>- Documenter le protocole de codage pour la reproductibilité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Fichier analyse 50 %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Atelier : saisie et codage d'un questionnaire Likert (20 répondants)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TP : tableau croisé dynamique pour analyse de fréquences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TP : graphique comparatif pour publication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analyse de données et formules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Rendu : fichier .xlsx avec données, TCD, graphiques + documentation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Pallant, J. (2020).SPSS Survival Manual(7th ed.) — transposition Excel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Field, A. (2018).Discovering Statistics Using IBM SPSS Statistics— chapitres 1-4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Larose, D. T. &amp; Larose, C. D. (2019).Data Science Using Python and R— nettoyage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Guides Microsoft Learn — Excel analyse de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Excel comme outil d'analyse en didactique des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Structure des données d'enquête : lignes = sujets, colonnes = variables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Codage des réponses et nettoyage des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Statistiques descriptives avec Excel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Tableaux croisés dynamiques pour questionnaires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Graphiques pour publication académique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Export des données et documentation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Introduction : Excel pour l'Analyse en Didactique(10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Master 2 DLE, Excel sert à analyser les données issues de questionnaires d'enquête, tests de niveau, entretiens structurés et observations de classe. Il permet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La saisie et le codage systématique des réponses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calcul de statistiques descriptives (moyenne, écart-type, fréquences)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La construction de tableaux croisés pour explorer les relations entre variables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La production de graphiques prêts pour publication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Exemple type :Analyse d'un questionnaire sur l'impact des TICE en classe de FLE (20 questions, 30 répondants, échelle Likert).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Structure des Données(10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Règle d'or :Une ligne = un sujet ; une colonne = une variable.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Types de variables :-Nominales: Sexe, Université, Filière</a:t>
            </a:r>
            <a:br/>
            <a:r>
              <a:t>-Ordinales: Niveau (A1-C2), Satisfaction (1-5)</a:t>
            </a:r>
            <a:br/>
            <a:r>
              <a:t>-Continues: Âge, Score, Heures de travail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Codage des Réponses et Nettoyage(15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Codage :transformer les réponses textuelles en valeurs numériques :</a:t>
            </a:r>
            <a:br/>
            <a:r>
              <a:t>-Homme = 1, Femme = 2-Toujours = 5, Souvent = 4, Parfois = 3, Rarement = 2, Jamais = 1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Nettoyage :- Supprimer les lignes vides</a:t>
            </a:r>
            <a:br/>
            <a:r>
              <a:t>- Vérifier les valeurs aberrantes (âge = 150)</a:t>
            </a:r>
            <a:br/>
            <a:r>
              <a:t>- Remplacer les valeurs manquantes parN/Aou-99- Uniformiser les formats (dates, séparateur décimal)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Distinguer types de données (nominales, ordinales, continues) en didactique</a:t>
            </a:r>
            <a:br/>
            <a:r>
              <a:t>- Comprendre les principes de la statistique descriptive pour l'analyse d'enquête</a:t>
            </a:r>
            <a:br/>
            <a:r>
              <a:t>- Identifier les biais de saisie et méthodes de nettoyage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Atelier : saisie et codage d'un questionnaire Likert (20 répondants)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analyse de données et formules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Pallant, J. (2020).SPSS Survival Manual(7th ed.) — transposition Excel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