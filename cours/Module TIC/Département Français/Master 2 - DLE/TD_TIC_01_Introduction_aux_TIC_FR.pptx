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01 — Introduction aux Techniques de l'Information et de la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Définition et cadre théorique(15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Les trois dimensions en contexte recherche(15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Taxonomie des fonctions TIC(18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TIC et recherche en langues(18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Synthèse critique et veille(14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6 — Analyse critique d'un article(10 min)— niveau Master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Définition et cadre théorique(15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:Donnez votre propre définition des TIC en 2-3 lignes, puis situez-la par rapport aux définitions de l'UIT, de l'UNESCO et du cadre conceptuel de la littératie numérique.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:L'UIT met l'accent sur la convergence numérique ; l'UNESCO insère les TIC dans les compétences du XXIe siècle ; la littératie numérique ajoute les dimensions critique, éthique et citoyenne.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Les trois dimensions en contexte recherche(15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:Pour chaque dimension (Technique, Information, Communication), proposez un outil TIC utilisé dans la recherche en didactique des langues et justifiez son choix.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:Technique = logiciel d'analyse de corpus (AntConc) ; Information = base de données ERIC/Google Scholar ; Communication = conférence Zoom avec retranscription automatique.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Taxonomie des fonctions TIC(18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:Classez les actions suivantes selon les fonctions traitement/transmission/sauvegarde ET selon la taxonomie de Bloom (créer, évaluer, analyser, appliquer, comprendre, mémoriser) : rédaction collaborative d'un article via Google Docs, soumission à une revue via OpenJournalSystem, archivage sur HAL, veille via alertes Google Scholar.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:Google Docs → traitement + créer ; OJS → transmission + évaluer ; HAL → sauvegarde + comprendre ; alertes → transmission + analyser.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TIC et recherche en langues(18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:Concevez un dispositif de recherche utilisant 3 outils TIC pour une étude sur l'acquisition du vocabulaire en FLE. Justifiez le choix des outils.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:Questionnaire en ligne (Google Forms) pour pré-test ; plateforme d'exercices interactifs (LearningApps) pour l'intervention ; analyse statistique (Excel/SPSS) pour post-test. Justification : gratuit, accessible, adapté au contexte universitaire algérien.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Synthèse critique et veille(14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:Rédigez une note de synthèse (15-20 lignes) sur l'évolution des TIC dans l'enseignement supérieur algérien depuis 2020, en citant au moins 2 références académiques.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:Accélération post-COVID (plateformes Moodle, visioconférence), disparités d'accès, initiatives ministérielles (CEM, ENT). Références : rapports MESRS 2022, article sur la e-pédagogie en Algérie (Revue TIC et Société).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6 — Analyse critique d'un article(10 min)— niveau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:Lisez le résumé d'un article fourni par l'enseignant sur l'impact des TIC en contexte universitaire. Identifiez : question de recherche, méthode, résultats principaux, limites.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détaillé :Dépend de l'article fourni. Grille d'analyse : problématique → 2 pts, méthodologie → 2 pts, résultats → 3 pts, limites → 3 pts.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:Donnez votre propre définition des TIC en 2-3 lignes, puis situez-la par rapport aux définitions de l'UIT, de l'UNESCO et du cadre conceptuel de la littératie numérique.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dimension (Technique, Information, Communication), proposez un outil TIC utilisé dans la recherche en didactique des langues et justifiez son choix.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:Classez les actions suivantes selon les fonctions traitement/transmission/sauvegarde ET selon la taxonomie de Bloom (créer, évaluer, analyser, appliquer, comprendre, mémoriser) : rédaction collaborative d'un article via Google Docs, soumission à une revue via OpenJournalSystem, archivage sur HAL, veille via alertes Google Scholar.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:Donnez votre propre définition des TIC en 2-3 lignes, puis situez-la par rapport aux définitions de l'UIT, de l'UNESCO et du cadre conceptuel de la littératie numérique.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dimension (Technique, Information, Communication), proposez un outil TIC utilisé dans la recherche en didactique des langues et justifiez son choix.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:Classez les actions suivantes selon les fonctions traitement/transmission/sauvegarde ET selon la taxonomie de Bloom (créer, évaluer, analyser, appliquer, comprendre, mémoriser) : rédaction collaborative d'un article via Google Docs, soumission à une revue via OpenJournalSystem, archivage sur HAL, veille via alertes Google Scholar.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:Donnez votre propre définition des TIC en 2-3 lignes, puis situez-la par rapport aux définitions de l'UIT, de l'UNESCO et du cadre conceptuel de la littératie numérique.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dimension (Technique, Information, Communication), proposez un outil TIC utilisé dans la recherche en didactique des langues et justifiez son choix.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:Classez les actions suivantes selon les fonctions traitement/transmission/sauvegarde ET selon la taxonomie de Bloom (créer, évaluer, analyser, appliquer, comprendre, mémoriser) : rédaction collaborative d'un article via Google Docs, soumission à une revue via OpenJournalSystem, archivage sur HAL, veille via alertes Google Scholar.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:Donnez votre propre définition des TIC en 2-3 lignes, puis situez-la par rapport aux définitions de l'UIT, de l'UNESCO et du cadre conceptuel de la littératie numérique.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:Pour chaque dimension (Technique, Information, Communication), proposez un outil TIC utilisé dans la recherche en didactique des langues et justifiez son choix.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:Classez les actions suivantes selon les fonctions traitement/transmission/sauvegarde ET selon la taxonomie de Bloom (créer, évaluer, analyser, appliquer, comprendre, mémoriser) : rédaction collaborative d'un article via Google Docs, soumission à une revue via OpenJournalSystem, archivage sur HAL, veille via alertes Google Scholar.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:Concevez un dispositif de recherche utilisant 3 outils TIC pour une étude sur l'acquisition du vocabulaire en FLE. Justifiez le choix des outils.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:Rédigez une note de synthèse (15-20 lignes) sur l'évolution des TIC dans l'enseignement supérieur algérien depuis 2020, en citant au moins 2 références académiques.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