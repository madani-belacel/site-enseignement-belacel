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Types de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Composants réseau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Adressage et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Cas campus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Réseaux et collaboration scientifique(10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Types de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Salle informatique → LAN (Local Area Network).</a:t>
            </a:r>
            <a:br/>
            <a:r>
              <a:t>- Réseau ville → MAN (Metropolitan Area Network).</a:t>
            </a:r>
            <a:br/>
            <a:r>
              <a:t>- Internet mondial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:- 4 PC reliés individuellement au switch (hub central).</a:t>
            </a:r>
            <a:br/>
            <a:r>
              <a:t>- Avantage : panne d'un câble n'affecte qu'un poste ; dépannage facilité.</a:t>
            </a:r>
            <a:br/>
            <a:r>
              <a:t>- Très courante en Wi-Fi (point d'accès = centre).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Composants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Switch : interconnecte machines en LAN.</a:t>
            </a:r>
            <a:br/>
            <a:r>
              <a:t>- Routeur : relie LAN à Internet (routage IP).</a:t>
            </a:r>
            <a:br/>
            <a:r>
              <a:t>- Carte réseau (NIC) : interface machine/réseau.</a:t>
            </a:r>
            <a:br/>
            <a:r>
              <a:t>- Câble Ethernet : support de transmission filaire.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Adressage et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Adresse APIPA : pas de serveur DHCP joignable (Wi-Fi non connecté ou box éteinte).</a:t>
            </a:r>
            <a:br/>
            <a:r>
              <a:t>- DHCP doit attribuer IP, masque, passerelle, DNS.</a:t>
            </a:r>
            <a:br/>
            <a:r>
              <a:t>- Solution : vérifier connexion Wi-Fi/Ethernet, redémarrer box, contacter support 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Cas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:Proposer 3 règles de bon usage du réseau universitaire.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Usage pédagogique et recherche (pas de téléchargements illégaux).</a:t>
            </a:r>
            <a:br/>
            <a:r>
              <a:t>2. Ne pas partager identifiants Wi-Fi institutionnels.</a:t>
            </a:r>
            <a:br/>
            <a:r>
              <a:t>3. Respecter charte informatique (sécurité, bande passante, imprimantes partagées).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Réseaux et collaboration scientifique(10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:Expliquez le principe du VPN et son intérêt pour un chercheur accédant aux bases de données universitaires depuis l'étranger. Configurez virtuellement une connexion VPN à votre université.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:VPN : tunnel chiffré entre le poste et le serveur universitaire. Intérêt : accès aux ressources abonnées (Springer, Elsevier) depuis l'étranger. Configuration : installer OpenVPN/maUVE, importer le profil .ovpn fourni par l'université, se connecter avec identifiants 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:Proposer 3 règles de bon usage du réseau universitaire.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