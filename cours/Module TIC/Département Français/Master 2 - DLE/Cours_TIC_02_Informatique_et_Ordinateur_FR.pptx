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Informatique et Architecture de l'Ordinateur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02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informatique, hardware, software</a:t>
            </a:r>
          </a:p>
          <a:p>
            <a:pPr>
              <a:defRPr sz="2000"/>
            </a:pPr>
            <a:r>
              <a:t>🎯 Modèle von Neumann</a:t>
            </a:r>
          </a:p>
          <a:p>
            <a:pPr>
              <a:defRPr sz="2000"/>
            </a:pPr>
            <a:r>
              <a:t>🎯 Identifier composants PC</a:t>
            </a:r>
          </a:p>
          <a:p>
            <a:pPr>
              <a:defRPr sz="2000"/>
            </a:pPr>
            <a:r>
              <a:t>🎯 Bonnes pratiques étudiantes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minutes</a:t>
            </a:r>
          </a:p>
          <a:p>
            <a:pPr>
              <a:defRPr sz="2000"/>
            </a:pPr>
            <a:r>
              <a:t>📋 Intro → Informatique → von Neumann</a:t>
            </a:r>
          </a:p>
          <a:p>
            <a:pPr>
              <a:defRPr sz="2000"/>
            </a:pPr>
            <a:r>
              <a:t>📋 Hardware → Software → Interaction</a:t>
            </a:r>
          </a:p>
          <a:p>
            <a:pPr>
              <a:defRPr sz="2000"/>
            </a:pPr>
            <a:r>
              <a:t>📋 Bonnes pratiques →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Qu'est-ce que l'informatique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Traitement automatique</a:t>
            </a:r>
          </a:p>
          <a:p>
            <a:pPr>
              <a:defRPr sz="2000"/>
            </a:pPr>
            <a:r>
              <a:t>💡 Hardware + Software</a:t>
            </a:r>
          </a:p>
          <a:p>
            <a:pPr>
              <a:defRPr sz="2000"/>
            </a:pPr>
            <a:r>
              <a:t>💡 Approche utilisateur</a:t>
            </a:r>
          </a:p>
          <a:p>
            <a:pPr>
              <a:defRPr sz="2000"/>
            </a:pPr>
            <a:r>
              <a:t>💡 Science et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Modèle de von Neumann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📖 Entrée → Traitement</a:t>
            </a:r>
          </a:p>
          <a:p>
            <a:pPr>
              <a:defRPr sz="2000"/>
            </a:pPr>
            <a:r>
              <a:t>📖 RAM volatile</a:t>
            </a:r>
          </a:p>
          <a:p>
            <a:pPr>
              <a:defRPr sz="2000"/>
            </a:pPr>
            <a:r>
              <a:t>📖 Sortie → Stockage</a:t>
            </a:r>
          </a:p>
          <a:p>
            <a:pPr>
              <a:defRPr sz="2000"/>
            </a:pPr>
            <a:r>
              <a:t>📖 Schéma fonctionnel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Composants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CPU, carte mère, RAM</a:t>
            </a:r>
          </a:p>
          <a:p>
            <a:pPr>
              <a:defRPr sz="2000"/>
            </a:pPr>
            <a:r>
              <a:t>🖥️ SSD / HDD</a:t>
            </a:r>
          </a:p>
          <a:p>
            <a:pPr>
              <a:defRPr sz="2000"/>
            </a:pPr>
            <a:r>
              <a:t>🖥️ Périphériques entrée/sortie</a:t>
            </a:r>
          </a:p>
          <a:p>
            <a:pPr>
              <a:defRPr sz="2000"/>
            </a:pPr>
            <a:r>
              <a:t>🖥️ Schéma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Logiciels et 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💾 Windows, Linux, macOS</a:t>
            </a:r>
          </a:p>
          <a:p>
            <a:pPr>
              <a:defRPr sz="2000"/>
            </a:pPr>
            <a:r>
              <a:t>💾 Applications bureautiques</a:t>
            </a:r>
          </a:p>
          <a:p>
            <a:pPr>
              <a:defRPr sz="2000"/>
            </a:pPr>
            <a:r>
              <a:t>💾 Utilitaires</a:t>
            </a:r>
          </a:p>
          <a:p>
            <a:pPr>
              <a:defRPr sz="2000"/>
            </a:pPr>
            <a:r>
              <a:t>💾 Hardware vs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Interaction HW / 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Exemple frappe clavier</a:t>
            </a:r>
          </a:p>
          <a:p>
            <a:pPr>
              <a:defRPr sz="2000"/>
            </a:pPr>
            <a:r>
              <a:t>⚙️ OS intermédiaire</a:t>
            </a:r>
          </a:p>
          <a:p>
            <a:pPr>
              <a:defRPr sz="2000"/>
            </a:pPr>
            <a:r>
              <a:t>⚙️ Interdépendance</a:t>
            </a:r>
          </a:p>
          <a:p>
            <a:pPr>
              <a:defRPr sz="2000"/>
            </a:pPr>
            <a:r>
              <a:t>⚙️ Dépannage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Bonnes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Ctrl+S + Cloud</a:t>
            </a:r>
          </a:p>
          <a:p>
            <a:pPr>
              <a:defRPr sz="2000"/>
            </a:pPr>
            <a:r>
              <a:t>✔️ Organisation dossiers</a:t>
            </a:r>
          </a:p>
          <a:p>
            <a:pPr>
              <a:defRPr sz="2000"/>
            </a:pPr>
            <a:r>
              <a:t>✔️ Mises à jour</a:t>
            </a:r>
          </a:p>
          <a:p>
            <a:pPr>
              <a:defRPr sz="2000"/>
            </a:pPr>
            <a:r>
              <a:t>✔️ Antivirus actif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Autonomie numérique</a:t>
            </a:r>
          </a:p>
          <a:p>
            <a:pPr>
              <a:defRPr sz="2000"/>
            </a:pPr>
            <a:r>
              <a:t>✅ TD 02 — 1h30</a:t>
            </a:r>
          </a:p>
          <a:p>
            <a:pPr>
              <a:defRPr sz="2000"/>
            </a:pPr>
            <a:r>
              <a:t>✅ Prochain : Windows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