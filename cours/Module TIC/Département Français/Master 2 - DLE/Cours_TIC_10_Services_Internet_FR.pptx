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10 — Services Internet pour le chercheur en didactique des langues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Identifier les services Internet essentiels pour le chercheur (ORCID, HAL, Zotero, Overleaf)</a:t>
            </a:r>
            <a:br/>
            <a:r>
              <a:t>- Expliquer les principes de la science ouverte et du libre accès</a:t>
            </a:r>
            <a:br/>
            <a:r>
              <a:t>- Décrire le circuit de publication scientifique (soumission, peer review, diffusion)</a:t>
            </a:r>
            <a:br/>
            <a:r>
              <a:t>- Connaître les gestionnaires de références bibliographiques (Zotero, Mendeley, EndNote)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 et configurer un profil ORCID et un compte HAL</a:t>
            </a:r>
            <a:br/>
            <a:r>
              <a:t>- Utiliser Zotero pour la gestion bibliographique du mémoire</a:t>
            </a:r>
            <a:br/>
            <a:r>
              <a:t>- Rédiger un article scientifique sur Overleaf (LaTeX) avec bibliographie Zotero</a:t>
            </a:r>
            <a:br/>
            <a:r>
              <a:t>- Naviguer sur une plateforme de revue (OJS) pour soumettre un article</a:t>
            </a:r>
            <a:br/>
            <a:r>
              <a:t>- Déposer un document dans une archive ouverte (HAL)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Adopter les bonnes pratiques de la science ouverte</a:t>
            </a:r>
            <a:br/>
            <a:r>
              <a:t>- Respecter l'éthique de la publication (plagiat, auto-plagiat, conflits d'intérêts)</a:t>
            </a:r>
            <a:br/>
            <a:r>
              <a:t>- Collaborer scientifiquement à distance dans un cadre formel (co-écriture, reviewing)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20 % + QCM 20 % + dossier science ouverte (ORCID + Zotero + simulation dépôt HAL) 60 %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: l'écosystème numérique du chercheur(10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ORCID : identifiant chercheur(10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HAL : archive ouverte(10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Google Scholar Profile(5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2 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07–09 ; notions de recherche documentaire et de réseaux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Identifier les services Internet essentiels pour le chercheur (ORCID, HAL, Zotero, Overleaf)</a:t>
            </a:r>
            <a:br/>
            <a:r>
              <a:t>- Expliquer les principes de la science ouverte et du libre accès</a:t>
            </a:r>
            <a:br/>
            <a:r>
              <a:t>- Décrire le circuit de publication scientifique (soumission, peer review, diffusion)</a:t>
            </a:r>
            <a:br/>
            <a:r>
              <a:t>- Connaître les gestionnaires de références bibliographiques (Zotero, Mendeley, EndNote)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 et configurer un profil ORCID et un compte HAL</a:t>
            </a:r>
            <a:br/>
            <a:r>
              <a:t>- Utiliser Zotero pour la gestion bibliographique du mémoire</a:t>
            </a:r>
            <a:br/>
            <a:r>
              <a:t>- Rédiger un article scientifique sur Overleaf (LaTeX) avec bibliographie Zotero</a:t>
            </a:r>
            <a:br/>
            <a:r>
              <a:t>- Naviguer sur une plateforme de revue (OJS) pour soumettre un article</a:t>
            </a:r>
            <a:br/>
            <a:r>
              <a:t>- Déposer un document dans une archive ouverte (HAL)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Adopter les bonnes pratiques de la science ouverte</a:t>
            </a:r>
            <a:br/>
            <a:r>
              <a:t>- Respecter l'éthique de la publication (plagiat, auto-plagiat, conflits d'intérêts)</a:t>
            </a:r>
            <a:br/>
            <a:r>
              <a:t>- Collaborer scientifiquement à distance dans un cadre formel (co-écriture, reviewing)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20 % + QCM 20 % + dossier science ouverte (ORCID + Zotero + simulation dépôt HAL) 60 %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Zotero : constitution d'une bibliographie à partir des bases Cairn / HAL / ERIC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Simulation de soumission d'article sur un OJS de démonstration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services Internet / science ouverte / publication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Projet : créer un profil ORCID, importer 10 références dans Zotero, et rédiger un projet d'article (1 page) sur Overleaf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Suber, P. (2012).Open Access. MIT Press.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Fecher, B. &amp; Friesike, S. (2014). Open Science: One Term, Five Schools of Thought.Opening Science.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Chanier, T. et al. (2014).La recherche en didactique des langues et le numérique. ADBS.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 ORCID (orcid.org) ; Guide HAL (hal.science) ; Guide Zotero (zotero.org/support)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OJS / PKP — Public Knowledge Project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l'écosystème numérique du chercheur en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Identifiant chercheur : ORCID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Archive ouverte : HAL (dépôt et consultation)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Google Scholar Profile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Gestion bibliographique : Zotero / Mendeley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Rédaction collaborative : Overleaf (LaTeX)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Publication scientifique : peer review et plateformes (OJS)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Science ouverte : principes et enjeux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Entrepôts de données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Systèmes de gestion de conférence (Easychair, OpenConf)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: l'écosystème numérique du chercheur(10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chercheur M2-DLE s'inscrit dans unécosystème numériquequi comprend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Desoutils d'identification(ORCID, IdHal, ResearcherID)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Desoutils de diffusion(HAL, Revues.org, ASJP, OpenEdition)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Desoutils bibliographiques(Zotero, Mendeley, EndNote)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Desoutils de rédaction(Overleaf, Framapad, Google Docs)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Desoutils de publication(OJS, plateformes de revues)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Desoutils de gestion de données(Zenodo, Nakala, OSF)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L'objectif de cette séance finale est de fournir uneboîte à outils complètepour la recherche en didactique des langues, du cadrage bibliographique à la diffusion des résultats.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ORCID : identifiant chercheur(10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ORCID(Open Researcher and Contributor ID) : identifiant unique et persistant pour les chercheurs.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Création et configuration :1. Aller surorcid.org→ Register → créer un compte</a:t>
            </a:r>
            <a:br/>
            <a:r>
              <a:t>2. Renseigner les données : prénom, nom, email institutionnel</a:t>
            </a:r>
            <a:br/>
            <a:r>
              <a:t>3. Ajouter les affiliations (Univ-Mosta Mostaganem, Département Français)</a:t>
            </a:r>
            <a:br/>
            <a:r>
              <a:t>4. Lier à HAL (IdHal) pour synchronisation automatique des publications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HAL : archive ouverte(10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HAL(hal.science) : archive ouverte pluridisciplinaire française.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Fonctionnalités clés :- Dépôt des publications (articles, chapitres, thèses, mémoires, communications)</a:t>
            </a:r>
            <a:br/>
            <a:r>
              <a:t>- Génération automatique de CV HAL</a:t>
            </a:r>
            <a:br/>
            <a:r>
              <a:t>- Export vers ORCID, Google Scholar</a:t>
            </a:r>
            <a:br/>
            <a:r>
              <a:t>- Indicateurs : téléchargements, consultations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Procédure de dépôt :1. Créer un compte HAL (avec ORCID)</a:t>
            </a:r>
            <a:br/>
            <a:r>
              <a:t>2. Choisir la structure (UR 739 — Univ-Mosta Mostaganem)</a:t>
            </a:r>
            <a:br/>
            <a:r>
              <a:t>3. Renseigner les métadonnées (titre, résumé, mots-clés)</a:t>
            </a:r>
            <a:br/>
            <a:r>
              <a:t>4. Déposer le fichier (PDF, + formats sources)</a:t>
            </a:r>
            <a:br/>
            <a:r>
              <a:t>5. Choisir la licence (CC-BY, CC-BY-NC-ND…)</a:t>
            </a:r>
            <a:br/>
            <a:r>
              <a:t>6. Valider : le dépôt est modéré par l'administrateur de la structure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Identifier les services Internet essentiels pour le chercheur (ORCID, HAL, Zotero, Overleaf)</a:t>
            </a:r>
            <a:br/>
            <a:r>
              <a:t>- Expliquer les principes de la science ouverte et du libre accès</a:t>
            </a:r>
            <a:br/>
            <a:r>
              <a:t>- Décrire le circuit de publication scientifique (soumission, peer review, diffusion)</a:t>
            </a:r>
            <a:br/>
            <a:r>
              <a:t>- Connaître les gestionnaires de références bibliographiques (Zotero, Mendeley, EndNote)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Atelier Zotero : constitution d'une bibliographie à partir des bases Cairn / HAL / ERIC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services Internet / science ouverte / publication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Suber, P. (2012).Open Access. MIT Press.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