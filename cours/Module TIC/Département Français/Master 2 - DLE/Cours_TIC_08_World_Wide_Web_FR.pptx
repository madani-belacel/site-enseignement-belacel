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08 — World Wide Web et recherche en didactique des langues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Décomposer une URL et comprendre le fonctionnement HTTP/HTTPS</a:t>
            </a:r>
            <a:br/>
            <a:r>
              <a:t>- Décrire la structure HTML d'une page Web en lien avec l'extraction de contenu</a:t>
            </a:r>
            <a:br/>
            <a:r>
              <a:t>- Appliquer une grille d'évaluation de ressources en ligne pour l'enseignement (CRAP test, grille MERLOT)</a:t>
            </a:r>
            <a:br/>
            <a:r>
              <a:t>- Définir l'ethnographie numérique et la virtual ethnography (Hine, 2000)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Effectuer une requête booléenne avancée pour la recherche documentaire</a:t>
            </a:r>
            <a:br/>
            <a:r>
              <a:t>- Utiliser des outils de web scraping simple pour la constitution de corpus textuels (Python/BeautifulSoup ou outils sans code)</a:t>
            </a:r>
            <a:br/>
            <a:r>
              <a:t>- Concevoir et diffuser un questionnaire en ligne (LimeSurvey / Google Forms) pour une enquête en didactique</a:t>
            </a:r>
            <a:br/>
            <a:r>
              <a:t>- Évaluer une ressource Web pour l'enseignement du FLE selon des critères académiques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posture éthique dans la collecte de données sur le Web</a:t>
            </a:r>
            <a:br/>
            <a:r>
              <a:t>- Développer un esprit critique face aux ressources pédagogiques en ligne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20 % + mini-enquête en ligne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le Web comme terrain de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Navigateurs et structure du Web(5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URL, HTTP et HTTPS(10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HTML et extraction de contenu(10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 ; notions de recherche documentaire en ligne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Décomposer une URL et comprendre le fonctionnement HTTP/HTTPS</a:t>
            </a:r>
            <a:br/>
            <a:r>
              <a:t>- Décrire la structure HTML d'une page Web en lien avec l'extraction de contenu</a:t>
            </a:r>
            <a:br/>
            <a:r>
              <a:t>- Appliquer une grille d'évaluation de ressources en ligne pour l'enseignement (CRAP test, grille MERLOT)</a:t>
            </a:r>
            <a:br/>
            <a:r>
              <a:t>- Définir l'ethnographie numérique et la virtual ethnography (Hine, 2000)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Effectuer une requête booléenne avancée pour la recherche documentaire</a:t>
            </a:r>
            <a:br/>
            <a:r>
              <a:t>- Utiliser des outils de web scraping simple pour la constitution de corpus textuels (Python/BeautifulSoup ou outils sans code)</a:t>
            </a:r>
            <a:br/>
            <a:r>
              <a:t>- Concevoir et diffuser un questionnaire en ligne (LimeSurvey / Google Forms) pour une enquête en didactique</a:t>
            </a:r>
            <a:br/>
            <a:r>
              <a:t>- Évaluer une ressource Web pour l'enseignement du FLE selon des critères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posture éthique dans la collecte de données sur le Web</a:t>
            </a:r>
            <a:br/>
            <a:r>
              <a:t>- Développer un esprit critique face aux ressources pédagogiques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20 % + mini-enquête en ligne 50 %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web scraping : extraire un corpus de commentaires de forums FLE pour analyse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Conception d'un questionnaire en ligne sur les pratiques numériques des apprenants de FLE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Web / HTTP / recherche sur le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Projet : mener une mini-enquête par questionnaire en ligne (n = 20+) et présenter les résultats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Hine, C. (2000).Virtual Ethnography. Sage.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Kozinets, R. (2010).Netnography. Sage.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Hubbard, P. &amp; Levy, M. (2006).Teacher Education in CALL. John Benjamins.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MDN Web Docs — HTML / HTTP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MERLOT (merlot.org) pour l'évaluation de ressources pédagogiques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le Web comme terrain de recherche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et structure du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URL, HTTP et HTTPS — dimensions techniques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HTML et extraction de contenu pour la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Recherche d'information avancée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Évaluation des ressources pédagogiques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Enquêtes en ligne et questionnaires pour la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scraping pour la constitution de corpus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Digital ethnography / Virtual ethnography (Hine, Kozinets)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2.0 et apprentissage des langues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: le Web comme terrain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LeWorld Wide Webn'est pas seulement un réservoir d'informations : il constitue unterrain de rechercheà part entière pour le didacticien des langues. On y trouve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Desinteractions langagièresauthentiques (forums, commentaires, chats pédagogiques)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Desdispositifs d'apprentissage(plateformes Moodle, MOOCs, sites de télécollaboration)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Desdonnées d'enquêtepotentielles (questionnaires, entretiens synchrones)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Desressources pédagogiquesà évaluer et intégrer dans un scénario didactique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outille le chercheur M2-DLE pourfaire du Web un objet et un instrument de recherche.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Navigateurs et structure du Web(5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courants :Chrome,Firefox,Edge,Safari.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Mettre à jourle navigateur pour la sécurité (correctifs).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URL, HTTP et HTTPS(10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:https://elearning.univ-usto.dz/course/view.php?id=2094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HTTP(non chiffré) vsHTTPS(TLS — cadenas). Pour la recherche : privilégier les sites HTTPS pour la collecte éthique de données.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Décomposer une URL et comprendre le fonctionnement HTTP/HTTPS</a:t>
            </a:r>
            <a:br/>
            <a:r>
              <a:t>- Décrire la structure HTML d'une page Web en lien avec l'extraction de contenu</a:t>
            </a:r>
            <a:br/>
            <a:r>
              <a:t>- Appliquer une grille d'évaluation de ressources en ligne pour l'enseignement (CRAP test, grille MERLOT)</a:t>
            </a:r>
            <a:br/>
            <a:r>
              <a:t>- Définir l'ethnographie numérique et la virtual ethnography (Hine, 2000)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web scraping : extraire un corpus de commentaires de forums FLE pour analyse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Web / HTTP / recherche sur le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Hine, C. (2000).Virtual Ethnography. Sage.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