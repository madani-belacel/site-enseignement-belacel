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07 — Internet et recherche en didactique des langues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Définir Internet, TCP/IP, architecture client-serveur</a:t>
            </a:r>
            <a:br/>
            <a:r>
              <a:t>- Distinguer Internet et Web dans une perspective méthodologique</a:t>
            </a:r>
            <a:br/>
            <a:r>
              <a:t>- Identifier les bibliothèques numériques et bases de données en didactique des langues (Cairn, HAL, ERIC, Google Scholar)</a:t>
            </a:r>
            <a:br/>
            <a:r>
              <a:t>- Comprendre les enjeux de l'open access et de la publication scientifique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Effectuer une recherche documentaire avancée sur Cairn, HAL, ERIC, Google Scholar</a:t>
            </a:r>
            <a:br/>
            <a:r>
              <a:t>- Configurer un profil ResearchGate / Academia.edu pour la diffusion de travaux</a:t>
            </a:r>
            <a:br/>
            <a:r>
              <a:t>- Organiser des données de recherche avec un plan de gestion (DMP)</a:t>
            </a:r>
            <a:br/>
            <a:r>
              <a:t>- Collecter des données linguistiques en ligne (questionnaires, corpus)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Adopter une posture réflexive et éthique dans la recherche en ligne</a:t>
            </a:r>
            <a:br/>
            <a:r>
              <a:t>- Respecter les normes de citation et de propriété intellectuelle (Creative Commons)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QCM d'auto-évaluation 20 % + étude de cas recherche documentaire 50 %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: Internet comme infrastructure de la recherche(10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Définition et histoire d'Internet(10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Réseau mondial et protocole TCP/IP(10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Connexion à Internet(5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:Master 2 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01–06 ; maîtrise bureautique et navigation Web de base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Définir Internet, TCP/IP, architecture client-serveur</a:t>
            </a:r>
            <a:br/>
            <a:r>
              <a:t>- Distinguer Internet et Web dans une perspective méthodologique</a:t>
            </a:r>
            <a:br/>
            <a:r>
              <a:t>- Identifier les bibliothèques numériques et bases de données en didactique des langues (Cairn, HAL, ERIC, Google Scholar)</a:t>
            </a:r>
            <a:br/>
            <a:r>
              <a:t>- Comprendre les enjeux de l'open access et de la publication scientifique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Effectuer une recherche documentaire avancée sur Cairn, HAL, ERIC, Google Scholar</a:t>
            </a:r>
            <a:br/>
            <a:r>
              <a:t>- Configurer un profil ResearchGate / Academia.edu pour la diffusion de travaux</a:t>
            </a:r>
            <a:br/>
            <a:r>
              <a:t>- Organiser des données de recherche avec un plan de gestion (DMP)</a:t>
            </a:r>
            <a:br/>
            <a:r>
              <a:t>- Collecter des données linguistiques en ligne (questionnaires, corpus)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Adopter une posture réflexive et éthique dans la recherche en ligne</a:t>
            </a:r>
            <a:br/>
            <a:r>
              <a:t>- Respecter les normes de citation et de propriété intellectuelle (Creative Commons)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QCM d'auto-évaluation 20 % + étude de cas recherche documentaire 50 %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Atelier recherche documentaire : comparer résultats Cairn / HAL / ERIC / Google Scholar sur une question de didactique des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Analyse critique du paysage éditorial scientifique en Algérie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Internet / TCP/IP / bibliothèques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Mini-projet : constituer une bibliographie raisonnée de 10 références sur un sujet M2-DLE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Crystal, D. (2011).Internet Linguistics. Routledge.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Paquot, M. &amp; Gries, S. Th. (2020).A Practical Handbook of Corpus Linguistics. Springer.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Jeannin, L. (2021).Enquêter sur le numérique en éducation. Peter Lang.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Cours Routage IP — Univ-Mosta (elearning.univ-usto.dz) ; Pujolle — Cours réseaux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ANPT — Guide du chercheur numérique algérien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: Internet comme infrastructure de la recherche en didactique des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 et histoire d'Internet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Réseau mondial et protocole TCP/IP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Connexion à 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Différences Internet et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 pour la recherche : bibliothèques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Open access et publication scientifique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Réseaux académiques et diffusion (ResearchGate, Academia)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Gestion des données de recherche (DMP)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 Linguistics — collecte de données linguistiques en ligne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: Internet comme infrastructure de la recherche(10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Internetest l'infrastructure mondiale de communication ; pour le chercheur en didactique des langues, il constitue à la fois unobjet d'étude(Crystal, 2011 —Internet Linguistics), unoutil de collecte de données(questionnaires en ligne, corpus numériques, entretiens synchrones) et unvecteur de diffusion(publication en accès ouvert, réseaux académiques).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Cette séance adopte une perspective M2-DLE : il ne s'agit plus seulement de « naviguer », mais destructurer une stratégie de recherche documentaire et de gestion des données.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Définition et histoire d'Internet(10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Définition: réseau de réseaux interconnectés, protocoleTCP/IP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ARPANET(1969) → TCP/IP (1983) →WWW(1991, Tim Berners-Lee)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Algérie: connexion académique via CERIST (1985) puis ARN (Algerian Research Network) ;ANPT(Agence Nationale de Promotion et de Développement des Parcs Technologiques) ; opérateurs (Mobilis, Ooredoo, Algérie Télécom)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Réseau mondial et protocole TCP/IP(10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TCP/IP: suite de protocoles (4 couches simplifiées)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Application (HTTP, SMTP, DNS)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Transport (TCP fiable, UDP rapide)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 (IP — adressage)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Accès réseau (Ethernet, Wi-Fi)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Paquet: unité de données routée hop par hop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FAI: Fournisseur d'Accès Internet — attribue IP publique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Accès réseau (Ethernet, Wi-Fi)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Paquet: unité de données routée hop par hop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Définir Internet, TCP/IP, architecture client-serveur</a:t>
            </a:r>
            <a:br/>
            <a:r>
              <a:t>- Distinguer Internet et Web dans une perspective méthodologique</a:t>
            </a:r>
            <a:br/>
            <a:r>
              <a:t>- Identifier les bibliothèques numériques et bases de données en didactique des langues (Cairn, HAL, ERIC, Google Scholar)</a:t>
            </a:r>
            <a:br/>
            <a:r>
              <a:t>- Comprendre les enjeux de l'open access et de la publication scientifique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Atelier recherche documentaire : comparer résultats Cairn / HAL / ERIC / Google Scholar sur une question de didactique des langues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Internet / TCP/IP / bibliothèques numériques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Crystal, D. (2011).Internet Linguistics. Routledge.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