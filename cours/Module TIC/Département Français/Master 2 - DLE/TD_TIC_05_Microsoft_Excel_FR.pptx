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05 — Microsoft Excel : Bases et Usages Académiques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Tableau de notes(18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Formules(18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Références absolues(15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Graphique(15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Excel et analyse de données de recherche(10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Tableau de notes(18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:En-têtes en gras, colonnes alignées, bordures fines.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Formules(18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:=MOYENNE(),=MIN(),=MAX()sur plages correctes.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Références absolues(15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:Coefficient en $G$1, formule avec référence absolue F4.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Graphique(15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:Histogramme des moyennes des étudiants.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:Insertion → Histogramme, titre, légendes, pas d'effet 3D.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:Enregistrer en .xlsx et exporter en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:Nommage2026-06-04_TIC_TD5_BELACEL_v1.xlsx+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Excel et analyse de données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:Simulez l'analyse statistique d'un pré-test/post-test pour 10 étudiants (scores sur 20). Calculez moyenne, écart-type, et test de Student sous Excel. Interprétez.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:Saisir les scores, utiliser MOYENNE(), ECARTYPE(), puis TEST.STUDENT(). Exemple : pré-test M=10.2, post-test M=14.8, p&lt;0.05 → progression significative. Ajouter un graphique à barres avec intervalles de confiance.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:Histogramme des moyennes des étudiants.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:Enregistrer en .xlsx et exporter en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