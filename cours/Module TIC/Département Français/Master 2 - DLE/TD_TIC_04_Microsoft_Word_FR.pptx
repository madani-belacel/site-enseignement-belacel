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04 — Microsoft Word : Publication et Recherche Académique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Mise en page normes de thèse(15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Styles et hiérarchie documentaire(15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Citations et bibliographie(18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Tableaux, figures et références croisées(15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Sectionnement et pages liminaires(14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Formulaire de collecte de données(13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Mise en page normes de thèse(15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les normes de mise en page pour un mémoire de master (police, interligne, marges, recto-verso, foliotage).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:Times New Roman 12, interligne 1,5, marges 2,5 cm (3 cm reliure), numérotation bas centre. Pages liminaires en chiffres romains, corps en chiffres arabes.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Styles et hiérarchie documentaire(15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:Structurer un document de recherche (introduction, état de l'art, méthodologie, résultats, discussion) avec styles Titre 1, Titre 2, Titre 3. Générer une table des matières automatique à 3 niveaux.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:Titre 1 = parties principales, Titre 2 = sous-parties, Titre 3 = sous-sections. Table des matières : Références → Table des matières → automatique. Vérifier la hiérarchie avant génération.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Citations et bibliographie(18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:Saisir 5 références (livre, article, chapitre, thèse, site web) dans le gestionnaire de sources Word, insérer 3 citations dans le texte et générer la bibliographie en style APA 7.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:Références → Gérer les sources → Nouveau. Type de source selon le document. Citation : insérer une citation. Bibliographie : Références → Bibliographie. Vérifier la conformité APA 7 (auteur, date, titre, source, DOI).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Tableaux, figures et références croisées(15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tableau comparatif et une figure avec légendes numérotées automatiquement. Insérer des références croisées (voir Tableau 1, voir Figure 2).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:Insérer une légende : Références → Insérer une légende. Référence croisée : Insérer → Lien → Référence croisée. Les numéros se mettent à jour automatiquement.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Sectionnement et pages liminaires(14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document avec : page de garde sans numéro, résumé en romains, corps en arabes. Utiliser les sauts de section.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:Mise en page → Sauts de section → Page suivante. Dissocier les en-têtes/pieds de page. Numérotation différente par section.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Formulaire de collecte de données(13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formulaire Word avec champs à remplir, zones de texte déroulantes et cases à cocher pour un questionnaire de recherche. Protéger le document en remplissage.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:Développeur → Mode création → Contrôle de contenu. Insérer zone de texte enrichi, liste déroulante, case à cocher. Protéger : Restreindre édition → Remplissage de formulaires.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les normes de mise en page pour un mémoire de master (police, interligne, marges, recto-verso, foliotage).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:Structurer un document de recherche (introduction, état de l'art, méthodologie, résultats, discussion) avec styles Titre 1, Titre 2, Titre 3. Générer une table des matières automatique à 3 niveaux.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5 références (livre, article, chapitre, thèse, site web) dans le gestionnaire de sources Word, insérer 3 citations dans le texte et générer la bibliographie en style APA 7.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les normes de mise en page pour un mémoire de master (police, interligne, marges, recto-verso, foliotage).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:Structurer un document de recherche (introduction, état de l'art, méthodologie, résultats, discussion) avec styles Titre 1, Titre 2, Titre 3. Générer une table des matières automatique à 3 niveaux.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5 références (livre, article, chapitre, thèse, site web) dans le gestionnaire de sources Word, insérer 3 citations dans le texte et générer la bibliographie en style APA 7.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les normes de mise en page pour un mémoire de master (police, interligne, marges, recto-verso, foliotage).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:Structurer un document de recherche (introduction, état de l'art, méthodologie, résultats, discussion) avec styles Titre 1, Titre 2, Titre 3. Générer une table des matières automatique à 3 niveaux.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5 références (livre, article, chapitre, thèse, site web) dans le gestionnaire de sources Word, insérer 3 citations dans le texte et générer la bibliographie en style APA 7.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les normes de mise en page pour un mémoire de master (police, interligne, marges, recto-verso, foliotage).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:Structurer un document de recherche (introduction, état de l'art, méthodologie, résultats, discussion) avec styles Titre 1, Titre 2, Titre 3. Générer une table des matières automatique à 3 niveaux.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5 références (livre, article, chapitre, thèse, site web) dans le gestionnaire de sources Word, insérer 3 citations dans le texte et générer la bibliographie en style APA 7.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tableau comparatif et une figure avec légendes numérotées automatiquement. Insérer des références croisées (voir Tableau 1, voir Figure 2).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document avec : page de garde sans numéro, résumé en romains, corps en arabes. Utiliser les sauts de section.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