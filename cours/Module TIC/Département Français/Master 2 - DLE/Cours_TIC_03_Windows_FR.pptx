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03 — Windows : Gestion de Données pour la Recherche en Didactique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l'architecture d'un OS et son rôle dans la recherche (dual boot, VM, cloud)</a:t>
            </a:r>
            <a:br/>
            <a:r>
              <a:t>- Expliquer les principes de gestion systématique des données de recherche (FAIR)</a:t>
            </a:r>
            <a:br/>
            <a:r>
              <a:t>- Identifier les formats pérennes et normes de nommage pour un mémoire de MA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Configurer un environnement de travail pour la rédaction de mémoire</a:t>
            </a:r>
            <a:br/>
            <a:r>
              <a:t>- Organiser une arborescence thèse/mémoire selon les principes FAIR</a:t>
            </a:r>
            <a:br/>
            <a:r>
              <a:t>- Utiliser Git pour le versionnement de documents académiques</a:t>
            </a:r>
            <a:br/>
            <a:r>
              <a:t>- Planifier une stratégie de sauvegarde professionnelle (règle 3-2-1)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culture de reproductibilité et d'intégrité scientifique</a:t>
            </a:r>
            <a:br/>
            <a:r>
              <a:t>- Respecter les normes de sécurité des données institutionnelles (CNIL-algérienne)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20 % + Projet organisation données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 à Windows(10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Interface Graphique pour le Chercheur(15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Gestion Systématique des Données de Recherche(15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02 ; manipulations avancées souris/clavier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l'architecture d'un OS et son rôle dans la recherche (dual boot, VM, cloud)</a:t>
            </a:r>
            <a:br/>
            <a:r>
              <a:t>- Expliquer les principes de gestion systématique des données de recherche (FAIR)</a:t>
            </a:r>
            <a:br/>
            <a:r>
              <a:t>- Identifier les formats pérennes et normes de nommage pour un mémoire de MA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Configurer un environnement de travail pour la rédaction de mémoire</a:t>
            </a:r>
            <a:br/>
            <a:r>
              <a:t>- Organiser une arborescence thèse/mémoire selon les principes FAIR</a:t>
            </a:r>
            <a:br/>
            <a:r>
              <a:t>- Utiliser Git pour le versionnement de documents académiques</a:t>
            </a:r>
            <a:br/>
            <a:r>
              <a:t>- Planifier une stratégie de sauvegarde professionnelle (règle 3-2-1)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culture de reproductibilité et d'intégrité scientifique</a:t>
            </a:r>
            <a:br/>
            <a:r>
              <a:t>- Respecter les normes de sécurité des données institutionnelles (CNIL-algérienne)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20 % + Projet organisation données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construction arborescenceM2_DLE_2025-2026/[Recherche | Memoire | Donnees | Biblio]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installation portable Zotero, création premiers dossiers Zotero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initiation Git (clone, add, commit via GitHub Desktop)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systèmes et organisation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: arborescence complète du mémoire + capture screenshot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Belacel, M. (2024).Guide TIC du Masterant. Univ-Mosta-MB.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Wilkinson, M. et al. (2016). The FAIR Guiding Principles.Scientific Data, 3:160018.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Lamy, M.-N. (2019).Learning Analytics for Language Teachers. Routledge.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 transformation numérique du système universitaire algérien s'inscrit dans le cadre de :</a:t>
            </a:r>
            <a:br/>
            <a:r>
              <a:t>-Arrêté 932 du 28/07/2016: organisation de la formation de Master</a:t>
            </a:r>
            <a:br/>
            <a:r>
              <a:t>-Circulaire SG/2020: généralisation des plateformes e-learning (Moodle) dans toutes les universités</a:t>
            </a:r>
            <a:br/>
            <a:r>
              <a:t>-Décret exécutif 21-481: gouvernance du numérique dans l'ESRS</a:t>
            </a:r>
            <a:br/>
            <a:r>
              <a:t>-Projet NUM-ESRS 2025: standardisation des dépôts de mémoires via la plateforme DSpace-CRIS (CERIST)</a:t>
            </a:r>
            <a:br/>
            <a:r>
              <a:t>-Arrêté 127/2022: dépôt numérique obligatoire du mémoire pour soutenance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module TIC en Master 2 DLE est conforme au référentiel national et prépare les étudiants aux exigences du dépôt sur laBibliothèque Numérique Algérienne(DSpace).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Windows dans le contexte de la recherche en didactique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L'interface graphique et l'environnement de travail du chercheur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systématique des données de recherche (FAIR)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Arborescence pour le mémoire de Master 2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Zotero et gestion bibliographique pour la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Git pour chercheurs : versionnement de documents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Stratégies de sauvegarde et sécurité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Dual boot et machines virtuelles pour la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 à Windows(10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Windows reste le système d'exploitation dominant dans le paysage universitaire algérien (≈ 95 % des postes). En Master 2 DLE, sa maîtrise va bien au-delà de l'usage bureautique : elle conditionne la qualité de la gestion des données de recherche, la fluidité du travail de rédaction et la pérennité des fichiers.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un étudiant-chercheur, Windows est l'interface entre la pensée scientifique et sa matérialisation numérique. Savoir organiser ses fichiers, maîtriser les formats, sécuriser ses données et automatiser les tâches répétitives sont des compétences fondamentales — souvent implicites mais décisives dans le parcours de master.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Interface Graphique pour le Chercheur(15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Explorateur de fichiers: panneau de navigation rapide, dossiers épinglés, bibliothèque Documents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Recherche Windows: syntaxekind:docx author:belacelpour retrouver un fichier par métadonnée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OneDrive / iCloud / Google Drive: synchronisation entre postes de travail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intégrés: Capture (Shift+S), Sticky Notes, Quick Assist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Organiser le bureau par dossiers thématiques :[Recherche],[M2-Memoire],[Donnees],[Biblio],[Admin].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l'architecture d'un OS et son rôle dans la recherche (dual boot, VM, cloud)</a:t>
            </a:r>
            <a:br/>
            <a:r>
              <a:t>- Expliquer les principes de gestion systématique des données de recherche (FAIR)</a:t>
            </a:r>
            <a:br/>
            <a:r>
              <a:t>- Identifier les formats pérennes et normes de nommage pour un mémoire de MA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: construction arborescenceM2_DLE_2025-2026/[Recherche | Memoire | Donnees | Biblio]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systèmes et organisation de fichiers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Belacel, M. (2024).Guide TIC du Masterant. Univ-Mosta-MB.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