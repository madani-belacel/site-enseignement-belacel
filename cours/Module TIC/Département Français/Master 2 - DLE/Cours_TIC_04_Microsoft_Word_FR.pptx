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04 — Microsoft Word : Mise en Page du Mémoire et Normes Institutionnelles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Maîtriser les styles Word pour un document long (mémoire 60-80 pages)</a:t>
            </a:r>
            <a:br/>
            <a:r>
              <a:t>- Comprendre la structuration section par section (pages liminaires, corps, annexes)</a:t>
            </a:r>
            <a:br/>
            <a:r>
              <a:t>- Identifier les normes typographiques institutionnelles (Univ-Mosta, ENS)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Paramétrer une page de garde conforme au template PG-fr</a:t>
            </a:r>
            <a:br/>
            <a:r>
              <a:t>- Créer une table des matières, une liste des figures et des tableaux automatiques</a:t>
            </a:r>
            <a:br/>
            <a:r>
              <a:t>- Intégrer Zotero pour les citations et la bibliographie</a:t>
            </a:r>
            <a:br/>
            <a:r>
              <a:t>- Générer un PDF/A pour le dépôt sur DSpace-CRIS</a:t>
            </a:r>
            <a:br/>
            <a:r>
              <a:t>- Utiliser les champs croisés (renvois) pour la numérotation des parties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Adopter une rigueur typographique et bibliographique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:Devoir Word 50 % + QCM 20 % + Projet mise en page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Introduction : Word pour la Recherche(10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Page de Garde et Sections(15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4. Table des Matières, Listes des Figures et Tableaux(15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5. Renvois, Notes de Bas de Page et Champs Croisés(10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2 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03 ; familiarité avec Windows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Maîtriser les styles Word pour un document long (mémoire 60-80 pages)</a:t>
            </a:r>
            <a:br/>
            <a:r>
              <a:t>- Comprendre la structuration section par section (pages liminaires, corps, annexes)</a:t>
            </a:r>
            <a:br/>
            <a:r>
              <a:t>- Identifier les normes typographiques institutionnelles (Univ-Mosta, ENS)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Paramétrer une page de garde conforme au template PG-fr</a:t>
            </a:r>
            <a:br/>
            <a:r>
              <a:t>- Créer une table des matières, une liste des figures et des tableaux automatiques</a:t>
            </a:r>
            <a:br/>
            <a:r>
              <a:t>- Intégrer Zotero pour les citations et la bibliographie</a:t>
            </a:r>
            <a:br/>
            <a:r>
              <a:t>- Générer un PDF/A pour le dépôt sur DSpace-CRIS</a:t>
            </a:r>
            <a:br/>
            <a:r>
              <a:t>- Utiliser les champs croisés (renvois) pour la numérotation des parties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Adopter une rigueur typographique et bibliographique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:Devoir Word 50 % + QCM 20 % + Projet mise en page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TP guidé : mise en page complète d'un chapitre de mémoire avec template PG-fr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TP Zotero-Word : 10 citations, bibliographie automatique en APA 7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styles, sections, champs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Rendu : chapitre formaté + export PDF/A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Template PG-fr.docx ; APA 7 — intégral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Univ-Mosta-MB (2023).Guide de rédaction du mémoire de Master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CERIST (2024).Guide du dépôt sur DSpace-CRIS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Word comme outil de production scientifique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Page de garde institutionnelle et sections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Styles avancés pour document long (60-80 pages)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Table des matières, listes des figures et tableaux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Renvois, notes de bas de page et champs croisés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Zotero et bibliographie : workflow complet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Export PDF/A pour archiver sur DSpace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Accessibilité et normes typographiques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Introduction : Word pour la Recherche(10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Master 2 DLE, Microsoft Word est l'outil principal de rédaction du mémoire. Un document bien structuré :</a:t>
            </a:r>
            <a:br/>
            <a:r>
              <a:t>- Facilite la relecture par le promoteur</a:t>
            </a:r>
            <a:br/>
            <a:r>
              <a:t>- Réduit le temps de mise en forme final</a:t>
            </a:r>
            <a:br/>
            <a:r>
              <a:t>- Garantit la conformité aux normes de dépôt</a:t>
            </a:r>
            <a:br/>
            <a:r>
              <a:t>- Permet une génération fiable de PDF/A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Objectif final :produire un document de 60-80 pages avec page de garde, TDM automatique, bibliographie Zotero et export PDF/A.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Page de Garde et Sections(15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La page de garde suit le template institutionnel PG-fr.docx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Bloc 1: Ministère, université, faculté, département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Bloc 2: Intitulé du mémoire, spécialité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Bloc 3: Présenté par / Sous la direction de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Bloc 4: Année universitaire, jury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Sections Word: Chaque bloc est un saut de section (page suivante) pour gérer indépendamment en-têtes, pieds de page et numérotation.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4. Table des Matières, Listes des Figures et Tableaux(15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Table des matières automatique :- Appliquer les styles Titre 1-3</a:t>
            </a:r>
            <a:br/>
            <a:r>
              <a:t>- Références → Table des matières → choisir un format</a:t>
            </a:r>
            <a:br/>
            <a:r>
              <a:t>- Mettre à jour : clic droit → Mettre à jour les champs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Liste des figures :- Insérer des légendes sous chaque figure (Références → Insérer une légende)</a:t>
            </a:r>
            <a:br/>
            <a:r>
              <a:t>- Insertion → Table des matières → Insérer une table des figures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Liste des tableaux :même procédé avec le type "Tableau".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pour un document long (mémoire 60-80 pages)</a:t>
            </a:r>
            <a:br/>
            <a:r>
              <a:t>- Comprendre la structuration section par section (pages liminaires, corps, annexes)</a:t>
            </a:r>
            <a:br/>
            <a:r>
              <a:t>- Identifier les normes typographiques institutionnelles (Univ-Mosta, ENS)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TP guidé : mise en page complète d'un chapitre de mémoire avec template PG-fr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styles, sections, champs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 PG-fr.docx ; APA 7 — intégral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