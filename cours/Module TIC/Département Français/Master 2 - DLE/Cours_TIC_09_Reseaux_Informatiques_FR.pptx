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09 — Réseaux et communautés d'apprentissage en didactique des langues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Classer les types de réseaux (PAN, LAN, MAN, WAN) et leurs topologies</a:t>
            </a:r>
            <a:br/>
            <a:r>
              <a:t>- Définir les concepts de connectivisme (Siemens, 2005) et de communauté d'apprentissage en réseau</a:t>
            </a:r>
            <a:br/>
            <a:r>
              <a:t>- Expliquer le fonctionnement d'un MOOC et les principes de la télécollaboration</a:t>
            </a:r>
            <a:br/>
            <a:r>
              <a:t>- Décrire les méthodes de Social Network Analysis (SNA) appliquées à l'éducation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Analyser un réseau d'apprentissage à l'aide d'indicateurs SNA (degré, centralité, densité)</a:t>
            </a:r>
            <a:br/>
            <a:r>
              <a:t>- Concevoir un scénario de télécollaboration entre apprenants de langues</a:t>
            </a:r>
            <a:br/>
            <a:r>
              <a:t>- Participer et animer une communauté d'apprentissage en ligne</a:t>
            </a:r>
            <a:br/>
            <a:r>
              <a:t>- Utiliser un outil de visualisation de réseaux (Gephi, NodeXL)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Collaborer à distance dans un cadre interculturel</a:t>
            </a:r>
            <a:br/>
            <a:r>
              <a:t>- Adopter une posture réflexive sur son propre réseau d'apprentissage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30 % + QCM 20 % + analyse de réseau d'apprentissage 50 %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d'apprentissage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d'évaluation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: des réseaux techniques aux réseaux sociaux(10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Topologies : bus, anneau, étoile(5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Topologies : maillée et arborescente(5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Adressage IP et DHCP(5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:Master 2 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07–08 ; notions de base sur Internet et le Web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Classer les types de réseaux (PAN, LAN, MAN, WAN) et leurs topologies</a:t>
            </a:r>
            <a:br/>
            <a:r>
              <a:t>- Définir les concepts de connectivisme (Siemens, 2005) et de communauté d'apprentissage en réseau</a:t>
            </a:r>
            <a:br/>
            <a:r>
              <a:t>- Expliquer le fonctionnement d'un MOOC et les principes de la télécollaboration</a:t>
            </a:r>
            <a:br/>
            <a:r>
              <a:t>- Décrire les méthodes de Social Network Analysis (SNA) appliquées à l'éducation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Analyser un réseau d'apprentissage à l'aide d'indicateurs SNA (degré, centralité, densité)</a:t>
            </a:r>
            <a:br/>
            <a:r>
              <a:t>- Concevoir un scénario de télécollaboration entre apprenants de langues</a:t>
            </a:r>
            <a:br/>
            <a:r>
              <a:t>- Participer et animer une communauté d'apprentissage en ligne</a:t>
            </a:r>
            <a:br/>
            <a:r>
              <a:t>- Utiliser un outil de visualisation de réseaux (Gephi, NodeXL)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Collaborer à distance dans un cadre interculturel</a:t>
            </a:r>
            <a:br/>
            <a:r>
              <a:t>- Adopter une posture réflexive sur son propre réseau d'apprentissage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30 % + QCM 20 % + analyse de réseau d'apprentissage 50 %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Analyse SNA d'un groupe Facebook d'apprenants de FLE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Conception d'un scénario de télécollaboration franco-algérien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QCM réseaux / topologies / connectivisme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Projet : analyser un réseau d'apprentissage (groupe WhatsApp, forum Moodle, communauté Twitter/X) avec indicateurs SNA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Siemens, G. (2005). Connectivism: A Learning Theory for the Digital Age.International Journal of Instructional Technology and Distance Learning.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Downes, S. (2012).Connectivism and Connective Knowledge. National Research Council Canada.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O'Dowd, R. (2018). From telecollaboration to virtual exchange.Journal of Virtual Exchange.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Wasserman, S. &amp; Faust, K. (1994).Social Network Analysis: Methods and Applications. Cambridge University Press.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Charlier, B. &amp; Henri, F. (2010).Apprentissage collaboratif et réseaux. De Boeck.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: des réseaux techniques aux réseaux sociaux d'apprentissage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Types de réseaux (LAN, MAN, WAN)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Topologies : bus, anneau, étoile, maillée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Composants d'un réseau (switch, routeur, point d'accès)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Adressage IP et DHCP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Connectivisme : une théorie d'apprentissage à l'ère numérique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Communautés d'apprentissage en ligne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MOOCs : caractéristiques, typologie,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Social Network Analysis (SNA) pour la didactique des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Télécollaboration et échanges virtuels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: des réseaux techniques aux réseaux sociaux(10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Ce cours opère undouble mouvement: d'abord technique (architecture des réseaux informatiques), puispédagogique et social(réseaux d'apprentissage, communautés en ligne, connectivisme). Le pont entre les deux est l'idée que lesréseaux techniques(Internet, LAN, Wi-Fi) sont l'infrastructure qui permet l'émergence deréseaux humains d'apprentissage.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Pour le chercheur M2-DLE, comprendre les réseaux, c'est comprendre comment les apprenants interagissent, collaborent et co-construisent des savoirs à distance.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Topologies : bus, anneau, étoile(5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Bus: câble partagé (obsolète)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Anneau: Token Ring (historique)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Étoile: nœuds versswitchcentral — standard LAN actuel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Topologies : maillée et arborescente(5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Maillée: plusieurs chemins —Internet, routage dynamique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Arborescente: hiérarchie switch → switch (déploiement campus)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Classer les types de réseaux (PAN, LAN, MAN, WAN) et leurs topologies</a:t>
            </a:r>
            <a:br/>
            <a:r>
              <a:t>- Définir les concepts de connectivisme (Siemens, 2005) et de communauté d'apprentissage en réseau</a:t>
            </a:r>
            <a:br/>
            <a:r>
              <a:t>- Expliquer le fonctionnement d'un MOOC et les principes de la télécollaboration</a:t>
            </a:r>
            <a:br/>
            <a:r>
              <a:t>- Décrire les méthodes de Social Network Analysis (SNA) appliquées à l'éducation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Analyse SNA d'un groupe Facebook d'apprenants de FLE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QCM réseaux / topologies / connectivisme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Siemens, G. (2005). Connectivism: A Learning Theory for the Digital Age.International Journal of Instructional Technology and Distance Learning.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