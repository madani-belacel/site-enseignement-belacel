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</a:defRPr>
            </a:pPr>
            <a:r>
              <a:t>TD TIC 02 — Informatique et Architecture de l'Ordinateur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</a:defRPr>
            </a:pPr>
            <a:r>
              <a:t>Module TIC — Dr.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val="B7C9BE"/&gt;</a:solidFill>
              </a:defRPr>
            </a:pPr>
            <a:r>
              <a:t>Université de Mostaganem — MCB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🎯 Objectifs pédagogiques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Comprendre les concepts clés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Appliquer les compétences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Évaluer les technologies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📋 Plan du cours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1 — Vocabulaire de base(15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2 — Entrée / Traitement / Sortie(15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3 — RAM vs stockage(18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4 — Choix de support(18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5 — Bonnes pratiques(14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6 — Architecture des ordinateurs et recherche(10 min)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1 — Vocabulaire de base(15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:Définissez : informatique, hardware, software, CPU, RAM, SSD.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:Informatique = traitement automatique de l'information ; hardware = matériel ; software = logiciels ; CPU = processeur ; RAM = mémoire vive volatile ; SSD = stockage rapide non volatile.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2 — Entrée / Traitement / Sortie(15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:Classez : clavier, écran, processeur, imprimante, micro, disque dur.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:Entrée : clavier, micro ; Traitement : processeur ; Sortie : écran, imprimante ; Stockage : disque dur.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3 — RAM vs stockage(18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:Pourquoi un document non sauvegardé disparaît-il après une coupure de courant ?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:Les données en cours d'édition sont en RAM (volatile). Sans enregistrement sur disque/SSD/cloud, elles sont perdues à l'arrêt.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4 — Choix de support(18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:Pour travail quotidien, archive longue durée, transport de fichiers — recommandez un support et justifiez.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:SSD pour usage quotidien ; HDD ou cloud pour archives ; clé USB pour transport ponctuel.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5 — Bonnes pratiques(14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:Listez 6 bonnes pratiques importantes pour un étudiant.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:Sauvegardes régulières, mises à jour, antivirus, organisation des dossiers, règle 3-2-1, distinction RAM/stockage.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6 — Architecture des ordinateurs et recherche(10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:Comparez l'architecture von Neumann et Harvard. Pour chaque modèle, citez un usage dans un contexte de recherche en didactique des langues.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détaillé :Von Neumann : bus unique pour données et instructions (PC classique). Harvard : bus séparés (microcontrôleurs, DSP). Usage recherche : simulation d'environnements d'apprentissage (von Neumann pour Moodle, Harvard pour systèmes embarqués pédagogiques).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:Définissez : informatique, hardware, software, CPU, RAM, SSD.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:Classez : clavier, écran, processeur, imprimante, micro, disque dur.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:Pourquoi un document non sauvegardé disparaît-il après une coupure de courant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:Définissez : informatique, hardware, software, CPU, RAM, SSD.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:Classez : clavier, écran, processeur, imprimante, micro, disque dur.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:Pourquoi un document non sauvegardé disparaît-il après une coupure de courant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:Définissez : informatique, hardware, software, CPU, RAM, SSD.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:Classez : clavier, écran, processeur, imprimante, micro, disque dur.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:Pourquoi un document non sauvegardé disparaît-il après une coupure de courant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val="F4F6F8"/&gt;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:Définissez : informatique, hardware, software, CPU, RAM, SSD.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:Classez : clavier, écran, processeur, imprimante, micro, disque dur.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:Pourquoi un document non sauvegardé disparaît-il après une coupure de courant ?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:Pour travail quotidien, archive longue durée, transport de fichiers — recommandez un support et justifiez.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:Listez 6 bonnes pratiques importantes pour un étudiant.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✏️ Exercices d'application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Définir les concepts principaux du cours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Identifier les applications pratiques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Résoudre les exercices du TD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Synthétiser les points clés en un paragraphe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Préparer une courte présentation orale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val="FFFFFF"/&gt;</a:solidFill>
              </a:defRPr>
            </a:pPr>
            <a:r>
              <a:t>🎓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val="DFE5EA"/&gt;</a:solidFill>
              </a:defRPr>
            </a:pPr>
            <a:r>
              <a:t>Dr. BELACEL Madani</a:t>
            </a:r>
            <a:br/>
            <a:r>
              <a:t>Maître de Conférences B</a:t>
            </a:r>
            <a:br/>
            <a:r>
              <a:t>Université de Mostaganem</a:t>
            </a:r>
            <a:br/>
            <a:r>
              <a:t>madani.belacel@univ-mosta.dz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4572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