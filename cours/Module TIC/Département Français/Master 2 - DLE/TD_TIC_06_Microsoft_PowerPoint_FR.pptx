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06 — Microsoft PowerPoint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Structure 10 slides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Réduction de texte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Transition fade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Insertion graphique Excel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Export et checklist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PowerPoint pour soutenance de mémoire(10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Structure 10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Slide 1 : titre.</a:t>
            </a:r>
            <a:br/>
            <a:r>
              <a:t>- Slide 2 : objectifs ou problématique.</a:t>
            </a:r>
            <a:br/>
            <a:r>
              <a:t>- Slide 3 : plan en 3 parties.</a:t>
            </a:r>
            <a:br/>
            <a:r>
              <a:t>- Slides 4–7 : une idée par slide.</a:t>
            </a:r>
            <a:br/>
            <a:r>
              <a:t>- Slide 8 : exemple concret.</a:t>
            </a:r>
            <a:br/>
            <a:r>
              <a:t>- Slide 9 : synthèse.</a:t>
            </a:r>
            <a:br/>
            <a:r>
              <a:t>- Slide 10 : conclusion / questions.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Réduction de 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Identifier l'idée centrale.</a:t>
            </a:r>
            <a:br/>
            <a:r>
              <a:t>- Supprimer redondances et adverbes inutiles.</a:t>
            </a:r>
            <a:br/>
            <a:r>
              <a:t>- Utiliser nominalisations (« croissance » vs « il y a eu une augmentation »).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Transition fade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Transitions → Fondu → Appliquer à tout.</a:t>
            </a:r>
            <a:br/>
            <a:r>
              <a:t>- Durée : 0,7 s dans le volet Transitions.</a:t>
            </a:r>
            <a:br/>
            <a:r>
              <a:t>- Tester en mode Diaporama (F5).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Insertion graphique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Excel : sélectionner graphique → Copier.</a:t>
            </a:r>
            <a:br/>
            <a:r>
              <a:t>- PowerPoint slide 8 → Coller → Coller spécial → Image (bitmap) si stabilité requise.</a:t>
            </a:r>
            <a:br/>
            <a:r>
              <a:t>- Redimensionner en conservant les proportions (Maj+ glisser coin).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Export et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Fichier → Exporter → Créer PDF.</a:t>
            </a:r>
            <a:br/>
            <a:r>
              <a:t>- Ouvrir PDF : texte lisible, pas de coupure.</a:t>
            </a:r>
            <a:br/>
            <a:r>
              <a:t>- Vérifier numérotation et titre sur chaque slide si prévus par le modèle.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PowerPoint pour soutenance de mémoire(10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:Concevez le plan d'une présentation de soutenance de mémoire (10 diapos) : problématique, corpus, méthode, résultats, discussion. Ajoutez une diapositive avec une infographie de vos résultats.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:Diapo 1 : Titre + directeurs. 2 : Problématique. 3 : État de l'art. 4 : Questions recherche. 5 : Méthodologie. 6 : Corpus. 7-8 : Résultats clés (graphiques). 9 : Discussion. 10 : Conclusion + perspectives. Infographie : utiliser SmartArt ou icônes PowerPoint.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