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05 — Microsoft Excel : Analyse de Données pour la Recherche en Langues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Comprendre le rôle du tableur dans la recherche quantitative en sciences du langage</a:t>
            </a:r>
            <a:br/>
            <a:r>
              <a:t>- Distinguer les types de données (nominal, ordinal, intervalle, ratio) et leur traitement dans Excel</a:t>
            </a:r>
            <a:br/>
            <a:r>
              <a:t>- Maîtriser les fonctions statistiques de base pour l'analyse de corpus et d'enquêtes</a:t>
            </a:r>
            <a:br/>
            <a:r>
              <a:t>- Connaître les principes de nettoyage et de préparation des données pour l'analyse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Créer et gérer une base de données de recherche (corpus, enquête, lexique) dans Excel</a:t>
            </a:r>
            <a:br/>
            <a:r>
              <a:t>- Utiliser les fonctions avancées : RECHERCHEV, SI, SOMME.SI, NB.SI, fonctions de texte</a:t>
            </a:r>
            <a:br/>
            <a:r>
              <a:t>- Réaliser des graphiques scientifiques (histogrammes, courbes, nuages de points, boîtes à moustaches)</a:t>
            </a:r>
            <a:br/>
            <a:r>
              <a:t>- Nettoyer et structurer des données textuelles pour l'analyse quantitative</a:t>
            </a:r>
            <a:br/>
            <a:r>
              <a:t>- Exporter des données vers d'autres outils (SPSS, R, Python)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Adopter une démarche rigoureuse de gestion des données de recherche</a:t>
            </a:r>
            <a:br/>
            <a:r>
              <a:t>- Vérifier la cohérence et la fiabilité des données saisies</a:t>
            </a:r>
            <a:br/>
            <a:r>
              <a:t>- Documenter ses traitements pour assurer la reproductibilité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25 % + Projet « Analyse quantitative d'un corpus ou d'une enquête » 35 % + QCM 20 % + Examen pratique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1.1 Pourquoi Excel en Master Langue et Culture 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2.1 Rappel : interface et concepts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2.3 Structurer une base de données de recherche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:Master 1 Langue et Culture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04 ; Word (styles, citations) ; notions de base de calcul arithmétique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Comprendre le rôle du tableur dans la recherche quantitative en sciences du langage</a:t>
            </a:r>
            <a:br/>
            <a:r>
              <a:t>- Distinguer les types de données (nominal, ordinal, intervalle, ratio) et leur traitement dans Excel</a:t>
            </a:r>
            <a:br/>
            <a:r>
              <a:t>- Maîtriser les fonctions statistiques de base pour l'analyse de corpus et d'enquêtes</a:t>
            </a:r>
            <a:br/>
            <a:r>
              <a:t>- Connaître les principes de nettoyage et de préparation des données pour l'analyse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Créer et gérer une base de données de recherche (corpus, enquête, lexique) dans Excel</a:t>
            </a:r>
            <a:br/>
            <a:r>
              <a:t>- Utiliser les fonctions avancées : RECHERCHEV, SI, SOMME.SI, NB.SI, fonctions de texte</a:t>
            </a:r>
            <a:br/>
            <a:r>
              <a:t>- Réaliser des graphiques scientifiques (histogrammes, courbes, nuages de points, boîtes à moustaches)</a:t>
            </a:r>
            <a:br/>
            <a:r>
              <a:t>- Nettoyer et structurer des données textuelles pour l'analyse quantitative</a:t>
            </a:r>
            <a:br/>
            <a:r>
              <a:t>- Exporter des données vers d'autres outils (SPSS, R, Python)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Adopter une démarche rigoureuse de gestion des données de recherche</a:t>
            </a:r>
            <a:br/>
            <a:r>
              <a:t>- Vérifier la cohérence et la fiabilité des données saisies</a:t>
            </a:r>
            <a:br/>
            <a:r>
              <a:t>- Documenter ses traitements pour assurer la reproductibilité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25 % + Projet « Analyse quantitative d'un corpus ou d'une enquête » 35 % + QCM 20 % + Examen pratique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Atelier : création d'une base de données d'enquête sociolinguistique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TP : analyse statistique descriptive d'un corpus textuel (fréquences lexicales)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Exercice : nettoyage et préparation d'un fichier de données brut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fonctions Excel et analyse de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TP noté : fichier Excel complet avec données nettoyées, analyses statistiques, graphiques et interprétation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Biber, D., Conrad, S., &amp; Reppen, R. (1998).Corpus Linguistics: Investigating Language Structure and Use. Cambridge University Press.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Baayen, R. H. (2008).Analyzing Linguistic Data: A Practical Introduction to Statistics Using R. Cambridge University Press.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Levshina, N. (2015).How to Do Linguistics with R. John Benjamins.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Wickham, H. &amp; Grolemund, G. (2017).R for Data Science. O'Reilly.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Microsoft Learn — Excel pour l'analyse de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n° 933du 28 juillet 2016 — UEM 1.1 Méthodologie : la maîtrise des outils de traitement et d'analyse de données quantitatives est une compétence évaluée dans le cadre des enseignements méthodologiques du Master.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CNE (Compétences Numériques Essentielles)— Domaine 1 (Information et données) et Domaine 3 (Création de contenu). Les compétences visées incluent :</a:t>
            </a:r>
            <a:br/>
            <a:r>
              <a:t>- Traiter des données avec un tableur</a:t>
            </a:r>
            <a:br/>
            <a:r>
              <a:t>- Visualiser des données sous forme graphique</a:t>
            </a:r>
            <a:br/>
            <a:r>
              <a:t>- Appliquer des traitements statistiques de base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Plan National de Développement de la Recherche (PNDR) 2025-2029: l'axe « Sciences Humaines et Sociales à l'ère du numérique » encourage l'utilisation des méthodes quantitatives et computationnelles dans la recherche en langues et cultures.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: Excel dans la recherche en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Types de données et structuration d'une base de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Nettoyage et préparation des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Fonctions essentielles pour l'analyse linguistique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Fonctions de texte pour le traitement de corpus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Statistiques descriptives pour les données langagières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Graphiques scientifiques pour la recherche en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Export, interopérabilité et bonnes pratiques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 vers PowerPoint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1.1 Pourquoi Excel en Master Langue et Culture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Excel n'est pas un outil « réservé aux comptables ». En sciences du langage, il permet de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Analyser des enquêtes sociolinguistiques: dépouiller des questionnaires, croiser des variables (âge × usage du dialecte, niveau d'études × compétence en français)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Gérer des corpus textuels: compiler des métadonnées (auteur, date, genre, nombre de mots), calculer des fréquences lexicales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Analyser des données lexicales: créer des lexiques de fréquence, étudier la richesse lexicale (type/token ratio), la densité lexicale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Visualiser des données: produire des graphiques pour illustrer ses résultats dans le mémoire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Préparer des données pour des outils avancés: structurer des données pour les importer dans R, SPSS, AntConc, Python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2.1 Rappel : interface et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Classeur(.xlsx) : fichier contenant plusieurs feuilles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Feuille(Sheet) : grille de cellules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Cellule: intersection ligne/colonne (ex: B5)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Plage: ensemble de cellules (ex: A1:D10)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Tableau structuré:Insertion → Tableau(ouCtrl+T) → plage nommée avec filtres automatiques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Comprendre le rôle du tableur dans la recherche quantitative en sciences du langage</a:t>
            </a:r>
            <a:br/>
            <a:r>
              <a:t>- Distinguer les types de données (nominal, ordinal, intervalle, ratio) et leur traitement dans Excel</a:t>
            </a:r>
            <a:br/>
            <a:r>
              <a:t>- Maîtriser les fonctions statistiques de base pour l'analyse de corpus et d'enquêtes</a:t>
            </a:r>
            <a:br/>
            <a:r>
              <a:t>- Connaître les principes de nettoyage et de préparation des données pour l'analyse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Atelier : création d'une base de données d'enquête sociolinguistique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fonctions Excel et analyse de données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Biber, D., Conrad, S., &amp; Reppen, R. (1998).Corpus Linguistics: Investigating Language Structure and Use. Cambridge University Press.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