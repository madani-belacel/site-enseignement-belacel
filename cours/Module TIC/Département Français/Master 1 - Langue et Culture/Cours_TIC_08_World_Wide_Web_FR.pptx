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Décomposer une URL et comprendre l'architecture client-serveur</a:t>
            </a:r>
            <a:br/>
            <a:r>
              <a:t>- Décrire le fonctionnement du Web comme espace documentaire et objet de recherche</a:t>
            </a:r>
            <a:br/>
            <a:r>
              <a:t>- Expliquer les principes du Web sémantique et du Web 2.0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Utiliser des outils de web scraping pour constituer un corpus textuel</a:t>
            </a:r>
            <a:br/>
            <a:r>
              <a:t>- Évaluer la qualité d'une source Web selon des critères académiques rigoureux</a:t>
            </a:r>
            <a:br/>
            <a:r>
              <a:t>- Analyser du contenu généré par les utilisateurs (UGC) comme donnée de recherche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Sensibilisation à l'archivage du Web pour la mémoire culturelle</a:t>
            </a:r>
            <a:br/>
            <a:r>
              <a:t>- Éthique du scraping et respect des conditions d'utilisation des sites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25 % + Analyse de corpus Web 40 % + QCM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— Le Web comme objet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Architecture du Web : client-serveur(10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URL : structure et syntaxe avancée(10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 ; notions de base sur HTTP et HTML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Décomposer une URL et comprendre l'architecture client-serveur</a:t>
            </a:r>
            <a:br/>
            <a:r>
              <a:t>- Décrire le fonctionnement du Web comme espace documentaire et objet de recherche</a:t>
            </a:r>
            <a:br/>
            <a:r>
              <a:t>- Expliquer les principes du Web sémantique et du Web 2.0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Utiliser des outils de web scraping pour constituer un corpus textuel</a:t>
            </a:r>
            <a:br/>
            <a:r>
              <a:t>- Évaluer la qualité d'une source Web selon des critères académiques rigoureux</a:t>
            </a:r>
            <a:br/>
            <a:r>
              <a:t>- Analyser du contenu généré par les utilisateurs (UGC) comme donnée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Sensibilisation à l'archivage du Web pour la mémoire culturelle</a:t>
            </a:r>
            <a:br/>
            <a:r>
              <a:t>- Éthique du scraping et respect des conditions d'utilisation des sites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25 % + Analyse de corpus Web 40 % + QCM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Mini-projet : constitution d'un petit corpus Web (10 pages) sur un thème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critique d'un site Web avec la grille CRAP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Dépôt du corpus + fiche méthodologique (outils, critères, limites)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Web / HTTP / HTML / Web sémantique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Barats, C. (2013).Manuel d'analyse du web en sciences humaines et sociales. Armand Colin.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Rogers, R. (2013).Digital Methods. MIT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Berners-Lee, T. (2000).Weaving the Web. HarperCollins.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Hockx-Yu, H. (2014). « Web Archiving at the British Library ».Digital Humanities Quarterly, 8(2).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MDN Web Docs — HTML, HTTP, URL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933 (2016): Les compétences en analyse des médias numériques font partie du référentiel du Master Langue et Culture.Arrêté 129 (2019): Introduction des humanités numériques (Digital Humanities) dans les programmes de lettres.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Loi 08-15 (2008)sur le droit d'auteur : le contenu Web est protégé. Le scraping et la réutilisation de données en ligne doivent respecter les licenses. Lecode pénal algérien(art. 303 bis) sanctionne l'accès frauduleux aux systèmes informatiques.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Recommandation CNREN: Utiliser les corpus Web dans la recherche en lettres et langues, conformément aux principes de la science ouverte.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— Le Web comme objet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Architecture du Web : client-serveur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 : structure et syntaxe avancée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HTTP/HTTPS : protocoles et sécurité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HTML : structure sémantique des pages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scraping : constitution de corpus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2.0 et contenu généré par les utilisateurs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sémantique et données liées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Archivage du Web pour la mémoire culturelle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 des sources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— Le Web comme objet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LeWorld Wide Web(WWW) a été inventé en 1989 parTim Berners-Leeau CERN pour faciliter le partage de documents entre chercheurs. Aujourd'hui, le Web est à la fois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Uneinfrastructure documentaire(pages, médias, applications)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Unobjet d'étudepour les sciences du langage et de la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Unterrain de collecte(corpus, enquêtes, observations)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Master Langue et Culture: le Web permet d'étudier les discours en ligne, les communautés virtuelles, l'évolution des langues, et la circulation des contenus culturels. L'analyse du Web s'inscrit dans le courant desDigital Humanities(Humanités Numériques).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Architecture du Web : client-serveur(10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client-serveur:</a:t>
            </a:r>
            <a:br/>
            <a:r>
              <a:t>-Client: navigateur (Chrome, Firefox, Edge) envoie une requête HTTP</a:t>
            </a:r>
            <a:br/>
            <a:r>
              <a:t>-Serveur: hébergeur (Apache, Nginx) renvoie la ressource (HTML, CSS, JS, média)</a:t>
            </a:r>
            <a:br/>
            <a:r>
              <a:t>-Protocole: HTTP/HTTPS (couche application de TCP/IP)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Cycle requête-réponse: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Middlewaredans le contexte académique :</a:t>
            </a:r>
            <a:br/>
            <a:r>
              <a:t>-Proxy universitaire: intercepte les requêtes pour l'authentification aux ressources payantes</a:t>
            </a:r>
            <a:br/>
            <a:r>
              <a:t>-CDN(Content Delivery Network) : accélère la livraison des contenus</a:t>
            </a:r>
            <a:br/>
            <a:r>
              <a:t>-Cache: stockage local (navigateur) et intermédiaire (proxy)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Décomposer une URL et comprendre l'architecture client-serveur</a:t>
            </a:r>
            <a:br/>
            <a:r>
              <a:t>- Décrire le fonctionnement du Web comme espace documentaire et objet de recherche</a:t>
            </a:r>
            <a:br/>
            <a:r>
              <a:t>- Expliquer les principes du Web sémantique et du Web 2.0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Mini-projet : constitution d'un petit corpus Web (10 pages) sur un thème linguistique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Dépôt du corpus + fiche méthodologique (outils, critères, limites)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Barats, C. (2013).Manuel d'analyse du web en sciences humaines et sociales. Armand Colin.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