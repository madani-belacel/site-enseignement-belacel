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Définir Internet, TCP/IP, DNS, FAI dans une perspective d'infrastructure de recherche</a:t>
            </a:r>
            <a:br/>
            <a:r>
              <a:t>- Distinguer Internet et Web comme strates technique et applicative</a:t>
            </a:r>
            <a:br/>
            <a:r>
              <a:t>- Expliquer le fonctionnement des bibliothèques numériques et archives ouvertes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Accéder aux ressources académiques via le réseau universitaire (proxy, VPN)</a:t>
            </a:r>
            <a:br/>
            <a:r>
              <a:t>- Utiliser les moteurs de recherche académiques (Google Scholar, HAL, Cairn) via Internet</a:t>
            </a:r>
            <a:br/>
            <a:r>
              <a:t>- Configurer un profil ORCID et identifier son identité numérique de chercheur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Usage éthique et responsable des ressources numériques académiques</a:t>
            </a:r>
            <a:br/>
            <a:r>
              <a:t>- Respect du droit d'auteur et des licences Creative Commons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Fiche de lecture sur article Internet Linguistics 40 % + QCM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— Internet comme infrastructure de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histoire d'Internet(15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mondial et protocole TCP/IP(10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1 Langue et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01–06 ; notions de base en recherche documentaire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Définir Internet, TCP/IP, DNS, FAI dans une perspective d'infrastructure de recherche</a:t>
            </a:r>
            <a:br/>
            <a:r>
              <a:t>- Distinguer Internet et Web comme strates technique et applicative</a:t>
            </a:r>
            <a:br/>
            <a:r>
              <a:t>- Expliquer le fonctionnement des bibliothèques numériques et archives ouvertes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Accéder aux ressources académiques via le réseau universitaire (proxy, VPN)</a:t>
            </a:r>
            <a:br/>
            <a:r>
              <a:t>- Utiliser les moteurs de recherche académiques (Google Scholar, HAL, Cairn) via Internet</a:t>
            </a:r>
            <a:br/>
            <a:r>
              <a:t>- Configurer un profil ORCID et identifier son identité numérique de chercheur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Usage éthique et responsable des ressources numériques académiques</a:t>
            </a:r>
            <a:br/>
            <a:r>
              <a:t>- Respect du droit d'auteur et des licences Creative Commons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Fiche de lecture sur article Internet Linguistics 40 % + QCM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 d'un article scientifique sur Internet Linguistics (Crystal 2011 ou équivalent)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Cartographie des ressources numériques pour la recherche en langue (bibliothèques, archives, corpus)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Fiche de lecture critique (2 pages) intégrant bibliographie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Internet / TCP/IP / ressources académiques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Pujolle, G. (2020).Les Réseaux(8e éd.). Eyrolles.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Crystal, D. (2011).Internet Linguistics: A Student Guide. Routledge.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Barats, C. (2013).Manuel d'analyse du web en sciences humaines et sociales. Armand Colin.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ANPT — https://www.anpt.dz (connexion Algérie)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HAL Université de Mostaganem — https://hal-univ-mosta.archives-ouvertes.fr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933 (2016)— Le Master Langue et Culture inclut l'UE « TIC et Recherche » qui vise à former les étudiants aux outils numériques académiques.Arrêté 129 (2019)— Renforcement des compétences numériques dans les formations de lettres et langues.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Plan National de Développement de l'Enseignement Supérieur (PNDES 2025-2030): L'accès aux ressources numériques et aux archives ouvertes est une priorité. LeCERIST(Centre de Recherche sur l'Information Scientifique et Technique) met à disposition des bibliothèques numériques via le réseau académique algérien.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— Internet comme infrastructure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histoire d'Internet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mondial et protocole 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Connexion à Internet — spécificité universitaire algérienne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≠ Web : clarification conceptuelle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et DNS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Bibliothèques numériques et archives ouvertes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Linguistics : langues et communautés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Identité numérique du chercheur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académique et éthique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— Internet comme infrastructure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Internetn'est pas une simple technologie : c'est l'infrastructure mondiale qui permet la communication scientifique, l'accès aux ressources documentaires, et la diffusion des résultats de recherche.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Master Langue et Culture, Internet est :</a:t>
            </a:r>
            <a:br/>
            <a:r>
              <a:t>- Unobjet d'étude(la communication en ligne, les communautés virtuelles)</a:t>
            </a:r>
            <a:br/>
            <a:r>
              <a:t>- Unoutil de recherche(corpus numériques, bibliothèques en ligne)</a:t>
            </a:r>
            <a:br/>
            <a:r>
              <a:t>- Unvecteur de diffusion(publication en accès ouvert, réseaux académiques)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Spécificité algérienne: Le réseau académique (viaANPTetCERIST) relie les universités algériennes entre elles et au réseau mondial (Internet2 / GÉANT). L'accès aux ressources payantes (Cairn, OpenEdition, Taylor &amp; Francis) se fait via le proxy institutionnel.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Définition et histoire d'Internet(15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réseau de réseaux interconnectés utilisant le protocoleTCP/IPpour acheminer des paquets de données.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Algérie: Introduction d'Internet au milieu des années 1990 (CERIST). Généralisation dans les universités à partir de 2005. Aujourd'hui : fibre optique dans les campus, connexion via le réseau RENATER-like algérien.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Définir Internet, TCP/IP, DNS, FAI dans une perspective d'infrastructure de recherche</a:t>
            </a:r>
            <a:br/>
            <a:r>
              <a:t>- Distinguer Internet et Web comme strates technique et applicative</a:t>
            </a:r>
            <a:br/>
            <a:r>
              <a:t>- Expliquer le fonctionnement des bibliothèques numériques et archives ouvertes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Analyse d'un article scientifique sur Internet Linguistics (Crystal 2011 ou équivalent)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de lecture critique (2 pages) intégrant bibliographie numérique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Pujolle, G. (2020).Les Réseaux(8e éd.). Eyrolles.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