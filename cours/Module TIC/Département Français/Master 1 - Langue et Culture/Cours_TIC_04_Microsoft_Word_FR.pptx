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Microsoft Word : Bureautique Académique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04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Interface Word</a:t>
            </a:r>
          </a:p>
          <a:p>
            <a:pPr>
              <a:defRPr sz="2000"/>
            </a:pPr>
            <a:r>
              <a:t>🎯 Mise en page académique</a:t>
            </a:r>
          </a:p>
          <a:p>
            <a:pPr>
              <a:defRPr sz="2000"/>
            </a:pPr>
            <a:r>
              <a:t>🎯 Styles et TDM</a:t>
            </a:r>
          </a:p>
          <a:p>
            <a:pPr>
              <a:defRPr sz="2000"/>
            </a:pPr>
            <a:r>
              <a:t>🎯 Export 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minutes</a:t>
            </a:r>
          </a:p>
          <a:p>
            <a:pPr>
              <a:defRPr sz="2000"/>
            </a:pPr>
            <a:r>
              <a:t>📋 Interface → Mise en page</a:t>
            </a:r>
          </a:p>
          <a:p>
            <a:pPr>
              <a:defRPr sz="2000"/>
            </a:pPr>
            <a:r>
              <a:t>📋 Styles → TDM</a:t>
            </a:r>
          </a:p>
          <a:p>
            <a:pPr>
              <a:defRPr sz="2000"/>
            </a:pPr>
            <a:r>
              <a:t>📋 Tableaux →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Interface de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Ruban et onglets</a:t>
            </a:r>
          </a:p>
          <a:p>
            <a:pPr>
              <a:defRPr sz="2000"/>
            </a:pPr>
            <a:r>
              <a:t>📝 Zone de page</a:t>
            </a:r>
          </a:p>
          <a:p>
            <a:pPr>
              <a:defRPr sz="2000"/>
            </a:pPr>
            <a:r>
              <a:t>📝 Volet navigation</a:t>
            </a:r>
          </a:p>
          <a:p>
            <a:pPr>
              <a:defRPr sz="2000"/>
            </a:pPr>
            <a:r>
              <a:t>📝 Barre d'état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Mise en page universitaire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📄 Police 12 pt</a:t>
            </a:r>
          </a:p>
          <a:p>
            <a:pPr>
              <a:defRPr sz="2000"/>
            </a:pPr>
            <a:r>
              <a:t>📄 Interligne 1,5</a:t>
            </a:r>
          </a:p>
          <a:p>
            <a:pPr>
              <a:defRPr sz="2000"/>
            </a:pPr>
            <a:r>
              <a:t>📄 Marges 2,5 cm</a:t>
            </a:r>
          </a:p>
          <a:p>
            <a:pPr>
              <a:defRPr sz="2000"/>
            </a:pPr>
            <a:r>
              <a:t>📄 Pagination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🎨 Titre 1, 2, 3</a:t>
            </a:r>
          </a:p>
          <a:p>
            <a:pPr>
              <a:defRPr sz="2000"/>
            </a:pPr>
            <a:r>
              <a:t>🎨 Style Normal</a:t>
            </a:r>
          </a:p>
          <a:p>
            <a:pPr>
              <a:defRPr sz="2000"/>
            </a:pPr>
            <a:r>
              <a:t>🎨 Homogénéité</a:t>
            </a:r>
          </a:p>
          <a:p>
            <a:pPr>
              <a:defRPr sz="2000"/>
            </a:pPr>
            <a:r>
              <a:t>🎨 Modifier un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des matières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📑 Prérequis styles</a:t>
            </a:r>
          </a:p>
          <a:p>
            <a:pPr>
              <a:defRPr sz="2000"/>
            </a:pPr>
            <a:r>
              <a:t>📑 Références → TDM</a:t>
            </a:r>
          </a:p>
          <a:p>
            <a:pPr>
              <a:defRPr sz="2000"/>
            </a:pPr>
            <a:r>
              <a:t>📑 Mise à jour auto</a:t>
            </a:r>
          </a:p>
          <a:p>
            <a:pPr>
              <a:defRPr sz="2000"/>
            </a:pPr>
            <a:r>
              <a:t>📑 Navigation rapide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Tableaux et listes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Listes numérotées</a:t>
            </a:r>
          </a:p>
          <a:p>
            <a:pPr>
              <a:defRPr sz="2000"/>
            </a:pPr>
            <a:r>
              <a:t>📊 Tableaux comparatifs</a:t>
            </a:r>
          </a:p>
          <a:p>
            <a:pPr>
              <a:defRPr sz="2000"/>
            </a:pPr>
            <a:r>
              <a:t>📊 Images légendées</a:t>
            </a:r>
          </a:p>
          <a:p>
            <a:pPr>
              <a:defRPr sz="2000"/>
            </a:pPr>
            <a:r>
              <a:t>📊 Éléments visuels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Export et bonnes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💾 .docx + .pdf</a:t>
            </a:r>
          </a:p>
          <a:p>
            <a:pPr>
              <a:defRPr sz="2000"/>
            </a:pPr>
            <a:r>
              <a:t>💾 Ctrl+S fréquent</a:t>
            </a:r>
          </a:p>
          <a:p>
            <a:pPr>
              <a:defRPr sz="2000"/>
            </a:pPr>
            <a:r>
              <a:t>💾 Nommage académique</a:t>
            </a:r>
          </a:p>
          <a:p>
            <a:pPr>
              <a:defRPr sz="2000"/>
            </a:pPr>
            <a:r>
              <a:t>💾 Version finale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Documents professionnels</a:t>
            </a:r>
          </a:p>
          <a:p>
            <a:pPr>
              <a:defRPr sz="2000"/>
            </a:pPr>
            <a:r>
              <a:t>✅ TD 04 — 1h30</a:t>
            </a:r>
          </a:p>
          <a:p>
            <a:pPr>
              <a:defRPr sz="2000"/>
            </a:pPr>
            <a:r>
              <a:t>✅ Prochain : Excel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