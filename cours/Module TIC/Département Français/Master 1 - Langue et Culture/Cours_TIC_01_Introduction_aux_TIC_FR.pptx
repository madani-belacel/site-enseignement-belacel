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01 — Introduction aux TIC (Master)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 :- Analyser l'impact des TIC sur la langue et la culture</a:t>
            </a:r>
            <a:br/>
            <a:r>
              <a:t>- Comprendre les enjeux de la médiation numérique</a:t>
            </a:r>
            <a:br/>
            <a:r>
              <a:t>- Connaître les outils numériques pour l'étude des langues et cultures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Savoir-faire :- Utiliser des corpus numériques pour l'analyse linguistique</a:t>
            </a:r>
            <a:br/>
            <a:r>
              <a:t>- Créer des ressources culturelles numériques</a:t>
            </a:r>
            <a:br/>
            <a:r>
              <a:t>- Analyser des discours médiatiques en ligne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Savoir-être :- Adopter une posture critique sur les médias numériques</a:t>
            </a:r>
            <a:br/>
            <a:r>
              <a:t>- Respecter la diversité culturelle dans les échanges en ligne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Projet culture numérique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Définition(10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Schéma des mutations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Impacts spécifiques au contexte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La médiation numérique en contexte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Étapes pratiques d'utilisation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5. Analyse des Discours Numériques(15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Méthodes d'ethnographie numérique pour Master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:Étudiants Master 1 Langue et Culture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:Licence validée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 :- Analyser l'impact des TIC sur la langue et la culture</a:t>
            </a:r>
            <a:br/>
            <a:r>
              <a:t>- Comprendre les enjeux de la médiation numérique</a:t>
            </a:r>
            <a:br/>
            <a:r>
              <a:t>- Connaître les outils numériques pour l'étude des langues et cultures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Savoir-faire :- Utiliser des corpus numériques pour l'analyse linguistique</a:t>
            </a:r>
            <a:br/>
            <a:r>
              <a:t>- Créer des ressources culturelles numériques</a:t>
            </a:r>
            <a:br/>
            <a:r>
              <a:t>- Analyser des discours médiatiques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 :- Adopter une posture critique sur les médias numériques</a:t>
            </a:r>
            <a:br/>
            <a:r>
              <a:t>- Respecter la diversité culturelle dans les échanges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Projet culture numérique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des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TIC et mutations culturelles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Médiation numérique de la langue et de la culture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Outils numériques pour l'étude linguistique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 des discours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Création de ressources culturelles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Enjeux éthiques et sociétaux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Définition(10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LesTICsont l'ensemble des technologies numériques qui permettent de créer, traiter, diffuser et échanger de l'information.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Spécificité pour Langue et Culture :Les TIC ne sont pas neutres — elles portent desvaleurs culturelleset transforment lespratiques linguistiques.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Schéma des mutations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Globalisation culturellevia les réseaux sociaux (Instagram, TikTok, YouTube)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Nouvelles pratiques d'écriture: SMS, WhatsApp, tweets — influence sur l'orthographe et la syntaxe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Médiation culturelle: musées virtuels, visites 360°, expositions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Création numérique: blogs culturels, vidéos, podcasts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Impacts spécifiques au contexte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Influence sur l'arabe et le français en Algérie: émergence du code-switching numérique (arabe dialectal, français, tamazight) dans les conversations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Littérature numérique algérienne: blogs littéraires, poésie numérique, récits transmédias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Multilinguisme en ligne: coexistence de l'arabe standard, du français, de l'anglais et du tamazight dans les espaces numériques algériens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Réseaux sociaux et identité culturelle: expression identitaire via Facebook, YouTube (chaînes culturelles, débats linguistiques)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La médiation numérique en contexte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Utilisation massive de Facebook comme espace de débat linguistique et culturel (pages d'écrivains, de poètes, de militants culturels)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Chaînes YouTube dédiées à l'apprentissage du tamazight, de l'arabe dialectal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Podcasts algériens sur la littérature, l'histoire et la culture (ex. "Chroniques algériennes")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Archives numérisées du patrimoine (bibliothèque numérique d'Alger, archives de l'INA)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Étapes pratiques d'utilisation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Définir la question de recherche(ex. : évolution du vocabulaire culturel algérien)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Constituer le corpus(collecte via web scraping ou bases existantes)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Prétraiter les données(nettoyage, normalisation, métadonnées)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Analyser avec un outil(Iramuteq pour classification, AntConc pour concordances)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Visualiser et interpréter(Voyant Tools pour graphiques)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Rédiger les résultatsavec extraits contextualisés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5. Analyse des Discours Numériques(15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Twitter/X: analyse de hashtags et de réseaux d'influence (retweets, mentions)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Forums: analyse des interactions argumentatives et des communautés de pratique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YouTube: analyse des commentaires, sentiment analysis, discours audiovisuels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Sites d'information: analyse idéologique, framing, analyse de contenu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Public visé :Étudiants Master 1 Langue et Culture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Savoir :- Analyser l'impact des TIC sur la langue et la culture</a:t>
            </a:r>
            <a:br/>
            <a:r>
              <a:t>- Comprendre les enjeux de la médiation numérique</a:t>
            </a:r>
            <a:br/>
            <a:r>
              <a:t>- Connaître les outils numériques pour l'étude des langues et cultures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des TIC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LesTICsont l'ensemble des technologies numériques qui permettent de créer, traiter, diffuser et échanger de l'information.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Globalisation culturellevia les réseaux sociaux (Instagram, TikTok, YouTube)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