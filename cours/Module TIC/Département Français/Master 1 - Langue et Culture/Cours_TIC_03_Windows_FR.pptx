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Cours TIC 03 — Windows : Organisation Numérique pour la Recherche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 :- Maîtriser l'organisation du système de fichiers Windows pour la recherche académique</a:t>
            </a:r>
            <a:br/>
            <a:r>
              <a:t>- Comprendre les principes d'arborescence pour les données de recherche</a:t>
            </a:r>
            <a:br/>
            <a:r>
              <a:t>- Distinguer les formats de fichiers pour les données scientifiques (TXT, CSV, XML, JSON, TSV)</a:t>
            </a:r>
            <a:br/>
            <a:r>
              <a:t>- Connaître les outils Windows pour la recherche : Explorateur avancé, PowerShell, sous-système Linux (WSL)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savoir-faire :- Structurer un espace de travail pour un projet de recherche / mémoire</a:t>
            </a:r>
            <a:br/>
            <a:r>
              <a:t>- Utiliser les outils de gestion bibliographique (Zotero) sous Windows</a:t>
            </a:r>
            <a:br/>
            <a:r>
              <a:t>- Automatiser des tâches simples de gestion de fichiers (renommage, tri)</a:t>
            </a:r>
            <a:br/>
            <a:r>
              <a:t>- Maîtriser la recherche avancée de fichiers par métadonnées et contenu</a:t>
            </a:r>
            <a:br/>
            <a:r>
              <a:t>- Utiliser les outils d'accessibilité et de productivité pour la rédaction scientifique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savoir-être :- Adopter une organisation méthodique et reproductible de ses données de recherche</a:t>
            </a:r>
            <a:br/>
            <a:r>
              <a:t>- Respecter les principes FAIR (Findable, Accessible, Interoperable, Reusable) dans la gestion de ses fichiers</a:t>
            </a:r>
            <a:br/>
            <a:r>
              <a:t>- Développer une culture de la sauvegarde et de l'archivage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Mode d'évaluation :TD 30 % + Projet « Organisation d'un espace de recherche numérique » 30 % + QCM 20 % + Examen pratique 20 %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Fiche cours — Plateforme e-learning (Moodle)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Objectifs de l'enseignement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Activités d'apprentissage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Activités d'évaluation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Bibliographie et ressources externes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Contexte réglementaire algérien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Plan du Cours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1.1 Pourquoi Windows est crucial en Master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2.4 Métadonnées et recherche avancée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3.2 Le format TEI (Text Encoding Initiative)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Fiche cours — Plateforme e-learning (Moodle)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Public visé :Master 1 Langue et Culture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Compétences pré-requises :TIC 02 ; architecture de l'ordinateur ; notions de fichiers et dossiers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Objectifs de l'enseignement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 :- Maîtriser l'organisation du système de fichiers Windows pour la recherche académique</a:t>
            </a:r>
            <a:br/>
            <a:r>
              <a:t>- Comprendre les principes d'arborescence pour les données de recherche</a:t>
            </a:r>
            <a:br/>
            <a:r>
              <a:t>- Distinguer les formats de fichiers pour les données scientifiques (TXT, CSV, XML, JSON, TSV)</a:t>
            </a:r>
            <a:br/>
            <a:r>
              <a:t>- Connaître les outils Windows pour la recherche : Explorateur avancé, PowerShell, sous-système Linux (WSL)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savoir-faire :- Structurer un espace de travail pour un projet de recherche / mémoire</a:t>
            </a:r>
            <a:br/>
            <a:r>
              <a:t>- Utiliser les outils de gestion bibliographique (Zotero) sous Windows</a:t>
            </a:r>
            <a:br/>
            <a:r>
              <a:t>- Automatiser des tâches simples de gestion de fichiers (renommage, tri)</a:t>
            </a:r>
            <a:br/>
            <a:r>
              <a:t>- Maîtriser la recherche avancée de fichiers par métadonnées et contenu</a:t>
            </a:r>
            <a:br/>
            <a:r>
              <a:t>- Utiliser les outils d'accessibilité et de productivité pour la rédaction scientifique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savoir-être :- Adopter une organisation méthodique et reproductible de ses données de recherche</a:t>
            </a:r>
            <a:br/>
            <a:r>
              <a:t>- Respecter les principes FAIR (Findable, Accessible, Interoperable, Reusable) dans la gestion de ses fichiers</a:t>
            </a:r>
            <a:br/>
            <a:r>
              <a:t>- Développer une culture de la sauvegarde et de l'archivage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Mode d'évaluation :TD 30 % + Projet « Organisation d'un espace de recherche numérique » 30 % + QCM 20 % + Examen pratique 20 %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Activités d'apprentissage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Atelier : construction d'une arborescence pour projet de mémoireM1_Langues_Culture/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TP : installation et configuration de Zotero avec son plugin Word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Exercice : renommage batch de fichiers de corpus avec PowerShell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Activités d'évaluation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QCM gestion de fichiers et formats scientifiques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TP noté : organisation d'un dossier de recherche complet (corpus, bibliographie, brouillons, livrables)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Bibliographie et ressources externes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Microsoft Learn — Gestion des fichiers sous Windows 11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Zotero — Guide officiel de démarrage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Briney, K. (2015).Data Management for Researchers. Pelagic Publishing.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Wilkinson, M. et al. (2016). The FAIR Guiding Principles for scientific data management.Scientific Data, 3, 160018.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Guide étudiant Moodle Béjaïa — dépôt de fichiers et organisation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Contact enseignant :BELACEL Madani —madani.belacel@univ-mosta.dz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Contexte réglementaire algérien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Arrêté ministériel 933(2016) : les compétences en organisation et gestion de l'information numérique relèvent de l'unité UEM 1.1 (Méthodologie).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Décision n° 75(2021) : dépôt électronique des mémoires via la plateformeDépôt Légal Numérique(DLN) au format PDF/A.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Référentiel CNE— Domaine 2 (Communication et collaboration) : organisation des dossiers, partage cloud, nomenclature explicite.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Plan du Cours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Introduction : Windows comme environnement de recherche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Arborescence de recherche : principes et conventions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Formats de fichiers pour la recherche en langues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Outils avancés de gestion de fichiers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Gestion bibliographique avec Zotero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Automatisation et productivité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Sauvegarde, archivage et principes FAIR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Conclusion et transition vers Word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1.1 Pourquoi Windows est crucial en Master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Au niveau Licence, Windows était un outil pour accéder à Moodle, écrire des devoirs et naviguer. En Master, Windows devientl'environnement de travail du chercheur: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Gestion de données: organiser, nommer, trouver et archiver des centaines de fichiers (corpus, articles, notes, données brutes)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Écosystème logiciel: faire cohabiter Zotero, Word, AntConc, Python, TXM, navigateurs, lecteurs PDF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Interopérabilité: Windows doit dialoguer avec des serveurs Linux, des clouds, des bases de données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Automatisation: des tâches répétitives (renommage, conversion, tri) peuvent et doivent être automatisées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2.4 Métadonnées et recherche avancée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Windows indexe automatiquement les fichiers pour permettre une recherche par :</a:t>
            </a:r>
            <a:br/>
            <a:r>
              <a:t>-Nom et extension-Contenu textuel(Word, PDF, TXT) : taper un mot présent dans le document</a:t>
            </a:r>
            <a:br/>
            <a:r>
              <a:t>-Métadonnées: auteur, date de création, mots-clés (onglet Détails dans Propriétés)</a:t>
            </a:r>
            <a:br/>
            <a:r>
              <a:t>-Tags Windows: ajouter des tags aux fichiers de recherche (ex: #corpus, #litterature_algerienne)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Astuce Master: utilisezext:.pdf auteur:belaceldans la barre de recherche de l'Explorateur pour filtrer par extension ET auteur simultanément.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En termes de savoir :- Maîtriser l'organisation du système de fichiers Windows pour la recherche académique</a:t>
            </a:r>
            <a:br/>
            <a:r>
              <a:t>- Comprendre les principes d'arborescence pour les données de recherche</a:t>
            </a:r>
            <a:br/>
            <a:r>
              <a:t>- Distinguer les formats de fichiers pour les données scientifiques (TXT, CSV, XML, JSON, TSV)</a:t>
            </a:r>
            <a:br/>
            <a:r>
              <a:t>- Connaître les outils Windows pour la recherche : Explorateur avancé, PowerShell, sous-système Linux (WSL)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Atelier : construction d'une arborescence pour projet de mémoireM1_Langues_Culture/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QCM gestion de fichiers et formats scientifiques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Microsoft Learn — Gestion des fichiers sous Windows 11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