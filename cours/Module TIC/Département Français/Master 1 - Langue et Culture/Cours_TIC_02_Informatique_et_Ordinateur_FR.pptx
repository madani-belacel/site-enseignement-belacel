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02 — Informatique et Architecture de l'Ordinateur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Situer l'informatique dans le champ des Humanités Numériques (Digital Humanities)</a:t>
            </a:r>
            <a:br/>
            <a:r>
              <a:t>- Décrire le modèle de von Neumann et comprendre son rôle dans l'infrastructure de la recherche en langues</a:t>
            </a:r>
            <a:br/>
            <a:r>
              <a:t>- Expliquer les besoins spécifiques en puissance de calcul pour le TAL (Traitement Automatique des Langues)</a:t>
            </a:r>
            <a:br/>
            <a:r>
              <a:t>- Distinguer hardware, software, et leur articulation dans un environnement de recherche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Identifier les composants critiques d'une station de travail pour chercheur en langues (RAM, SSD, GPU)</a:t>
            </a:r>
            <a:br/>
            <a:r>
              <a:t>- Évaluer ses besoins matériels pour des projets de corpus, TAL ou analyse de données textuelles</a:t>
            </a:r>
            <a:br/>
            <a:r>
              <a:t>- Diagnostiquer un problème simple et utiliser les outils de monitoring système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Adopter une posture réflexive sur les choix technologiques dans la recherche en sciences humaines</a:t>
            </a:r>
            <a:br/>
            <a:r>
              <a:t>- Organiser son environnement numérique de travail selon les standards de la recherche académique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QCM 20 % + Projet « Analyse d'infrastructure numérique pour un projet de recherche » 30 % + Examen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1.1 Pourquoi ce cours est différent au niveau Master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1.2 Exemples concrets pour le Master Langue et Culture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2.1 Définition élargie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2.3 Enjeux épistémologiques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1 Langue et Culture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01 ; notions de fichiers et dossiers ; utilisation courante d'un navigateur et d'une suite bureautique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Situer l'informatique dans le champ des Humanités Numériques (Digital Humanities)</a:t>
            </a:r>
            <a:br/>
            <a:r>
              <a:t>- Décrire le modèle de von Neumann et comprendre son rôle dans l'infrastructure de la recherche en langues</a:t>
            </a:r>
            <a:br/>
            <a:r>
              <a:t>- Expliquer les besoins spécifiques en puissance de calcul pour le TAL (Traitement Automatique des Langues)</a:t>
            </a:r>
            <a:br/>
            <a:r>
              <a:t>- Distinguer hardware, software, et leur articulation dans un environnement de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Identifier les composants critiques d'une station de travail pour chercheur en langues (RAM, SSD, GPU)</a:t>
            </a:r>
            <a:br/>
            <a:r>
              <a:t>- Évaluer ses besoins matériels pour des projets de corpus, TAL ou analyse de données textuelles</a:t>
            </a:r>
            <a:br/>
            <a:r>
              <a:t>- Diagnostiquer un problème simple et utiliser les outils de monitoring système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Adopter une posture réflexive sur les choix technologiques dans la recherche en sciences humaines</a:t>
            </a:r>
            <a:br/>
            <a:r>
              <a:t>- Organiser son environnement numérique de travail selon les standards de la recherche académique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QCM 20 % + Projet « Analyse d'infrastructure numérique pour un projet de recherche » 30 % + Examen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Devoir : schéma annoté de l'infrastructure informatique nécessaire à un projet de recherche en linguistique de corpus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Atelier : évaluation des besoins matériels pour un mémoire utilisant des outils de TAL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architecture et humanités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Mini-projet : concevoir la fiche technique d'une station de travail pour chercheur en langues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Moretti, F. (2013).Distant Reading. Verso.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Berry, D. M. (2012).Understanding Digital Humanities. Palgrave Macmillan.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Schreibman, S., Siemens, R., &amp; Unsworth, J. (2004).A Companion to Digital Humanities. Blackwell.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Bird, S., Klein, E., &amp; Loper, E. (2009).Natural Language Processing with Python. O'Reilly.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Goupille — Technologie des ordinateurs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Infrastructure Machine 1 — Univ. Biskra (elearning.univ-biskra.dz)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L'informatique dans les Humanités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 de l'informatique et épistémologie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Architecture matérielle pour la recherche en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Composants critiques pour le TAL et l'analyse de corpus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Logiciels et écosystème numérique du chercheur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Infrastructures de calcul : Cloud, GPU, serveurs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Bonnes pratiques pour un chercheur en Master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Windows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1.1 Pourquoi ce cours est différent au niveau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Licence, l'informatique se limitait à l'utilisation des outils bureautiques. En Master 1 — Langue et Culture, l'ordinateur devient uninstrument de recherche à part entièreau même titre qu'un dictionnaire ou une bibliothèque.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Humanités Numériques (Digital Humanities): champ interdisciplinaire qui applique les méthodes computationnelles aux sciences humaines et sociales. Ce paradigme transforme profondément la recherche en langues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Distant Reading(Moretti, 2013) : lire des milliers de textes non pas un par un mais par l'analyse statistique de motifs, de thèmes, de styles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Corpus Linguistics: analyser des gigantesques corpus textuels (des millions de mots) avec des outils automatisés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Natural Language Processing (NLP/TAL): appliquer des modèles computationnels pour analyser la syntaxe, la sémantique, la pragmatique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Digital Archiving: numérisation, annotation et préservation des données linguistiques et culturelles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1.2 Exemples concrets pour le Master Langue et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Analyse stylométrique d'un corpus de 50 romans algériens francophones via l'outilStylo(R studio)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Construction d'un lexique de spécialité à partir d'un corpus de presse avecAntConc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Annotation morphosyntaxique automatique d'un corpus de tweets en arabe dialectal avecCAMeL Tools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Visualisation de réseaux de personnages dans une œuvre littéraire avecGephi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Analyse sentimentale d'un corpus de discours politiques avecPython (NLTK / spaCy)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2.1 Définition élargie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L'informatiqueest la science dutraitement automatique et systématique de l'informationà l'aide d'algorithmes exécutés par des machines programmables.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Au-delà de la définition technique, trois dimensions sont cruciales pour le chercheur en langues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Dimension technique: le fonctionnement interne de la machine (hardware, software, algorithmes)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Dimension méthodologique: comment l'informatique transforme les méthodes de recherche en sciences humaines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Dimension critique: quels biais et limites dans l'utilisation des outils computationnels pour l'étude du langage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Situer l'informatique dans le champ des Humanités Numériques (Digital Humanities)</a:t>
            </a:r>
            <a:br/>
            <a:r>
              <a:t>- Décrire le modèle de von Neumann et comprendre son rôle dans l'infrastructure de la recherche en langues</a:t>
            </a:r>
            <a:br/>
            <a:r>
              <a:t>- Expliquer les besoins spécifiques en puissance de calcul pour le TAL (Traitement Automatique des Langues)</a:t>
            </a:r>
            <a:br/>
            <a:r>
              <a:t>- Distinguer hardware, software, et leur articulation dans un environnement de recherche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Devoir : schéma annoté de l'infrastructure informatique nécessaire à un projet de recherche en linguistique de corpus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architecture et humanités numériques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Moretti, F. (2013).Distant Reading. Verso.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