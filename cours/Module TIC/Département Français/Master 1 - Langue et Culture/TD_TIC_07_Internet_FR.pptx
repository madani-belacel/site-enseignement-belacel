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Usages et sécurité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:Décrire les étapes pour connecter un portable au Wi-Fi du campus.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:Citer trois usages académiques d'Internet et deux précautions de sécurité sur réseau public.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