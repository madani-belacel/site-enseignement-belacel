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08 — World Wide Web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Décomposer une URL (protocole, domaine, chemin)</a:t>
            </a:r>
            <a:br/>
            <a:r>
              <a:t>- Décrire structure HTML de base</a:t>
            </a:r>
            <a:br/>
            <a:r>
              <a:t>- Appliquer critères CRAP à une page Web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Utiliser moteur de recherche avec requêtes booléennes simples</a:t>
            </a:r>
            <a:br/>
            <a:r>
              <a:t>- Inspecter une page (F12) pour comprendre structure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Esprit critique sur contenus en ligne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40 % + QCM 25 % + analyse URL 35 %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au Web(10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Navigateurs Web(15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URL et structure d'une adresse Web(15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Moteurs de recherche(10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Navigation sécurisée(10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Accessibilité et multilingue(10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:ENS 1ère et 2ème année — navigation Web académique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Décomposer une URL (protocole, domaine, chemin)</a:t>
            </a:r>
            <a:br/>
            <a:r>
              <a:t>- Décrire structure HTML de base</a:t>
            </a:r>
            <a:br/>
            <a:r>
              <a:t>- Appliquer critères CRAP à une page Web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Utiliser moteur de recherche avec requêtes booléennes simples</a:t>
            </a:r>
            <a:br/>
            <a:r>
              <a:t>- Inspecter une page (F12) pour comprendre structure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Esprit critique sur contenus en ligne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40 % + QCM 25 % + analyse URL 35 %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MDN Web Docs — HTML introduction ; Guide étudiant Moodle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au Web (WWW)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Navigateurs Web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Pages, sites et hyperliens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URL et structure d'une adresse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Protocoles HTTP et HTTPS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Recherche d'information sur le Web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Bonnes pratiques académiques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Introduction au Web(10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LeWorld Wide Web(WWW) permet d'accéder à des ressources via desURLet unnavigateur. Standard ouvert : HTML, HTTP, URLs.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Contexte Moodle : la plateforme e-learning est une application Web (PHP) accessible par navigateur.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Navigateurs Web(15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Navigateurs courants :Chrome,Firefox,Edge,Safari.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Mettre à jourle navigateur pour la sécurité (correctifs).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URL et structure d'une adresse Web(15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Exemple :https://elearning.univ-usto.dz/course/view.php?id=2094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HTTP(non chiffré, port 80) vsHTTPS(TLS, port 443, cadenas vert).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Moteurs de recherche(10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Google, Bing, DuckDuckGo: indexation + algorithme de pertinence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Requête booléenne:"TIC enseignement" AND Algérie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Critères CRAP: Currency, Reliability, Authority, Purpose (recherche documentaire)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Privilégier sources.edu,.gov, bases Cairn, HAL, Erudit pour travaux universitaires.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Navigation sécurisée(10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VérifierHTTPSet certificat (cadenas vert dans la barre d'adresse)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Ne pas saisir identifiants sur sites suspects (phishing)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Cookies: session Moodle ; ne pas les partager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Vie privée: navigation privée ≠ anonymat total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Décomposer une URL (protocole, domaine, chemin)</a:t>
            </a:r>
            <a:br/>
            <a:r>
              <a:t>- Décrire structure HTML de base</a:t>
            </a:r>
            <a:br/>
            <a:r>
              <a:t>- Appliquer critères CRAP à une page Web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MDN Web Docs — HTML introduction ; Guide étudiant Moodle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au Web (WWW)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LeWorld Wide Web(WWW) permet d'accéder à des ressources via desURLet unnavigateur. Standard ouvert : HTML, HTTP, URLs.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