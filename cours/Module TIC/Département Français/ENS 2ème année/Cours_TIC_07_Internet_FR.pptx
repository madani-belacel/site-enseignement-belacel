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07 — Introduction à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Définir Internet, TCP/IP, FAI</a:t>
            </a:r>
            <a:br/>
            <a:r>
              <a:t>- Distinguer Internet et Web</a:t>
            </a:r>
            <a:br/>
            <a:r>
              <a:t>- Expliquer adresse IP et DNS (notions)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Schématiser connexion domicile → FAI → Internet</a:t>
            </a:r>
            <a:br/>
            <a:r>
              <a:t>- Configurer connexion Wi-Fi/Ethernet institutionnelle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Usage responsable et sécurisé du réseau universitaire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40 % + QCM 30 % + examen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institutionnel — universités algériennes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— technologie Web(10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Définition et histoire d'Internet(15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Réseau mondial et protocole TCP/IP(15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Modèle TCP/IP — Vue d'ensemble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Connexion à Internet(10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:ENS 1ère et 2ème année — culture 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01–06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Définir Internet, TCP/IP, FAI</a:t>
            </a:r>
            <a:br/>
            <a:r>
              <a:t>- Distinguer Internet et Web</a:t>
            </a:r>
            <a:br/>
            <a:r>
              <a:t>- Expliquer adresse IP et DNS (notions)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Schématiser connexion domicile → FAI → Internet</a:t>
            </a:r>
            <a:br/>
            <a:r>
              <a:t>- Configurer connexion Wi-Fi/Ethernet institutionnelle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Usage responsable et sécurisé du réseau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40 % + QCM 30 % + examen 30 %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Cours Routage IP — Univ-Mosta (elearning.univ-usto.dz) ch. intro ; Pujolle — Cours réseaux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institutionnel — universités algériennes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Réseau académique: connexion via le Réseau National de la Recherche (RNR) géré par l'ANPT (Agence Nationale de Promotion des Technologies)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Plateformes: généralisation de Moodle depuis 2021 — 70 % des universités algériennes ont adopté Moodle comme LMS institutionnel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Infrastructure: fibre optique généralisée sur les campus algériens (Programme national 2019-2024)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Authentification: système OAuth institutionnel via le portail MesRS (www.mesrs.dz)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au Chapitre 2 : technologie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 et histoire d'Internet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Réseau mondial et protocole TCP/IP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Connexion à Internet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Différences Internet et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Adressage IP (notions)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Usages académiques et sécurité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Introduction — technologie Web(10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Internetest l'infrastructure mondiale ; leWebest un service qui s'exécute dessus (HTTP). Cette séance pose les fondations avant TIC 08 (WWW) et TIC 09 (réseaux).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Référence Univ-Mosta : cours « Routage IP » et module ISIL — notions d'adressage introduites ici.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Définition et histoire d'Internet(15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Définition: réseau de réseaux interconnectés, protocoleTCP/IP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ARPANET(1969) → TCP/IP (1983) →WWW(1991, Tim Berners-Lee)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Algérie: connexion académique puis généralisée ;ANPT/ opérateurs (Mobilis, Ooredoo, Algérie Télécom)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Réseau mondial et protocole TCP/IP(15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TCP/IP: suite de protocoles (4 couches simplifiées)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Application (HTTP, SMTP, DNS)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Transport (TCP fiable, UDP rapide)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Internet (IP — adressage)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Accès réseau (Ethernet, Wi-Fi)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Modèle TCP/IP — Vue d'ensemble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Paquet: unité de données routée hop par hop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FAI: Fournisseur d'Accès Internet — attribue IP publique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Définir Internet, TCP/IP, FAI</a:t>
            </a:r>
            <a:br/>
            <a:r>
              <a:t>- Distinguer Internet et Web</a:t>
            </a:r>
            <a:br/>
            <a:r>
              <a:t>- Expliquer adresse IP et DNS (notions)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Cours Routage IP — Univ-Mosta (elearning.univ-usto.dz) ch. intro ; Pujolle — Cours réseaux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Réseau académique: connexion via le Réseau National de la Recherche (RNR) géré par l'ANPT (Agence Nationale de Promotion des Technologies)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au Chapitre 2 : technologie Web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