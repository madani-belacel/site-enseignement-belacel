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Introduction à Internet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TIC 07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Maîtriser les notions du chapitre</a:t>
            </a:r>
          </a:p>
          <a:p>
            <a:pPr>
              <a:defRPr sz="2000"/>
            </a:pPr>
            <a:r>
              <a:t>🎯 Atelier poste informatique</a:t>
            </a:r>
          </a:p>
          <a:p>
            <a:pPr>
              <a:defRPr sz="2000"/>
            </a:pPr>
            <a:r>
              <a:t>🎯 Préparation TD et évaluation</a:t>
            </a:r>
          </a:p>
          <a:p>
            <a:pPr>
              <a:defRPr sz="2000"/>
            </a:pPr>
            <a:r>
              <a:t>🎯 Contexte Licence Langues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07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du cours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Introduction au Chapitre 2 : technologie Web</a:t>
            </a:r>
          </a:p>
          <a:p>
            <a:pPr>
              <a:defRPr sz="2000"/>
            </a:pPr>
            <a:r>
              <a:t>📋 Définition et histoire d'Internet</a:t>
            </a:r>
          </a:p>
          <a:p>
            <a:pPr>
              <a:defRPr sz="2000"/>
            </a:pPr>
            <a:r>
              <a:t>📋 Réseau mondial et protocole TCP/IP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au Chapitre 2 : technologie Web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universitaires</a:t>
            </a:r>
          </a:p>
          <a:p>
            <a:pPr>
              <a:defRPr sz="2000"/>
            </a:pPr>
            <a:r>
              <a:t>💡 Démonstration guidée</a:t>
            </a:r>
          </a:p>
          <a:p>
            <a:pPr>
              <a:defRPr sz="2000"/>
            </a:pPr>
            <a:r>
              <a:t>💡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07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Définition et histoire d'Internet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📖 Points clés polycopié</a:t>
            </a:r>
          </a:p>
          <a:p>
            <a:pPr>
              <a:defRPr sz="2000"/>
            </a:pPr>
            <a:r>
              <a:t>📖 Exemples universitaires</a:t>
            </a:r>
          </a:p>
          <a:p>
            <a:pPr>
              <a:defRPr sz="2000"/>
            </a:pPr>
            <a:r>
              <a:t>📖 Démonstration guidée</a:t>
            </a:r>
          </a:p>
          <a:p>
            <a:pPr>
              <a:defRPr sz="2000"/>
            </a:pPr>
            <a:r>
              <a:t>📖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Réseau mondial et protocole TCP/IP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🌐 Points clés polycopié</a:t>
            </a:r>
          </a:p>
          <a:p>
            <a:pPr>
              <a:defRPr sz="2000"/>
            </a:pPr>
            <a:r>
              <a:t>🌐 Exemples universitaires</a:t>
            </a:r>
          </a:p>
          <a:p>
            <a:pPr>
              <a:defRPr sz="2000"/>
            </a:pPr>
            <a:r>
              <a:t>🌐 Démonstration guidée</a:t>
            </a:r>
          </a:p>
          <a:p>
            <a:pPr>
              <a:defRPr sz="2000"/>
            </a:pPr>
            <a:r>
              <a:t>🌐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07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Connexion à Internet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🔗 Points clés polycopié</a:t>
            </a:r>
          </a:p>
          <a:p>
            <a:pPr>
              <a:defRPr sz="2000"/>
            </a:pPr>
            <a:r>
              <a:t>🔗 Exemples universitaires</a:t>
            </a:r>
          </a:p>
          <a:p>
            <a:pPr>
              <a:defRPr sz="2000"/>
            </a:pPr>
            <a:r>
              <a:t>🔗 Démonstration guidée</a:t>
            </a:r>
          </a:p>
          <a:p>
            <a:pPr>
              <a:defRPr sz="2000"/>
            </a:pPr>
            <a:r>
              <a:t>🔗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Différences Internet et Web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📡 Points clés polycopié</a:t>
            </a:r>
          </a:p>
          <a:p>
            <a:pPr>
              <a:defRPr sz="2000"/>
            </a:pPr>
            <a:r>
              <a:t>📡 Exemples universitaires</a:t>
            </a:r>
          </a:p>
          <a:p>
            <a:pPr>
              <a:defRPr sz="2000"/>
            </a:pPr>
            <a:r>
              <a:t>📡 Démonstration guidée</a:t>
            </a:r>
          </a:p>
          <a:p>
            <a:pPr>
              <a:defRPr sz="2000"/>
            </a:pPr>
            <a:r>
              <a:t>📡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07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Atelier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Travaux sur poste</a:t>
            </a:r>
          </a:p>
          <a:p>
            <a:pPr>
              <a:defRPr sz="2000"/>
            </a:pPr>
            <a:r>
              <a:t>🛠️ Fiche TD 1h30</a:t>
            </a:r>
          </a:p>
          <a:p>
            <a:pPr>
              <a:defRPr sz="2000"/>
            </a:pPr>
            <a:r>
              <a:t>🛠️ Auto-évaluation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Internet est le fondement numérique — Prochain : World Wide Web</a:t>
            </a:r>
          </a:p>
          <a:p>
            <a:pPr>
              <a:defRPr sz="2000"/>
            </a:pPr>
            <a:r>
              <a:t>✅ TD 07 — 1h30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07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