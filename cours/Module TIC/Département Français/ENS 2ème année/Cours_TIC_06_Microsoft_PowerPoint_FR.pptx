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06 — Microsoft PowerPoint : Présentations Universitaires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  <a:br/>
            <a:r>
              <a:t>- Connaître les règles typographiques et ergonomiques (6×6)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présentation avec template institutionnel</a:t>
            </a:r>
            <a:br/>
            <a:r>
              <a:t>- Exporter PDF et PPTX pour Moodle</a:t>
            </a:r>
            <a:br/>
            <a:r>
              <a:t>- Présenter 5 min avec support visuel</a:t>
            </a:r>
            <a:br/>
            <a:r>
              <a:t>- Intégrer des objets Word, Excel, audio, vidéo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Communication orale claire et respect du temps imparti</a:t>
            </a:r>
            <a:br/>
            <a:r>
              <a:t>- Adopter une posture professionnelle face à un auditoire académique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30 % + exposé oral 40 % + support PowerPoint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d'apprentissage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Activités d'évaluation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Introduction(10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Règle 6×6 (conseil ENS / M'sila)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Conseils rédactionnels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À éviter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exposés oraux en langues, préparation aux soutenances de fin de cycle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 (Word) ; TIC 05 (Excel) ; aisance orale minimale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  <a:br/>
            <a:r>
              <a:t>- Connaître les règles typographiques et ergonomiques (6×6)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présentation avec template institutionnel</a:t>
            </a:r>
            <a:br/>
            <a:r>
              <a:t>- Exporter PDF et PPTX pour Moodle</a:t>
            </a:r>
            <a:br/>
            <a:r>
              <a:t>- Présenter 5 min avec support visuel</a:t>
            </a:r>
            <a:br/>
            <a:r>
              <a:t>- Intégrer des objets Word, Excel, audio, vidéo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Communication orale claire et respect du temps imparti</a:t>
            </a:r>
            <a:br/>
            <a:r>
              <a:t>- Adopter une posture professionnelle face à un auditoire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30 % + exposé oral 40 % + support PowerPoint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d'apprentissage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Devoir : diaporama 5 slides sur un thème linguistique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Simulation d'exposé oral (5 min) avec grille d'évaluation par les pairs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Activités d'évaluation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Grille d'évaluation orale + QCM PowerPoint (Moodle)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Rendu du fichier .pptx + .pdf sur Moodle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TemplatePresentation_BELACEL_V3.pptx; règle 6×6 (ENS / M'sila)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Microsoft Learn — PowerPoint fondamentaux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Video : « Comment faire un exposé universitaire » — Canal U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Livre :PowerPoint 2021 pour les Nuls— Doug Lowe (First Interactive)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Chaîne YouTube : « Les Bons Profs — Méthodologie exposé »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n° 932 du 28 juillet 2016— programmes TIC dans les ENS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Exposé oral avec support numérique: compétence obligatoire pour tout étudiant de licence ENS — arrêté n° 932 § 5.1.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Volume dédié à la présentation assistée :6 h CM + 12 h TD sur les deux semestres.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Articulation avec le métier d'enseignant :tout professeur de français en collège/lycée doit maîtriser PowerPoint pour animer ses cours (vidéoprojecteur, TBI).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Lien avec le mémoire de fin d'études :la soutenance orale (Master ENS) repose sur un diaporama structuré — évalué selon des critères définis par l'arrêté n° 129 du 04 juin 2018.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Accessibilité :conformité aux normes algériennes du handicap — texte alternatif pour les images, contraste suffisant.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Introduction(10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MicrosoftPowerPointest l'outil de présentation de la suite Office, largement utilisé en université pour les exposés, soutenances et cours magistraux numériques.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Pourquoi en Département Français ?- Présenter un travail enlangue cible(analyse littéraire, fiche de lecture)</a:t>
            </a:r>
            <a:br/>
            <a:r>
              <a:t>-Structurer un argument(problématique → thèses → conclusion)</a:t>
            </a:r>
            <a:br/>
            <a:r>
              <a:t>-Intégrer audio/vidéopour l'immersion linguistique (extraits, prononciation)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Moodle (Béjaïa, Boumerdès, Univ-Mosta) :- Déposer le PPTX + export PDF sur la plateforme</a:t>
            </a:r>
            <a:br/>
            <a:r>
              <a:t>- Une diapositive =une idée- Fichier nommé :Nom_Prenom_Sujet_Date.pptx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Règle 6×6 (conseil ENS / M'sila)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6 puces maximumpar slide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6 mots maximum par puce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Police ≥ 24 pt pour le corps, ≥ 36 pt pour le titre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Conseils rédactionnels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Une phrase par puce = une information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Pas de phrases complètes (sauf citation)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Mots-clés, pas de texte rédigé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Structurer un diaporama académique (10 slides)</a:t>
            </a:r>
            <a:br/>
            <a:r>
              <a:t>- Distinguer transition et animation</a:t>
            </a:r>
            <a:br/>
            <a:r>
              <a:t>- Connaître les règles typographiques et ergonomiques (6×6)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Devoir : diaporama 5 slides sur un thème linguistique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Grille d'évaluation orale + QCM PowerPoint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TemplatePresentation_BELACEL_V3.pptx; règle 6×6 (ENS / M'sila)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