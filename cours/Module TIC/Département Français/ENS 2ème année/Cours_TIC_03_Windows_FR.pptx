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Cours TIC 03 — Windows : Interface Graphique, Fichiers et Personnalisation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 :- Décrire l'interface Windows (bureau, barre des tâches, Paramètres)</a:t>
            </a:r>
            <a:br/>
            <a:r>
              <a:t>- Expliquer arborescence fichiers et extensions</a:t>
            </a:r>
            <a:br/>
            <a:r>
              <a:t>- Identifier les composants matériels et logiciels d'un poste universitaire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savoir-faire :- Créer, renommer, déplacer des dossiers académiques</a:t>
            </a:r>
            <a:br/>
            <a:r>
              <a:t>- Personnaliser affichage et accessibilité</a:t>
            </a:r>
            <a:br/>
            <a:r>
              <a:t>- Utiliser Explorateur de fichiers et recherche Windows</a:t>
            </a:r>
            <a:br/>
            <a:r>
              <a:t>- Structurer un plan de classement pour l'année universitaire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savoir-être :- Respecter charte logicielle de l'établissement</a:t>
            </a:r>
            <a:br/>
            <a:r>
              <a:t>- Adopter une démarche organisée et méthodique dans la gestion des ressources numériques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Mode d'évaluation :TD 50 % + QCM 20 % + examen pratique 30 %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Fiche cours — Plateforme e-learning (Moodle)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Objectifs de l'enseignement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Activités d'apprentissage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Activités d'évaluation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Bibliographie et ressources externes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Plan du Cours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Définitions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rapide (2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Pièges à éviter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QCM d'auto-évaluation — Windows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Fiche cours — Plateforme e-learning (Moodle)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Public visé :ENS 1ère et 2ème année — utilisateurs Windows en environnement universitaire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Compétences pré-requises :TIC 02 ; manipulation souris/clavier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Objectifs de l'enseignement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 :- Décrire l'interface Windows (bureau, barre des tâches, Paramètres)</a:t>
            </a:r>
            <a:br/>
            <a:r>
              <a:t>- Expliquer arborescence fichiers et extensions</a:t>
            </a:r>
            <a:br/>
            <a:r>
              <a:t>- Identifier les composants matériels et logiciels d'un poste universitaire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savoir-faire :- Créer, renommer, déplacer des dossiers académiques</a:t>
            </a:r>
            <a:br/>
            <a:r>
              <a:t>- Personnaliser affichage et accessibilité</a:t>
            </a:r>
            <a:br/>
            <a:r>
              <a:t>- Utiliser Explorateur de fichiers et recherche Windows</a:t>
            </a:r>
            <a:br/>
            <a:r>
              <a:t>- Structurer un plan de classement pour l'année universitaire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savoir-être :- Respecter charte logicielle de l'établissement</a:t>
            </a:r>
            <a:br/>
            <a:r>
              <a:t>- Adopter une démarche organisée et méthodique dans la gestion des ressources numériques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Mode d'évaluation :TD 50 % + QCM 20 % + examen pratique 30 %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Activités d'apprentissage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Atelier : arborescenceL1_Langues/2025-2026/structurée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Exercice guidé : renommage par lots de fichiers PDF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Activités d'évaluation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QCM interface Windows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Évaluation pratique en binôme : classement de 20 fichiers en 5 minutes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Bibliographie et ressources externes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Guide étudiant Moodle Béjaïa — dépôt de fichiers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support.microsoft.com/fr-fr/windows— Aide Windows officielle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Contact enseignant :BELACEL Madani —madani.belacel@univ-mosta.dz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Plan du Cours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Introduction à Windows dans le contexte universitaire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L'interface graphique complète du Bureau Windows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Gestion avancée des fichiers et dossiers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Extensions de fichiers et conventions de nommage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Raccourcis clavier essentiels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Personnalisation et organisation de l'espace de travail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Sécurité de base et bonnes pratiques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Conclusion et transition vers Word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Définitions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Fichier: unité de stockage = nom + extension (.docx, .pdf, .pptx)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Dossier: conteneur logique organisant les fichiers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Chemin d'accès: adresse absolue (ex:C:\Users\...\Fichier.docx)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Arborescence: structure hiérarchique en arbre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rapide (2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Ouvrir l'Explorateur avecWindows+E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Créer un dossier avecCtrl+Shift+N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Le renommer avecF2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Copier le dossier avecCtrl+C/Ctrl+V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Pièges à éviter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❌ Enregistrer uniquement sur le Bureau (vulnérable en cas de crash)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❌ Nommerfinal.docxpuisfinal2.docxpuisfinal_VRAI.docx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❌ Ouvrir une clé USB trouvée sans la scanner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❌ Partager son mot de passe session Windows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En termes de savoir :- Décrire l'interface Windows (bureau, barre des tâches, Paramètres)</a:t>
            </a:r>
            <a:br/>
            <a:r>
              <a:t>- Expliquer arborescence fichiers et extensions</a:t>
            </a:r>
            <a:br/>
            <a:r>
              <a:t>- Identifier les composants matériels et logiciels d'un poste universitaire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Atelier : arborescenceL1_Langues/2025-2026/structurée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QCM interface Windows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Guide étudiant Moodle Béjaïa — dépôt de fichiers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