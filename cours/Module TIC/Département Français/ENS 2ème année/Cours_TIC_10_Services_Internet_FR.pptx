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Cours TIC 10 — Services Internet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 :- Décrire services SMTP, HTTP, DNS, FTP/SFTP</a:t>
            </a:r>
            <a:br/>
            <a:r>
              <a:t>- Expliquer rôle BigBlueButton et forums Moodle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savoir-faire :- Rédiger courriel académique avec pièce jointe</a:t>
            </a:r>
            <a:br/>
            <a:r>
              <a:t>- Déposer devoir sur Moodle et vérifier accusé</a:t>
            </a:r>
            <a:br/>
            <a:r>
              <a:t>- Configurer alerte veille Scholar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savoir-être :- Netiquette et collaboration respectueuse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Mode d'évaluation :TD 30 % + QCM final 40 % + scénario intégré 30 %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Fiche cours — Plateforme e-learning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Objectifs de l'enseignement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Bibliographie et ressources externes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Plan du cours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aux services Internet(10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Recherche et veille(15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Requête avancée — exemple en lettres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Configurer une alerte Google Scholar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Courrier électronique(15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Visioconférence et collaboration(10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Fiche cours — Plateforme e-learning (Moodle)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 visé :ENS 1ère et 2ème année — synthèse services numériques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pré-requises :TIC 01–09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Objectifs de l'enseignement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 :- Décrire services SMTP, HTTP, DNS, FTP/SFTP</a:t>
            </a:r>
            <a:br/>
            <a:r>
              <a:t>- Expliquer rôle BigBlueButton et forums Moodle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savoir-faire :- Rédiger courriel académique avec pièce jointe</a:t>
            </a:r>
            <a:br/>
            <a:r>
              <a:t>- Déposer devoir sur Moodle et vérifier accusé</a:t>
            </a:r>
            <a:br/>
            <a:r>
              <a:t>- Configurer alerte veille Scholar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savoir-être :- Netiquette et collaboration respectueuse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Mode d'évaluation :TD 30 % + QCM final 40 % + scénario intégré 30 %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Bibliographie et ressources externes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Guides Moodle Boumerdès, Béjaïa, Saïda ; DigComp 2.2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Contact enseignant :BELACEL Madani —madani.belacel@univ-mosta.dz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Plan du 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Panorama des services Internet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Moteurs et métamoteurs de recherche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Messagerie électronique (SMTP, POP, IMAP)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Transfert de fichiers (Drive, Dropbox)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Messagerie instantanée et visioconférence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Sécurité et netiquette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Synthèse du module TIC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Conclusion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Introduction aux services Internet(10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Au-delà du Web, Internet propose desservicesapplicatifs : courriel, transfert de fichiers, DNS, visioconférence. Chaque service = protocole(s) dédié(s).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Modèle M'sila / Univ-Mosta : activités Moodle = dépôt devoir (service Web) + notification courriel.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Recherche et veille(15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Moteurs: Google Scholar, Cairn, HAL, ERIC (éducation)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Alertes: Google Alerts sur mot-clé mémoire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RSS / agrégateurs: veille actualité linguistique (Feedly, Inoreader)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Requête avancée — exemple en lettres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Objectif : trouver des articles sur la littérature algérienne d'expression française et l'oralité.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Étapes :</a:t>
            </a:r>
            <a:br/>
            <a:r>
              <a:t>1. Accéder à Google Scholar (scholar.google.com)</a:t>
            </a:r>
            <a:br/>
            <a:r>
              <a:t>2. Saisir la requête booléenne</a:t>
            </a:r>
            <a:br/>
            <a:r>
              <a:t>3. Filtrer par date (2015–2025)</a:t>
            </a:r>
            <a:br/>
            <a:r>
              <a:t>4. Trier par pertinence</a:t>
            </a:r>
            <a:br/>
            <a:r>
              <a:t>5. Créer une alerte e-mail sur la requête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Configurer une alerte Google Scholar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Lancer une recherche sur Google Scholar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Cliquer sur l'icône 🔔 « Créer une alerte »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Saisir son adresse e-mail institutionnelle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Choisir la fréquence (recommandé : hebdomadaire)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Recevoir les nouvelles publications automatiquement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Courrier électronique(15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SMTP: envoi ;IMAP/POP3: réception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Adresse institutionnelle :matricule@etu.univ-*.dz(Univ-Mosta, Boumerdès…)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Objet clair, signature, pièces jointes &lt; 10 Mo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Phishing: vérifier expéditeur, ne pas cliquer liens suspects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Décrire services SMTP, HTTP, DNS, FTP/SFTP</a:t>
            </a:r>
            <a:br/>
            <a:r>
              <a:t>- Expliquer rôle BigBlueButton et forums Moodle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Guides Moodle Boumerdès, Béjaïa, Saïda ; DigComp 2.2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Panorama des services Internet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Au-delà du Web, Internet propose desservicesapplicatifs : courriel, transfert de fichiers, DNS, visioconférence. Chaque service = protocole(s) dédié(s).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