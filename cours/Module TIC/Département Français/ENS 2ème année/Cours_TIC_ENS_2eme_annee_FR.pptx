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(ENS)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Définition et Évolution des TIC(10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TIC et Pédagogie(20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Modèle SAMR(15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Éthique et Sécurité(10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:Notions de base en informatique (L1 validée)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trois dimensions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TIC et pédagogie : intégration en classe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SAMR et Taxonomie de Bloom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TIC 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numériques du référentiel enseignant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Éthique et sécurité en contexte pédagogique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Définition et Évolution des TIC(10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Évolution :NTIC (1990-2005) → TIC (2005-présent) → IA et EdTech (2020+).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le futur enseignant :Les TIC ne sont pas seulement des outils personnels mais desinstruments pédagogiquesà intégrer dans sa pratique.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TIC et Pédagogie(20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Domaines d'application :- Compréhension orale : podcasts, baladodiffusion</a:t>
            </a:r>
            <a:br/>
            <a:r>
              <a:t>- Production écrite : blogs, wikis, correction collaborative</a:t>
            </a:r>
            <a:br/>
            <a:r>
              <a:t>- Interaction : visioconférence avec classes partenaires</a:t>
            </a:r>
            <a:br/>
            <a:r>
              <a:t>- Grammaire/vocabulaire : exercices interactifs, quiz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 Modèle SAMR(15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modèle SAMR (Puentedura) décrit l'intégration technologique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pour l'enseignant :viser au moins les niveauxModificationetRedéfinition.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Éthique et Sécurité(10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Respect du RGPD: données des élèves protégées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Droit d'auteur: ressources libres de droit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Cyberharcèlement: prévention en classe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Identité numérique: l'enseignant comme modèle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TIC sont unlevier pédagogiquepour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L'intégration doit êtreréfléchie(modèle SAMR)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futur enseignant doit développer sescompétences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analyse d'outils TIC pour la classe.Prochain cours :Matériel informatique et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Langues, ENS 1ère année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:Séance TIC 01 ; notions de fichiers et dossiers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