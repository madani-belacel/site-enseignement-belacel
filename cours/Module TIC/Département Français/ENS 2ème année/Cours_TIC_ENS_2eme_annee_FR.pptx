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01 — Introduction aux TIC (ENS)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 :- Définir les TIC et leur évolution</a:t>
            </a:r>
            <a:br/>
            <a:r>
              <a:t>- Distinguer les dimensions technique, information, communication</a:t>
            </a:r>
            <a:br/>
            <a:r>
              <a:t>- Comprendre l'intégration pédagogique des TIC en didactique des langues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Savoir-faire :- Utiliser les outils TIC pour concevoir des séquences pédagogiques</a:t>
            </a:r>
            <a:br/>
            <a:r>
              <a:t>- Évaluer et sélectionner des ressources numériques pour la classe</a:t>
            </a:r>
            <a:br/>
            <a:r>
              <a:t>- Créer des supports de cours interactifs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Savoir-être :- Adopter une posture de médiateur numérique en classe</a:t>
            </a:r>
            <a:br/>
            <a:r>
              <a:t>- Développer l'esprit critique face aux outils et ressources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Projet pédagogique TIC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Définition et Évolution des TIC(10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TIC et Pédagogie(20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4. Modèle SAMR(15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7. Éthique et Sécurité(10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Conclusion(5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:Étudiants ENS — futurs enseignants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:Notions de base en informatique (L1 validée)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 :- Définir les TIC et leur évolution</a:t>
            </a:r>
            <a:br/>
            <a:r>
              <a:t>- Distinguer les dimensions technique, information, communication</a:t>
            </a:r>
            <a:br/>
            <a:r>
              <a:t>- Comprendre l'intégration pédagogique des TIC en didactique des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Savoir-faire :- Utiliser les outils TIC pour concevoir des séquences pédagogiques</a:t>
            </a:r>
            <a:br/>
            <a:r>
              <a:t>- Évaluer et sélectionner des ressources numériques pour la classe</a:t>
            </a:r>
            <a:br/>
            <a:r>
              <a:t>- Créer des supports de cours interactifs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Savoir-être :- Adopter une posture de médiateur numérique en classe</a:t>
            </a:r>
            <a:br/>
            <a:r>
              <a:t>- Développer l'esprit critique face aux outils et ressources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Projet pédagogique TIC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et évolution des TIC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 trois dimensions des TIC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TIC et pédagogie : intégration en classe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Modèle SAMR et Taxonomie de Bloom numérique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Outils TIC pour l'enseignant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numériques du référentiel enseignant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Éthique et sécurité en contexte pédagogique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Définition et Évolution des TIC(10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LesTechniques de l'Information et de la Communication(TIC) englobent les outils et systèmes numériques permettant de créer, traiter, stocker, transmettre et partager l'information.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Évolution :NTIC (1990-2005) → TIC (2005-présent) → IA et EdTech (2020+).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 le futur enseignant :Les TIC ne sont pas seulement des outils personnels mais desinstruments pédagogiquesà intégrer dans sa pratique.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TIC et Pédagogie(20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Pourquoi intégrer les TIC en classe de langues ?- Motivation et engagement des apprenants</a:t>
            </a:r>
            <a:br/>
            <a:r>
              <a:t>- Accès à des ressources authentiques (vidéos, articles, podcasts)</a:t>
            </a:r>
            <a:br/>
            <a:r>
              <a:t>- Individualisation des parcours</a:t>
            </a:r>
            <a:br/>
            <a:r>
              <a:t>- Développement de l'autonomie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Domaines d'application :- Compréhension orale : podcasts, baladodiffusion</a:t>
            </a:r>
            <a:br/>
            <a:r>
              <a:t>- Production écrite : blogs, wikis, correction collaborative</a:t>
            </a:r>
            <a:br/>
            <a:r>
              <a:t>- Interaction : visioconférence avec classes partenaires</a:t>
            </a:r>
            <a:br/>
            <a:r>
              <a:t>- Grammaire/vocabulaire : exercices interactifs, quiz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4. Modèle SAMR(15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modèle SAMR (Puentedura) décrit l'intégration technologique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Objectif pour l'enseignant :viser au moins les niveauxModificationetRedéfinition.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7. Éthique et Sécurité(10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Respect du RGPD: données des élèves protégées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Droit d'auteur: ressources libres de droit (Creative Commons)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Cyberharcèlement: prévention en classe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Identité numérique: l'enseignant comme modèle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Conclusion(5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 TIC sont unlevier pédagogiquepour l'enseignant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L'intégration doit êtreréfléchie(modèle SAMR)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futur enseignant doit développer sescompétences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TD 01(1h30) — analyse d'outils TIC pour la classe.Prochain cours :Matériel informatique et architecture.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Langues, ENS 1ère année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:Séance TIC 01 ; notions de fichiers et dossiers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Public visé :Étudiants ENS — futurs enseignants de langues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Savoir :- Définir les TIC et leur évolution</a:t>
            </a:r>
            <a:br/>
            <a:r>
              <a:t>- Distinguer les dimensions technique, information, communication</a:t>
            </a:r>
            <a:br/>
            <a:r>
              <a:t>- Comprendre l'intégration pédagogique des TIC en didactique des langues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 et évolution des TIC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LesTechniques de l'Information et de la Communication(TIC) englobent les outils et systèmes numériques permettant de créer, traiter, stocker, transmettre et partager l'information.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Pourquoi intégrer les TIC en classe de langues ?- Motivation et engagement des apprenants</a:t>
            </a:r>
            <a:br/>
            <a:r>
              <a:t>- Accès à des ressources authentiques (vidéos, articles, podcasts)</a:t>
            </a:r>
            <a:br/>
            <a:r>
              <a:t>- Individualisation des parcours</a:t>
            </a:r>
            <a:br/>
            <a:r>
              <a:t>- Développement de l'autonomie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