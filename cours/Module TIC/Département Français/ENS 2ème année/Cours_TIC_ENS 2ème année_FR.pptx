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TIC — ENS 2ème année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Séquences et stage | 1h30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TIC — ENS 2ème année — Module Langues  •  Diapositive 1/10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 ENS2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Séquence 2–3 séances</a:t>
            </a:r>
          </a:p>
          <a:p>
            <a:pPr>
              <a:defRPr sz="2000"/>
            </a:pPr>
            <a:r>
              <a:t>🎯 Moodle avancé</a:t>
            </a:r>
          </a:p>
          <a:p>
            <a:pPr>
              <a:defRPr sz="2000"/>
            </a:pPr>
            <a:r>
              <a:t>🎯 Portfolio stage</a:t>
            </a:r>
          </a:p>
          <a:p>
            <a:pPr>
              <a:defRPr sz="2000"/>
            </a:pPr>
            <a:r>
              <a:t>🎯 OER / médias</a:t>
            </a:r>
          </a:p>
          <a:p>
            <a:pPr>
              <a:defRPr sz="2000"/>
            </a:pPr>
            <a:r>
              <a:t>🎯 Charte IA</a:t>
            </a:r>
          </a:p>
          <a:p>
            <a:pPr>
              <a:defRPr sz="2000"/>
            </a:pPr>
            <a:r>
              <a:t>🎯 Recherche-action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TIC — ENS 2ème année — Module Langues  •  Diapositive 2/10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📋 DigCompEdu B1</a:t>
            </a:r>
          </a:p>
          <a:p>
            <a:pPr>
              <a:defRPr sz="2000"/>
            </a:pPr>
            <a:r>
              <a:t>📋 Scénarisation</a:t>
            </a:r>
          </a:p>
          <a:p>
            <a:pPr>
              <a:defRPr sz="2000"/>
            </a:pPr>
            <a:r>
              <a:t>📋 LMS éval.</a:t>
            </a:r>
          </a:p>
          <a:p>
            <a:pPr>
              <a:defRPr sz="2000"/>
            </a:pPr>
            <a:r>
              <a:t>📋 OER</a:t>
            </a:r>
          </a:p>
          <a:p>
            <a:pPr>
              <a:defRPr sz="2000"/>
            </a:pPr>
            <a:r>
              <a:t>📋 Portfolio</a:t>
            </a:r>
          </a:p>
          <a:p>
            <a:pPr>
              <a:defRPr sz="2000"/>
            </a:pPr>
            <a:r>
              <a:t>📋 Hybride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TIC — ENS 2ème année — Module Langues  •  Diapositive 3/10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Scénarisation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🧭 Alignement CECRL</a:t>
            </a:r>
          </a:p>
          <a:p>
            <a:pPr>
              <a:defRPr sz="2000"/>
            </a:pPr>
            <a:r>
              <a:t>🧭 2–3 séances</a:t>
            </a:r>
          </a:p>
          <a:p>
            <a:pPr>
              <a:defRPr sz="2000"/>
            </a:pPr>
            <a:r>
              <a:t>🧭 Tâches authentiques</a:t>
            </a:r>
          </a:p>
          <a:p>
            <a:pPr>
              <a:defRPr sz="2000"/>
            </a:pPr>
            <a:r>
              <a:t>🧭 Critères réussite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TIC — ENS 2ème année — Module Langues  •  Diapositive 4/10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Moodle avancé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🖥️ Quiz feedback</a:t>
            </a:r>
          </a:p>
          <a:p>
            <a:pPr>
              <a:defRPr sz="2000"/>
            </a:pPr>
            <a:r>
              <a:t>🖥️ Forums modérés</a:t>
            </a:r>
          </a:p>
          <a:p>
            <a:pPr>
              <a:defRPr sz="2000"/>
            </a:pPr>
            <a:r>
              <a:t>🖥️ H5P</a:t>
            </a:r>
          </a:p>
          <a:p>
            <a:pPr>
              <a:defRPr sz="2000"/>
            </a:pPr>
            <a:r>
              <a:t>🖥️ Grilles devoirs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TIC — ENS 2ème année — Module Langues  •  Diapositive 5/10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Médias et OER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🌍 Creative Commons</a:t>
            </a:r>
          </a:p>
          <a:p>
            <a:pPr>
              <a:defRPr sz="2000"/>
            </a:pPr>
            <a:r>
              <a:t>🌍 Co-création élèves</a:t>
            </a:r>
          </a:p>
          <a:p>
            <a:pPr>
              <a:defRPr sz="2000"/>
            </a:pPr>
            <a:r>
              <a:t>🌍 Sous-titres</a:t>
            </a:r>
          </a:p>
          <a:p>
            <a:pPr>
              <a:defRPr sz="2000"/>
            </a:pPr>
            <a:r>
              <a:t>🌍 Modération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TIC — ENS 2ème année — Module Langues  •  Diapositive 6/10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Portfolio stage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📂 Preuves anonymisées</a:t>
            </a:r>
          </a:p>
          <a:p>
            <a:pPr>
              <a:defRPr sz="2000"/>
            </a:pPr>
            <a:r>
              <a:t>📂 Réflexivité Rolfe</a:t>
            </a:r>
          </a:p>
          <a:p>
            <a:pPr>
              <a:defRPr sz="2000"/>
            </a:pPr>
            <a:r>
              <a:t>📂 Soutenance 10 min</a:t>
            </a:r>
          </a:p>
          <a:p>
            <a:pPr>
              <a:defRPr sz="2000"/>
            </a:pPr>
            <a:r>
              <a:t>📂 Export PDF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TIC — ENS 2ème année — Module Langues  •  Diapositive 7/10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Hybride et visio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🔄 Teams / BBB</a:t>
            </a:r>
          </a:p>
          <a:p>
            <a:pPr>
              <a:defRPr sz="2000"/>
            </a:pPr>
            <a:r>
              <a:t>🔄 Async préparatoire</a:t>
            </a:r>
          </a:p>
          <a:p>
            <a:pPr>
              <a:defRPr sz="2000"/>
            </a:pPr>
            <a:r>
              <a:t>🔄 Co-enseignement</a:t>
            </a:r>
          </a:p>
          <a:p>
            <a:pPr>
              <a:defRPr sz="2000"/>
            </a:pPr>
            <a:r>
              <a:t>🔄 Netiquette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TIC — ENS 2ème année — Module Langues  •  Diapositive 8/10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IA et charte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🤖 Usages encadrés</a:t>
            </a:r>
          </a:p>
          <a:p>
            <a:pPr>
              <a:defRPr sz="2000"/>
            </a:pPr>
            <a:r>
              <a:t>🤖 Traduction auto.</a:t>
            </a:r>
          </a:p>
          <a:p>
            <a:pPr>
              <a:defRPr sz="2000"/>
            </a:pPr>
            <a:r>
              <a:t>🤖 Formation élèves</a:t>
            </a:r>
          </a:p>
          <a:p>
            <a:pPr>
              <a:defRPr sz="2000"/>
            </a:pPr>
            <a:r>
              <a:t>🤖 Sanctions éducatives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TIC — ENS 2ème année — Module Langues  •  Diapositive 9/10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Projet ENS2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Séquence + maquette LMS</a:t>
            </a:r>
          </a:p>
          <a:p>
            <a:pPr>
              <a:defRPr sz="2000"/>
            </a:pPr>
            <a:r>
              <a:t>✅ Portfolio 10–15 p.</a:t>
            </a:r>
          </a:p>
          <a:p>
            <a:pPr>
              <a:defRPr sz="2000"/>
            </a:pPr>
            <a:r>
              <a:t>✅ TD 1h30 — 5 exercices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TIC — ENS 2ème année — Module Langues  •  Diapositive 10/10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