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— ENS 2ème année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Durée :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TIC — ENS 2ème année — Module Langues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Déroulement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⏱️ Ex.1 Analyse 15'</a:t>
            </a:r>
          </a:p>
          <a:p>
            <a:pPr>
              <a:defRPr sz="2000"/>
            </a:pPr>
            <a:r>
              <a:t>⏱️ Ex.2 Scénario 18'</a:t>
            </a:r>
          </a:p>
          <a:p>
            <a:pPr>
              <a:defRPr sz="2000"/>
            </a:pPr>
            <a:r>
              <a:t>⏱️ Ex.3 Moodle 18'</a:t>
            </a:r>
          </a:p>
          <a:p>
            <a:pPr>
              <a:defRPr sz="2000"/>
            </a:pPr>
            <a:r>
              <a:t>⏱️ Ex.4 Portfolio 18'</a:t>
            </a:r>
          </a:p>
          <a:p>
            <a:pPr>
              <a:defRPr sz="2000"/>
            </a:pPr>
            <a:r>
              <a:t>⏱️ Ex.5 Charte IA 16'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TIC — ENS 2ème année — Module Langues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Grille séquence stage</a:t>
            </a:r>
          </a:p>
          <a:p>
            <a:pPr>
              <a:defRPr sz="2000"/>
            </a:pPr>
            <a:r>
              <a:t>1️⃣ Améliorations num.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TIC — ENS 2ème année — Module Langues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3×45 min B1</a:t>
            </a:r>
          </a:p>
          <a:p>
            <a:pPr>
              <a:defRPr sz="2000"/>
            </a:pPr>
            <a:r>
              <a:t>2️⃣ Argumentation</a:t>
            </a:r>
          </a:p>
          <a:p>
            <a:pPr>
              <a:defRPr sz="2000"/>
            </a:pPr>
            <a:r>
              <a:t>2️⃣ Différenciation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TIC — ENS 2ème année — Module Langues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Quiz + forum + devoir + H5P</a:t>
            </a:r>
          </a:p>
          <a:p>
            <a:pPr>
              <a:defRPr sz="2000"/>
            </a:pPr>
            <a:r>
              <a:t>3️⃣ Paramètres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TIC — ENS 2ème année — Module Langues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Plan portfolio</a:t>
            </a:r>
          </a:p>
          <a:p>
            <a:pPr>
              <a:defRPr sz="2000"/>
            </a:pPr>
            <a:r>
              <a:t>4️⃣ Anonymisation</a:t>
            </a:r>
          </a:p>
          <a:p>
            <a:pPr>
              <a:defRPr sz="2000"/>
            </a:pPr>
            <a:r>
              <a:t>4️⃣ Retour d'expérience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TIC — ENS 2ème année — Module Langues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Charte lycée</a:t>
            </a:r>
          </a:p>
          <a:p>
            <a:pPr>
              <a:defRPr sz="2000"/>
            </a:pPr>
            <a:r>
              <a:t>5️⃣ Élèves + stagiaire</a:t>
            </a:r>
          </a:p>
          <a:p>
            <a:pPr>
              <a:defRPr sz="2000"/>
            </a:pPr>
            <a:r>
              <a:t>5️⃣ Procédure CVC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TIC — ENS 2ème année — Module Langues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Séquence 40 %</a:t>
            </a:r>
          </a:p>
          <a:p>
            <a:pPr>
              <a:defRPr sz="2000"/>
            </a:pPr>
            <a:r>
              <a:t>✔️ Portfolio 35 %</a:t>
            </a:r>
          </a:p>
          <a:p>
            <a:pPr>
              <a:defRPr sz="2000"/>
            </a:pPr>
            <a:r>
              <a:t>✔️ Réflexion 25 %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TIC — ENS 2ème année — Module Langues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Séquence LMS</a:t>
            </a:r>
          </a:p>
          <a:p>
            <a:pPr>
              <a:defRPr sz="2000"/>
            </a:pPr>
            <a:r>
              <a:t>📁 Portfolio stage</a:t>
            </a:r>
          </a:p>
          <a:p>
            <a:pPr>
              <a:defRPr sz="2000"/>
            </a:pPr>
            <a:r>
              <a:t>📁 Note réflexive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TIC — ENS 2ème année — Module Langues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Correction collective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TIC — ENS 2ème année — Module Langues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