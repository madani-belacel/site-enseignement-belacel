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05 — Microsoft Excel : Bases et Usages Académiques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SI, RECHERCHEV</a:t>
            </a:r>
            <a:br/>
            <a:r>
              <a:t>- Distinguer référence relative, absolue et mixte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 un tableau de notes avec calcul automatique</a:t>
            </a:r>
            <a:br/>
            <a:r>
              <a:t>- Mettre en forme et produire un graphique simple</a:t>
            </a:r>
            <a:br/>
            <a:r>
              <a:t>- Exporter vers PowerPoint ou PDF</a:t>
            </a:r>
            <a:br/>
            <a:r>
              <a:t>- Appliquer un filtre et un tri sur des données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Vérifier cohérence des données saisies</a:t>
            </a:r>
            <a:br/>
            <a:r>
              <a:t>- Adopter une démarche structurée face à un tableau de données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45 % + fichier Excel noté 35 %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Bonnes pratiques de saisie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Étapes (Excel)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Conseils ENS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:ENS 1ère et 2ème année — tableaux et données simples, préparation aux mémoires de fin d'études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04 (traitement de texte) ; notions de base en calcul numérique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SI, RECHERCHEV</a:t>
            </a:r>
            <a:br/>
            <a:r>
              <a:t>- Distinguer référence relative, absolue et mixte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 un tableau de notes avec calcul automatique</a:t>
            </a:r>
            <a:br/>
            <a:r>
              <a:t>- Mettre en forme et produire un graphique simple</a:t>
            </a:r>
            <a:br/>
            <a:r>
              <a:t>- Exporter vers PowerPoint ou PDF</a:t>
            </a:r>
            <a:br/>
            <a:r>
              <a:t>- Appliquer un filtre et un tri sur des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Vérifier cohérence des données saisies</a:t>
            </a:r>
            <a:br/>
            <a:r>
              <a:t>- Adopter une démarche structurée face à un tableau de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45 % + fichier Excel noté 35 %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Tableau de suivi vocabulaire ou notes de TD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Exercice dirigé : notes d'étudiants avec moyenne, mention, classement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formules Excel (Moodle)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Rendu d'un fichier .xlsx avec 3 onglets : données, calculs, graphique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Guides Microsoft Learn — Excel fondamentaux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OpenOffice Calc (alternative libre)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Tutoriels YouTube : chaîne « Excel-Pratique » (français)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Livre :Excel 2021 pour les Nuls— Greg Harvey (First Interactive)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n° 932 du 28 juillet 2016fixant les programmes de TIC dans les ENS et départements de français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Objectif national :maîtrise des outils bureautiques (Word, Excel, PowerPoint) comme compétence transversale obligatoire — arrêté n° 932 § 4.2.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Volume horaire :15 h CM + 30 h TD par année pour le bloc TIC.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Articulation avec le référentiel de compétences ENS :les futurs enseignants de français doivent être capables de produire des supports pédagogiques numériques (bulletins de notes, statistiques de classe, tableaux de bord).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Lien avec le programme de français :Excel permet de gérer des grilles d'évaluation, des relevés de notes, des enquêtes sociolinguistiques (mémoire Master).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Cadre LMD :arrêté n° 129 du 04 juin 2018 — l'évaluation par compétences inclut la production de documents numériques.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Excel est le tableur de la suite Microsoft Office, standard dans l'administration universitaire algérienne (notes, PV de délibérations, statistiques).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Usages académiques concrets pour un étudiant en français :- Relevé de vocabulaire et fréquence lexicale (petits corpus)</a:t>
            </a:r>
            <a:br/>
            <a:r>
              <a:t>- Tableau de notes de classe (moyenne, écart-type, rang)</a:t>
            </a:r>
            <a:br/>
            <a:r>
              <a:t>- Planification de projet (mémoire, stage)</a:t>
            </a:r>
            <a:br/>
            <a:r>
              <a:t>- Données d'enquête sociolinguistique (questionnaire)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Alternatives libres :Google Sheets (collaboratif), LibreOffice Calc (gratuit, utilisable sur postes ENS).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Bonnes pratiques de saisie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Ligne 1 :en-têtes en gras (Nom, Prénom, Note1, Note2, Moyenne)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Pas de lignes videsà l'intérieur du tableau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 seul tableau par feuille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Format cohérent: même décimales pour les notes (ex. 14,50)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Étapes (Excel)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Sélectionner les données (en-têtes inclus)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Insérer &gt; Graphique &gt; choisir type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Ajouter titre, légendes, étiquettes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Mise en forme sobre (couleurs sobres, pas d'effet 3D inutile)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SI, RECHERCHEV</a:t>
            </a:r>
            <a:br/>
            <a:r>
              <a:t>- Distinguer référence relative, absolue et mixte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Tableau de suivi vocabulaire ou notes de TD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formules Excel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Microsoft Learn — Excel fondamentaux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