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Microsoft Excel : Bases et Usages Académiques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05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Interface Excel</a:t>
            </a:r>
          </a:p>
          <a:p>
            <a:pPr>
              <a:defRPr sz="2000"/>
            </a:pPr>
            <a:r>
              <a:t>🎯 Formules essentielles</a:t>
            </a:r>
          </a:p>
          <a:p>
            <a:pPr>
              <a:defRPr sz="2000"/>
            </a:pPr>
            <a:r>
              <a:t>🎯 Références absolues</a:t>
            </a:r>
          </a:p>
          <a:p>
            <a:pPr>
              <a:defRPr sz="2000"/>
            </a:pPr>
            <a:r>
              <a:t>🎯 Graphiques académiques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minutes</a:t>
            </a:r>
          </a:p>
          <a:p>
            <a:pPr>
              <a:defRPr sz="2000"/>
            </a:pPr>
            <a:r>
              <a:t>📋 Interface → Saisie</a:t>
            </a:r>
          </a:p>
          <a:p>
            <a:pPr>
              <a:defRPr sz="2000"/>
            </a:pPr>
            <a:r>
              <a:t>📋 Formules → Références</a:t>
            </a:r>
          </a:p>
          <a:p>
            <a:pPr>
              <a:defRPr sz="2000"/>
            </a:pPr>
            <a:r>
              <a:t>📋 Graphiques →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et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Classeur et feuilles</a:t>
            </a:r>
          </a:p>
          <a:p>
            <a:pPr>
              <a:defRPr sz="2000"/>
            </a:pPr>
            <a:r>
              <a:t>📊 Cellules et plages</a:t>
            </a:r>
          </a:p>
          <a:p>
            <a:pPr>
              <a:defRPr sz="2000"/>
            </a:pPr>
            <a:r>
              <a:t>📊 Barre de formule</a:t>
            </a:r>
          </a:p>
          <a:p>
            <a:pPr>
              <a:defRPr sz="2000"/>
            </a:pPr>
            <a:r>
              <a:t>📊 En-têtes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Saisie et mise en forme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✏️ Ligne = enregistrement</a:t>
            </a:r>
          </a:p>
          <a:p>
            <a:pPr>
              <a:defRPr sz="2000"/>
            </a:pPr>
            <a:r>
              <a:t>✏️ Colonnes = variables</a:t>
            </a:r>
          </a:p>
          <a:p>
            <a:pPr>
              <a:defRPr sz="2000"/>
            </a:pPr>
            <a:r>
              <a:t>✏️ Bordures et couleurs</a:t>
            </a:r>
          </a:p>
          <a:p>
            <a:pPr>
              <a:defRPr sz="2000"/>
            </a:pPr>
            <a:r>
              <a:t>✏️ Format conditionnel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Formules essentielles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=SOMME()</a:t>
            </a:r>
          </a:p>
          <a:p>
            <a:pPr>
              <a:defRPr sz="2000"/>
            </a:pPr>
            <a:r>
              <a:t>🔢 =MOYENNE()</a:t>
            </a:r>
          </a:p>
          <a:p>
            <a:pPr>
              <a:defRPr sz="2000"/>
            </a:pPr>
            <a:r>
              <a:t>🔢 =MIN/MAX()</a:t>
            </a:r>
          </a:p>
          <a:p>
            <a:pPr>
              <a:defRPr sz="2000"/>
            </a:pPr>
            <a:r>
              <a:t>🔢 =SI()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Références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📐 Relative B2</a:t>
            </a:r>
          </a:p>
          <a:p>
            <a:pPr>
              <a:defRPr sz="2000"/>
            </a:pPr>
            <a:r>
              <a:t>📐 Absolue $B$2</a:t>
            </a:r>
          </a:p>
          <a:p>
            <a:pPr>
              <a:defRPr sz="2000"/>
            </a:pPr>
            <a:r>
              <a:t>📐 Touche F4</a:t>
            </a:r>
          </a:p>
          <a:p>
            <a:pPr>
              <a:defRPr sz="2000"/>
            </a:pPr>
            <a:r>
              <a:t>📐 Recopie de formules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📈 Histogramme</a:t>
            </a:r>
          </a:p>
          <a:p>
            <a:pPr>
              <a:defRPr sz="2000"/>
            </a:pPr>
            <a:r>
              <a:t>📈 Courbe</a:t>
            </a:r>
          </a:p>
          <a:p>
            <a:pPr>
              <a:defRPr sz="2000"/>
            </a:pPr>
            <a:r>
              <a:t>📈 Secteurs</a:t>
            </a:r>
          </a:p>
          <a:p>
            <a:pPr>
              <a:defRPr sz="2000"/>
            </a:pPr>
            <a:r>
              <a:t>📈 Style sobre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Bonnes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Nommage fichiers</a:t>
            </a:r>
          </a:p>
          <a:p>
            <a:pPr>
              <a:defRPr sz="2000"/>
            </a:pPr>
            <a:r>
              <a:t>✔️ Ctrl+S</a:t>
            </a:r>
          </a:p>
          <a:p>
            <a:pPr>
              <a:defRPr sz="2000"/>
            </a:pPr>
            <a:r>
              <a:t>✔️ Export PDF</a:t>
            </a:r>
          </a:p>
          <a:p>
            <a:pPr>
              <a:defRPr sz="2000"/>
            </a:pPr>
            <a:r>
              <a:t>✔️ Vérifier formules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Données → information</a:t>
            </a:r>
          </a:p>
          <a:p>
            <a:pPr>
              <a:defRPr sz="2000"/>
            </a:pPr>
            <a:r>
              <a:t>✅ TD 05 — 1h30</a:t>
            </a:r>
          </a:p>
          <a:p>
            <a:pPr>
              <a:defRPr sz="2000"/>
            </a:pPr>
            <a:r>
              <a:t>✅ Prochain : PowerPoint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