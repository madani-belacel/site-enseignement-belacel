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03 — Windows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et consignes : 5 min</a:t>
            </a:r>
          </a:p>
          <a:p>
            <a:pPr>
              <a:defRPr sz="2000"/>
            </a:pPr>
            <a:r>
              <a:t>⏱️ Exercice 1 — Identification de l'interface : 15 min</a:t>
            </a:r>
          </a:p>
          <a:p>
            <a:pPr>
              <a:defRPr sz="2000"/>
            </a:pPr>
            <a:r>
              <a:t>⏱️ Exercice 2 — Création d'arborescence : 18 min</a:t>
            </a:r>
          </a:p>
          <a:p>
            <a:pPr>
              <a:defRPr sz="2000"/>
            </a:pPr>
            <a:r>
              <a:t>⏱️ Exercice 3 — Nommage professionnel :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03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03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03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(17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Timing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Exercice 4 — Raccourcis clavier : 15 min</a:t>
            </a:r>
          </a:p>
          <a:p>
            <a:pPr>
              <a:defRPr sz="2000"/>
            </a:pPr>
            <a:r>
              <a:t>⏱️ Exercice 5 — Sécurité et bonnes pratiques : 17 min</a:t>
            </a:r>
          </a:p>
          <a:p>
            <a:pPr>
              <a:defRPr sz="2000"/>
            </a:pPr>
            <a:r>
              <a:t>⏱️ Correction collective et synthèse : 5 min</a:t>
            </a:r>
          </a:p>
          <a:p>
            <a:pPr>
              <a:defRPr sz="2000"/>
            </a:pPr>
            <a:r>
              <a:t>⏱️ Total : 90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03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03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