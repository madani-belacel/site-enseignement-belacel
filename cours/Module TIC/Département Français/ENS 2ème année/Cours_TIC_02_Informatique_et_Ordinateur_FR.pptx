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02 — Informatique et Architecture de l'Ordinateur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Savoir :- Décrire le modèle de von Neumann (CPU, mémoire, E/S, bus)</a:t>
            </a:r>
            <a:br/>
            <a:r>
              <a:t>- Distinguer hardware et software</a:t>
            </a:r>
            <a:br/>
            <a:r>
              <a:t>- Expliquer le rôle du système d'exploitation</a:t>
            </a:r>
            <a:br/>
            <a:r>
              <a:t>- Comprendre l'interaction entre les composants matériels et logiciels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Savoir-faire :- Identifier les composants d'un ordinateur portable</a:t>
            </a:r>
            <a:br/>
            <a:r>
              <a:t>- Gérer l'espace disque et les formats de fichiers</a:t>
            </a:r>
            <a:br/>
            <a:r>
              <a:t>- Diagnostiquer un problème simple (câble, redémarrage)</a:t>
            </a:r>
            <a:br/>
            <a:r>
              <a:t>- Organiser son espace de travail numérique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Savoir-être :- Prendre soin du matériel universitaire</a:t>
            </a:r>
            <a:br/>
            <a:r>
              <a:t>- Développer une attitude proactive face aux problèmes techniques</a:t>
            </a:r>
            <a:br/>
            <a:r>
              <a:t>- Appliquer les bonnes pratiques de sauvegarde et de sécurité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40 % + QCM 20 % + mini-projet schéma machine 20 % + examen 20 %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Contexte réglementaire algérien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1. Introduction : Pourquoi Comprendre l'Ordinateur ?(10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2. Qu'est-ce que l'Informatique ?(10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3. Modèle de von Neumann(15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5. Logiciels et Systèmes d'Exploitation(10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6. Interaction Hardware / Software(10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7. Bonnes Pratiques pour Étudiants Universitaires(10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:Étudiants ENS — futurs enseignants de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:Cours TIC 01 ; notions de fichiers et dossiers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Savoir :- Décrire le modèle de von Neumann (CPU, mémoire, E/S, bus)</a:t>
            </a:r>
            <a:br/>
            <a:r>
              <a:t>- Distinguer hardware et software</a:t>
            </a:r>
            <a:br/>
            <a:r>
              <a:t>- Expliquer le rôle du système d'exploitation</a:t>
            </a:r>
            <a:br/>
            <a:r>
              <a:t>- Comprendre l'interaction entre les composants matériels et logiciels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Savoir-faire :- Identifier les composants d'un ordinateur portable</a:t>
            </a:r>
            <a:br/>
            <a:r>
              <a:t>- Gérer l'espace disque et les formats de fichiers</a:t>
            </a:r>
            <a:br/>
            <a:r>
              <a:t>- Diagnostiquer un problème simple (câble, redémarrage)</a:t>
            </a:r>
            <a:br/>
            <a:r>
              <a:t>- Organiser son espace de travail numérique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Savoir-être :- Prendre soin du matériel universitaire</a:t>
            </a:r>
            <a:br/>
            <a:r>
              <a:t>- Développer une attitude proactive face aux problèmes techniques</a:t>
            </a:r>
            <a:br/>
            <a:r>
              <a:t>- Appliquer les bonnes pratiques de sauvegarde et de sécurité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40 % + QCM 20 % + mini-projet schéma machine 20 % + examen 20 %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Contexte réglementaire algérien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Ce cours s'inscrit dans le cadre réglementaire algérien de la formation des enseignants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Arrêté ministériel portant création des ENS (cycle Licence/Master)— définit le cadre institutionnel des Écoles Normales Supérieures et leur mission de formation des enseignants.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Arrêté 712 fixant le programme des concours ENS— détermine les épreuves et les programmes des concours d'accès aux ENS, en cohérence avec les contenus enseignés.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Programme national de TIC pour les filières de langues étrangères— fixe les objectifs, contenus et volumes horaires du module TIC dans la formation initiale des enseignants.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des compétences numériques algérien— cadre national (en cours d'élaboration) définissant les compétences numériques attendues des enseignants et des étudiants.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Structure Machine 1 — Univ. Biskra (elearning.univ-biskra.dz)— ressource pédagogique consultée pour l'élaboration du contenu sur l'architecture des ordinateurs.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: Pourquoi comprendre l'ordinateur ?(10 min)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Qu'est-ce que l'informatique ?(10 min)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Modèle de von Neumann(15 min)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Composants matériels (Hardware)(15 min)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Logiciels et systèmes d'exploitation (Software)(10 min)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Interaction Hardware / Software(10 min)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Bonnes pratiques pour étudiants universitaires(10 min)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1. Introduction : Pourquoi Comprendre l'Ordinateur ?(10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Comprendre le fonctionnement de l'ordinateur est essentiel pour tout étudiant, même en filière Langues. Cela permet de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Mieux utiliser ses outils (Word, navigateur, Moodle, ENT)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Éviter les pertes de données par une gestion éclairée du stockage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Diagnostiquer les problèmes simples (câble débranché, batterie, redémarrage)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Organiser efficacement son espace de travail numérique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Acquérir un vocabulaire technique de base pour communiquer avec les services informatiques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L'ordinateur est devenule principal instrument de travail universitaireet sa maîtrise est une compétence transversale indispensable pour le futur enseignant de langues.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2. Qu'est-ce que l'Informatique ?(10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L'informatiqueest la science dutraitement automatique de l'informationà l'aide d'algorithmes exécutés par des machines. Elle inclut quatre domaines principaux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La théorie— fondements mathématiques et algorithmiques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 matériel (Hardware)— composants physiques de l'ordinateur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Les logiciels (Software)— programmes qui pilotent le matériel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Les réseaux— communication entre machines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Pour l'étudiant en langues, l'approche estutilisateur: comprendre suffisamment pour bien utiliser l'ordinateur dans ses études et, plus tard, dans sa pratique professionnelle d'enseignant.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3. Modèle de von Neumann(15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Un ordinateur est une machine programmable capable de quatre opérations fondamentales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Entrée (Input)— recevoir des données (clavier, souris, microphone)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Traitement (Processing)— exécuter des instructions par le CPU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Stockage temporaire (Memory)— conserver les données en cours de travail (RAM)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Sortie (Output)— restituer les résultats (écran, imprimante, haut-parleurs)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Lemodèle de von Neumann(John von Neumann, 1945) est le fondement architectural de la quasi-totalité des ordinateurs modernes. Il repose sur le concept deprogramme enregistré: les instructions et les données sont stockées dans la même mémoire.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5. Logiciels et Systèmes d'Exploitation(10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Catégories de logiciels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Différence fondamentale :Le hardware est tangible (on peut le toucher), le software est intangible (ensemble d'instructions). Mais l'un ne fonctionne pas sans l'autre.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6. Interaction Hardware / Software(10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Exemple concret :Lorsque vous tapez une lettre au clavier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Hardware: la touche est pressée, un signal électrique est envoyé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Système d'exploitation: intercepte le signal et détermine le caractère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Application(Word, navigateur) : reçoit le caractère et l'affiche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Hardware: l'écran affiche le caractère à l'écran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Ce cycle entrée → traitement → sortie se produit des milliers de fois par seconde, chaque jour, sans que l'utilisateur en ait conscience.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Public visé :Étudiants ENS — futurs enseignants de langues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Savoir :- Décrire le modèle de von Neumann (CPU, mémoire, E/S, bus)</a:t>
            </a:r>
            <a:br/>
            <a:r>
              <a:t>- Distinguer hardware et software</a:t>
            </a:r>
            <a:br/>
            <a:r>
              <a:t>- Expliquer le rôle du système d'exploitation</a:t>
            </a:r>
            <a:br/>
            <a:r>
              <a:t>- Comprendre l'interaction entre les composants matériels et logiciels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Ce cours s'inscrit dans le cadre réglementaire algérien de la formation des enseignants :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: Pourquoi comprendre l'ordinateur ?(10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Comprendre le fonctionnement de l'ordinateur est essentiel pour tout étudiant, même en filière Langues. Cela permet de :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