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01 — Introduction aux Techniques de l'Information et de la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Définition personnelle(15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Les trois dimensions(15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Fonctions des TIC(18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Applications en langues(18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Réflexion critique(14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Définition personnelle(15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:Donnez votre propre définition des TIC en 2-3 lignes, puis comparez-la à la définition UIT.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:Les TIC regroupent outils numériques de traitement, transmission et accès à l'information. L'UIT insiste sur la forme numérique et la convergence des technologies.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Les trois dimensions(15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:Expliquez avec des exemples personnels les trois dimensions : Techniques, Information, Communication.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:Technique = PC + Moodle ; Information = polycopié PDF ; Communication = email au professeur ou forum TD.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Fonctions des TIC(18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:Pour chaque action, identifiez la fonction : traitement / transmission / sauvegarde.</a:t>
            </a:r>
            <a:br/>
            <a:r>
              <a:t>Rédaction Word, envoi email, copie USB, visioconférence Teams, impression PDF.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:Word → traitement ; email et Teams → transmission ; USB → sauvegarde ; impression → traitement/sortie.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Applications en langues(18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:Citez 5 usages concrets des TIC pour un étudiant en langues étrangères.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:Corpus multilingues en ligne, visio avec locuteurs natifs, Moodle pour devoirs, bibliothèque numérique, PowerPoint pour exposés.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Réflexion critique(14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:Rédigez un paragraphe (10-12 lignes) sur opportunités et risques des TIC pour les étudiants en langues.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:Opportunités : ressources mondiales, MOOC, collaboration. Risques : plagiat, désinformation, addiction, vie privée. Posture : esprit critique et éthique académique.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:Donnez votre propre définition des TIC en 2-3 lignes, puis comparez-la à la définition UIT.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:Expliquez avec des exemples personnels les trois dimensions : Techniques, Information, Communication.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action, identifiez la fonction : traitement / transmission / sauvegarde.</a:t>
            </a:r>
            <a:br/>
            <a:r>
              <a:t>Rédaction Word, envoi email, copie USB, visioconférence Teams, impression PDF.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:Donnez votre propre définition des TIC en 2-3 lignes, puis comparez-la à la définition UIT.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:Expliquez avec des exemples personnels les trois dimensions : Techniques, Information, Communication.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action, identifiez la fonction : traitement / transmission / sauvegarde.</a:t>
            </a:r>
            <a:br/>
            <a:r>
              <a:t>Rédaction Word, envoi email, copie USB, visioconférence Teams, impression PDF.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:Donnez votre propre définition des TIC en 2-3 lignes, puis comparez-la à la définition UIT.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:Expliquez avec des exemples personnels les trois dimensions : Techniques, Information, Communication.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action, identifiez la fonction : traitement / transmission / sauvegarde.</a:t>
            </a:r>
            <a:br/>
            <a:r>
              <a:t>Rédaction Word, envoi email, copie USB, visioconférence Teams, impression PDF.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:Donnez votre propre définition des TIC en 2-3 lignes, puis comparez-la à la définition UIT.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:Expliquez avec des exemples personnels les trois dimensions : Techniques, Information, Communication.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action, identifiez la fonction : traitement / transmission / sauvegarde.</a:t>
            </a:r>
            <a:br/>
            <a:r>
              <a:t>Rédaction Word, envoi email, copie USB, visioconférence Teams, impression PDF.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:Donnez votre propre définition des TIC en 2-3 lignes, puis comparez-la à la définition UIT.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:Expliquez avec des exemples personnels les trois dimensions : Techniques, Information, Communication.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action, identifiez la fonction : traitement / transmission / sauvegarde.</a:t>
            </a:r>
            <a:br/>
            <a:r>
              <a:t>Rédaction Word, envoi email, copie USB, visioconférence Teams, impression PDF.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:Citez 5 usages concrets des TIC pour un étudiant en langues étrangères.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:Rédigez un paragraphe (10-12 lignes) sur opportunités et risques des TIC pour les étudiants en langues.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