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— Services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Moteur de recherche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Courriel professionnel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Protocoles email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Transfert de fichiers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Synthèse module TIC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Moteur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Crawlers : robots qui explorent le Web et indexent les pages.</a:t>
            </a:r>
            <a:br/>
            <a:r>
              <a:t>- Métamoteur : interroge plusieurs moteurs, fusionne et déduplique les résultats (ex. Qwant, Dogpile).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Courriel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Objet :[L1 Langues] Demande report TD TIC — Nom Prénom- Formule : « Madame, Monsieur, »</a:t>
            </a:r>
            <a:br/>
            <a:r>
              <a:t>- Corps : motif bref, date souhaitée, politesse.</a:t>
            </a:r>
            <a:br/>
            <a:r>
              <a:t>- Signature : nom, groupe, email institutionnel.</a:t>
            </a:r>
            <a:br/>
            <a:r>
              <a:t>- Pièce jointe seulement si justificatif demandé.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Protocoles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SMTP → envoi.</a:t>
            </a:r>
            <a:br/>
            <a:r>
              <a:t>- POP → réception (souvent téléchargement local).</a:t>
            </a:r>
            <a:br/>
            <a:r>
              <a:t>- IMAP → réception avec sync boîte sur plusieurs appareils (recommandé mobile + PC).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Transfert de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clé USB, Google Drive et email pour remettre un devoir de 15 Mo.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Clé USB : rapide en présentiel, risque perte/virus.</a:t>
            </a:r>
            <a:br/>
            <a:r>
              <a:t>- Drive : lien de partage, traçabilité, limite quota institutionnel.</a:t>
            </a:r>
            <a:br/>
            <a:r>
              <a:t>- Email : limite pièce jointe (~25 Mo selon serveur), pratique pour petits fichiers.</a:t>
            </a:r>
            <a:br/>
            <a:r>
              <a:t>→ Pour 15 Mo : Drive ou plateforme Moodle préférable.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Synthèse module 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:Résumer en un tableau 3 colonnes (Séances 01-04, 05-06, 07-10) les compétences acquises.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:| Bloc | Compétences |</a:t>
            </a:r>
            <a:br/>
            <a:r>
              <a:t>|------|-------------|</a:t>
            </a:r>
            <a:br/>
            <a:r>
              <a:t>| 01-04 | Culture TIC, PC, Windows, Word |</a:t>
            </a:r>
            <a:br/>
            <a:r>
              <a:t>| 05-06 | Excel (calcul), PowerPoint (oral) |</a:t>
            </a:r>
            <a:br/>
            <a:r>
              <a:t>| 07-10 | Internet, Web, réseaux, services numériques |</a:t>
            </a:r>
            <a:br/>
            <a:r>
              <a:t>→ Culture numérique complète pour la Licence Langues.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clé USB, Google Drive et email pour remettre un devoir de 15 Mo.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:Résumer en un tableau 3 colonnes (Séances 01-04, 05-06, 07-10) les compétences acquises.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