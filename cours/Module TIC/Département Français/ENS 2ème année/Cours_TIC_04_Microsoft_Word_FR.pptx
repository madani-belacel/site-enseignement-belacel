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Cours TIC 04 — Microsoft Word : Bureautique Académique et Mise en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 :- Maîtriser les styles Word (Titre 1–3, Normal)</a:t>
            </a:r>
            <a:br/>
            <a:r>
              <a:t>- Comprendre sections, en-têtes/pieds de page, table des matières</a:t>
            </a:r>
            <a:br/>
            <a:r>
              <a:t>- Connaître les normes typographiques académiques algériennes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savoir-faire :- Rédiger un devoir avec page de garde institutionnelle (template PG-fr)</a:t>
            </a:r>
            <a:br/>
            <a:r>
              <a:t>- Insérer citations, notes de bas de page APA simplifiée</a:t>
            </a:r>
            <a:br/>
            <a:r>
              <a:t>- Exporter PDF pour dépôt Moodle</a:t>
            </a:r>
            <a:br/>
            <a:r>
              <a:t>- Générer une table des matières automatique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savoir-être :- Respecter normes typographiques académiques</a:t>
            </a:r>
            <a:br/>
            <a:r>
              <a:t>- Soigner la présentation comme reflet du travail intellectuel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Mode d'évaluation :TD 40 % + devoir Word noté 40 % + QCM 20 %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Fiche cours — Plateforme e-learning (Moodle)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Objectifs de l'enseignement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Activités d'apprentissage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Activités d'évaluation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Bibliographie et ressources externes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Plan du Cours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Personnalisation de l'interface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Bonnes pratiques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pratique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Quand mettre à jour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Fiche cours — Plateforme e-learning (Moodle)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Public visé :ENS 1ère et 2ème année — production de documents académiques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Compétences pré-requises :TIC 03 ; frappe au clavier ; savoir enregistrer un fichier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Objectifs de l'enseignement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 :- Maîtriser les styles Word (Titre 1–3, Normal)</a:t>
            </a:r>
            <a:br/>
            <a:r>
              <a:t>- Comprendre sections, en-têtes/pieds de page, table des matières</a:t>
            </a:r>
            <a:br/>
            <a:r>
              <a:t>- Connaître les normes typographiques académiques algériennes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savoir-faire :- Rédiger un devoir avec page de garde institutionnelle (template PG-fr)</a:t>
            </a:r>
            <a:br/>
            <a:r>
              <a:t>- Insérer citations, notes de bas de page APA simplifiée</a:t>
            </a:r>
            <a:br/>
            <a:r>
              <a:t>- Exporter PDF pour dépôt Moodle</a:t>
            </a:r>
            <a:br/>
            <a:r>
              <a:t>- Générer une table des matières automatique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savoir-être :- Respecter normes typographiques académiques</a:t>
            </a:r>
            <a:br/>
            <a:r>
              <a:t>- Soigner la présentation comme reflet du travail intellectuel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Mode d'évaluation :TD 40 % + devoir Word noté 40 % + QCM 20 %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Activités d'apprentissage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Devoir Moodle : compte rendu 3 pages avec page de garde PG-fr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Atelier dirigé : mise en forme d'un texte brut avec styles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Activités d'évaluation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QCM styles et mise en page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Rendu noté : document Word structuré (3 pages minimum)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Bibliographie et ressources externes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TemplatePG-fr.docx; APA 7 — introduction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support.microsoft.com/fr-fr/word— Aide Word officielle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Contact enseignant :BELACEL Madani —madani.belacel@univ-mosta.dz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Plan du Cours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Importance de Microsoft Word dans le parcours universitaire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Interface et zones principales de Word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Mise en page académique (normes universitaires)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Utilisation professionnelle des Styles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Table des matières automatique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Tableaux, listes et éléments visuels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Enregistrement, export PDF et bonnes pratiques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Conclusion et transition vers Excel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Personnalisation de l'interface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ÉpinglerEnregistrer,Annuler,Répéterdans la barre d'accès rapide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Activer le volet de navigation (Ctrl+F)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Afficher la règle (Affichage → Règle)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Bonnes pratiques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✅ Appliquer les styles en rédigeant, pas à la fin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✅ Utiliser le volet de navigation pour vérifier la structure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✅ Modifier un style (clic droit → Modifier) plutôt que formater manuellement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❌ Ne pas utiliser « Gras » ou « Taille 16 » à la place de Titre 1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❌ Ne pas sauter de niveau (Titre 1 → Titre 3 sans Titre 2)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pratique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Saisir un texte de 3 paragraphes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Appliquer Titre 1, Titre 2, Titre 3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Observer la structure dans le volet de navigation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En termes de savoir :- Maîtriser les styles Word (Titre 1–3, Normal)</a:t>
            </a:r>
            <a:br/>
            <a:r>
              <a:t>- Comprendre sections, en-têtes/pieds de page, table des matières</a:t>
            </a:r>
            <a:br/>
            <a:r>
              <a:t>- Connaître les normes typographiques académiques algériennes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Devoir Moodle : compte rendu 3 pages avec page de garde PG-fr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QCM styles et mise en page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TemplatePG-fr.docx; APA 7 — introduction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