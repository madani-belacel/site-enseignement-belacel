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04 — Microsoft Word : Bureautique Académique et Mise en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  <a:br/>
            <a:r>
              <a:t>- Connaître les normes typographiques académiques algériennes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 (template PG-fr)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  <a:br/>
            <a:r>
              <a:t>- Générer une table des matières automatique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  <a:br/>
            <a:r>
              <a:t>- Soigner la présentation comme reflet du travail intellectuel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Personnalisation de l'interface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Bonnes pratiques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pratique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Quand mettre à jour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production de documents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03 ; frappe au clavier ; savoir enregistrer un fichier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  <a:br/>
            <a:r>
              <a:t>- Connaître les normes typographiques académiques algériennes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 (template PG-fr)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  <a:br/>
            <a:r>
              <a:t>- Générer une table des matières automatique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  <a:br/>
            <a:r>
              <a:t>- Soigner la présentation comme reflet du travail intellectuel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Devoir Moodle : compte rendu 3 pages avec page de garde PG-fr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dirigé : mise en forme d'un texte brut avec styles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styles et mise en page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noté : document Word structuré (3 pages minimum)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TemplatePG-fr.docx; APA 7 — introduction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support.microsoft.com/fr-fr/word— Aide Word officielle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Importance de Microsoft Word dans le parcours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zones principales de Word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Mise en page académique (normes universitaires)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Utilisation professionnelle des Styles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 des matières automatique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Tableaux, listes et éléments visuels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Enregistrement, export PDF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Excel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Personnalisation de l'interface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ÉpinglerEnregistrer,Annuler,Répéterdans la barre d'accès rapide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Activer le volet de navigation (Ctrl+F)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Afficher la règle (Affichage → Règle)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Bonnes pratiques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✅ Appliquer les styles en rédigeant, pas à la fin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✅ Utiliser le volet de navigation pour vérifier la structure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✅ Modifier un style (clic droit → Modifier) plutôt que formater manuellement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Ne pas utiliser « Gras » ou « Taille 16 » à la place de Titre 1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❌ Ne pas sauter de niveau (Titre 1 → Titre 3 sans Titre 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Saisir un texte de 3 paragraphes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Appliquer Titre 1, Titre 2, Titre 3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Observer la structure dans le volet de navigation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  <a:br/>
            <a:r>
              <a:t>- Connaître les normes typographiques académiques algériennes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Devoir Moodle : compte rendu 3 pages avec page de garde PG-fr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styles et mise en page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TemplatePG-fr.docx; APA 7 — introduction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