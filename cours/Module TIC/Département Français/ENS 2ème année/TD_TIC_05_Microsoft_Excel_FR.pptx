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05 — Microsoft Excel : Bases et Usages Académiques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Tableau de notes(18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Formules(18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Références absolues(15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Graphique(15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Export(14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Tableau de notes(18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:Créer un tableau pour 8 étudiants : Nom, Note TD1, Note TD2, Note Examen, Moyenne.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:En-têtes en gras, colonnes alignées, bordures fines.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Formules(18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:Calculer moyenne par étudiant, moyenne générale, note min et max.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:=MOYENNE(),=MIN(),=MAX()sur plages correctes.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Références absolues(15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:Ajouter un coefficient d'examen fixe et calculer note pondérée.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:Coefficient en $G$1, formule avec référence absolue F4.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Graphique(15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:Histogramme des moyennes des étudiants.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:Insertion → Histogramme, titre, légendes, pas d'effet 3D.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Export(14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:Enregistrer en .xlsx et exporter en PDF.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:Nommage2026-06-04_TIC_TD5_BELACEL_v1.xlsx+ PDF.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 tableau pour 8 étudiants : Nom, Note TD1, Note TD2, Note Examen, Moyenne.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:Calculer moyenne par étudiant, moyenne générale, note min et max.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:Ajouter un coefficient d'examen fixe et calculer note pondérée.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 tableau pour 8 étudiants : Nom, Note TD1, Note TD2, Note Examen, Moyenne.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:Calculer moyenne par étudiant, moyenne générale, note min et max.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:Ajouter un coefficient d'examen fixe et calculer note pondérée.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 tableau pour 8 étudiants : Nom, Note TD1, Note TD2, Note Examen, Moyenne.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:Calculer moyenne par étudiant, moyenne générale, note min et max.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:Ajouter un coefficient d'examen fixe et calculer note pondérée.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 tableau pour 8 étudiants : Nom, Note TD1, Note TD2, Note Examen, Moyenne.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:Calculer moyenne par étudiant, moyenne générale, note min et max.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:Ajouter un coefficient d'examen fixe et calculer note pondérée.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 tableau pour 8 étudiants : Nom, Note TD1, Note TD2, Note Examen, Moyenne.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:Calculer moyenne par étudiant, moyenne générale, note min et max.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:Ajouter un coefficient d'examen fixe et calculer note pondérée.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:Histogramme des moyennes des étudiants.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:Enregistrer en .xlsx et exporter en PDF.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