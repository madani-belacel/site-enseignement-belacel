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</a:defRPr>
            </a:pPr>
            <a:r>
              <a:t>TD TIC 06 — Microsoft PowerPoint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</a:defRPr>
            </a:pPr>
            <a:r>
              <a:t>Module TIC — Dr.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val="B7C9BE"/&gt;</a:solidFill>
              </a:defRPr>
            </a:pPr>
            <a:r>
              <a:t>Université de Mostaganem — MCB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val="006847"/&gt;</a:solidFill>
              </a:defRPr>
            </a:pPr>
            <a:r>
              <a:t>🎯 Objectifs pédagogiques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Comprendre les concepts clés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Appliquer les compétences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Évaluer les technologies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val="006847"/&gt;</a:solidFill>
              </a:defRPr>
            </a:pPr>
            <a:r>
              <a:t>📋 Plan du cours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Exercice 1 — Structure 10 slides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Exercice 2 — Réduction de texte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Exercice 3 — Transition fade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Exercice 4 — Insertion graphique Excel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Exercice 5 — Export et checklist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Exercice 1 — Structure 10 slides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Énoncé :Esquisser sur papier la structure d'une présentation de 10 slides sur un thème du module TIC.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Corrigé détaillé :- Slide 1 : titre.</a:t>
            </a:r>
            <a:br/>
            <a:r>
              <a:t>- Slide 2 : objectifs ou problématique.</a:t>
            </a:r>
            <a:br/>
            <a:r>
              <a:t>- Slide 3 : plan en 3 parties.</a:t>
            </a:r>
            <a:br/>
            <a:r>
              <a:t>- Slides 4–7 : une idée par slide.</a:t>
            </a:r>
            <a:br/>
            <a:r>
              <a:t>- Slide 8 : exemple concret.</a:t>
            </a:r>
            <a:br/>
            <a:r>
              <a:t>- Slide 9 : synthèse.</a:t>
            </a:r>
            <a:br/>
            <a:r>
              <a:t>- Slide 10 : conclusion / questions.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Exercice 2 — Réduction de texte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Énoncé :Réécrire un paragraphe de 80 mots en 4 puces de 6 mots maximum chacune.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Corrigé détaillé :- Identifier l'idée centrale.</a:t>
            </a:r>
            <a:br/>
            <a:r>
              <a:t>- Supprimer redondances et adverbes inutiles.</a:t>
            </a:r>
            <a:br/>
            <a:r>
              <a:t>- Utiliser nominalisations (« croissance » vs « il y a eu une augmentation »).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Exercice 3 — Transition fade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Énoncé :Appliquer la transitionFonduà toutes les slides et régler la durée à 0,7 s.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Corrigé détaillé :- Transitions → Fondu → Appliquer à tout.</a:t>
            </a:r>
            <a:br/>
            <a:r>
              <a:t>- Durée : 0,7 s dans le volet Transitions.</a:t>
            </a:r>
            <a:br/>
            <a:r>
              <a:t>- Tester en mode Diaporama (F5).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Exercice 4 — Insertion graphique Excel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Énoncé :Coller un graphique créé en TD Excel dans la slide 8 d'une présentation.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Corrigé détaillé :- Excel : sélectionner graphique → Copier.</a:t>
            </a:r>
            <a:br/>
            <a:r>
              <a:t>- PowerPoint slide 8 → Coller → Coller spécial → Image (bitmap) si stabilité requise.</a:t>
            </a:r>
            <a:br/>
            <a:r>
              <a:t>- Redimensionner en conservant les proportions (Maj+ glisser coin).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Exercice 5 — Export et 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Énoncé :Exporter en PDF et vérifier la checklist qualité (lisibilité, 10 slides, pied de page).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Corrigé détaillé :- Fichier → Exporter → Créer PDF.</a:t>
            </a:r>
            <a:br/>
            <a:r>
              <a:t>- Ouvrir PDF : texte lisible, pas de coupure.</a:t>
            </a:r>
            <a:br/>
            <a:r>
              <a:t>- Vérifier numérotation et titre sur chaque slide si prévus par le modèle.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:Esquisser sur papier la structure d'une présentation de 10 slides sur un thème du module TIC.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:Réécrire un paragraphe de 80 mots en 4 puces de 6 mots maximum chacune.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:Appliquer la transitionFonduà toutes les slides et régler la durée à 0,7 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:Esquisser sur papier la structure d'une présentation de 10 slides sur un thème du module TIC.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:Réécrire un paragraphe de 80 mots en 4 puces de 6 mots maximum chacune.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:Appliquer la transitionFonduà toutes les slides et régler la durée à 0,7 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:Esquisser sur papier la structure d'une présentation de 10 slides sur un thème du module TIC.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:Réécrire un paragraphe de 80 mots en 4 puces de 6 mots maximum chacune.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:Appliquer la transitionFonduà toutes les slides et régler la durée à 0,7 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:Esquisser sur papier la structure d'une présentation de 10 slides sur un thème du module TIC.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:Réécrire un paragraphe de 80 mots en 4 puces de 6 mots maximum chacune.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:Appliquer la transitionFonduà toutes les slides et régler la durée à 0,7 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val="F4F6F8"/&gt;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:Esquisser sur papier la structure d'une présentation de 10 slides sur un thème du module TIC.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:Réécrire un paragraphe de 80 mots en 4 puces de 6 mots maximum chacune.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:Appliquer la transitionFonduà toutes les slides et régler la durée à 0,7 s.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:Coller un graphique créé en TD Excel dans la slide 8 d'une présentation.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:Exporter en PDF et vérifier la checklist qualité (lisibilité, 10 slides, pied de page).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✏️ Exercices d'application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Définir les concepts principaux du cours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Identifier les applications pratiques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Résoudre les exercices du TD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Synthétiser les points clés en un paragraphe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Préparer une courte présentation orale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val="FFFFFF"/&gt;</a:solidFill>
              </a:defRPr>
            </a:pPr>
            <a:r>
              <a:t>🎓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7680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val="DFE5EA"/&gt;</a:solidFill>
              </a:defRPr>
            </a:pPr>
            <a:r>
              <a:t>Dr. BELACEL Madani</a:t>
            </a:r>
            <a:br/>
            <a:r>
              <a:t>Maître de Conférences B</a:t>
            </a:r>
            <a:br/>
            <a:r>
              <a:t>Université de Mostaganem</a:t>
            </a:r>
            <a:br/>
            <a:r>
              <a:t>madani.belacel@univ-mosta.dz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4572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