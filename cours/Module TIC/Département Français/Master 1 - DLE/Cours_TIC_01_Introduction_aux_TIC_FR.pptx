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Introduction aux TIC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TIC 01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Définir les TIC et leurs 3 dimensions</a:t>
            </a:r>
          </a:p>
          <a:p>
            <a:pPr>
              <a:defRPr sz="2000"/>
            </a:pPr>
            <a:r>
              <a:t>🎯 Comprendre traitement / transmission / sauvegarde</a:t>
            </a:r>
          </a:p>
          <a:p>
            <a:pPr>
              <a:defRPr sz="2000"/>
            </a:pPr>
            <a:r>
              <a:t>🎯 Identifier services et applications</a:t>
            </a:r>
          </a:p>
          <a:p>
            <a:pPr>
              <a:defRPr sz="2000"/>
            </a:pPr>
            <a:r>
              <a:t>🎯 Compétences numériques en langues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01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9 parties — 90 minutes</a:t>
            </a:r>
          </a:p>
          <a:p>
            <a:pPr>
              <a:defRPr sz="2000"/>
            </a:pPr>
            <a:r>
              <a:t>📋 Intro → Définition → NTIC</a:t>
            </a:r>
          </a:p>
          <a:p>
            <a:pPr>
              <a:defRPr sz="2000"/>
            </a:pPr>
            <a:r>
              <a:t>📋 Dimensions → Fonctions → Services</a:t>
            </a:r>
          </a:p>
          <a:p>
            <a:pPr>
              <a:defRPr sz="2000"/>
            </a:pPr>
            <a:r>
              <a:t>📋 Éducation → Compétences →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Définition des 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Convergence numérique</a:t>
            </a:r>
          </a:p>
          <a:p>
            <a:pPr>
              <a:defRPr sz="2000"/>
            </a:pPr>
            <a:r>
              <a:t>💡 Créer, stocker, transmettre</a:t>
            </a:r>
          </a:p>
          <a:p>
            <a:pPr>
              <a:defRPr sz="2000"/>
            </a:pPr>
            <a:r>
              <a:t>💡 Définition UIT / UNESCO</a:t>
            </a:r>
          </a:p>
          <a:p>
            <a:pPr>
              <a:defRPr sz="2000"/>
            </a:pPr>
            <a:r>
              <a:t>💡 ICT en anglais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01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NTIC → 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📖 1990-2005 : NTIC</a:t>
            </a:r>
          </a:p>
          <a:p>
            <a:pPr>
              <a:defRPr sz="2000"/>
            </a:pPr>
            <a:r>
              <a:t>📖 Aujourd'hui : TIC</a:t>
            </a:r>
          </a:p>
          <a:p>
            <a:pPr>
              <a:defRPr sz="2000"/>
            </a:pPr>
            <a:r>
              <a:t>📖 Transformation digitale</a:t>
            </a:r>
          </a:p>
          <a:p>
            <a:pPr>
              <a:defRPr sz="2000"/>
            </a:pPr>
            <a:r>
              <a:t>📖 Société de l'information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Trois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🔺 Techniques (outils)</a:t>
            </a:r>
          </a:p>
          <a:p>
            <a:pPr>
              <a:defRPr sz="2000"/>
            </a:pPr>
            <a:r>
              <a:t>🔺 Information (données)</a:t>
            </a:r>
          </a:p>
          <a:p>
            <a:pPr>
              <a:defRPr sz="2000"/>
            </a:pPr>
            <a:r>
              <a:t>🔺 Communication (échange)</a:t>
            </a:r>
          </a:p>
          <a:p>
            <a:pPr>
              <a:defRPr sz="2000"/>
            </a:pPr>
            <a:r>
              <a:t>🔺 Schéma triangulaire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01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Trois fonctions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⚙️ Traitement (Word)</a:t>
            </a:r>
          </a:p>
          <a:p>
            <a:pPr>
              <a:defRPr sz="2000"/>
            </a:pPr>
            <a:r>
              <a:t>⚙️ Transmission (email)</a:t>
            </a:r>
          </a:p>
          <a:p>
            <a:pPr>
              <a:defRPr sz="2000"/>
            </a:pPr>
            <a:r>
              <a:t>⚙️ Sauvegarde (cloud)</a:t>
            </a:r>
          </a:p>
          <a:p>
            <a:pPr>
              <a:defRPr sz="2000"/>
            </a:pPr>
            <a:r>
              <a:t>⚙️ Exemple étudiant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Services et éducation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🎓 Courriel, Web, visio</a:t>
            </a:r>
          </a:p>
          <a:p>
            <a:pPr>
              <a:defRPr sz="2000"/>
            </a:pPr>
            <a:r>
              <a:t>🎓 Moodle / Classroom</a:t>
            </a:r>
          </a:p>
          <a:p>
            <a:pPr>
              <a:defRPr sz="2000"/>
            </a:pPr>
            <a:r>
              <a:t>🎓 E-learning hybride</a:t>
            </a:r>
          </a:p>
          <a:p>
            <a:pPr>
              <a:defRPr sz="2000"/>
            </a:pPr>
            <a:r>
              <a:t>🎓 Ressources multilingues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01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Compétences attendues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Bureautique académique</a:t>
            </a:r>
          </a:p>
          <a:p>
            <a:pPr>
              <a:defRPr sz="2000"/>
            </a:pPr>
            <a:r>
              <a:t>✔️ Recherche documentaire</a:t>
            </a:r>
          </a:p>
          <a:p>
            <a:pPr>
              <a:defRPr sz="2000"/>
            </a:pPr>
            <a:r>
              <a:t>✔️ Fichiers et sauvegardes</a:t>
            </a:r>
          </a:p>
          <a:p>
            <a:pPr>
              <a:defRPr sz="2000"/>
            </a:pPr>
            <a:r>
              <a:t>✔️ Éthique numérique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Compétence transversale</a:t>
            </a:r>
          </a:p>
          <a:p>
            <a:pPr>
              <a:defRPr sz="2000"/>
            </a:pPr>
            <a:r>
              <a:t>✅ TD 01 — 1h30</a:t>
            </a:r>
          </a:p>
          <a:p>
            <a:pPr>
              <a:defRPr sz="2000"/>
            </a:pPr>
            <a:r>
              <a:t>✅ Prochain : Ordinateur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TIC 01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