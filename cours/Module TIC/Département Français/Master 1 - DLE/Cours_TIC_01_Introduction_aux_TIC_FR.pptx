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01 — Introduction aux TIC (Master)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 :- Analyser les TIC comme objet de recherche en didactique</a:t>
            </a:r>
            <a:br/>
            <a:r>
              <a:t>- Connaître les méthodes de recherche sur les usages numériques</a:t>
            </a:r>
            <a:br/>
            <a:r>
              <a:t>- Maîtriser les outils de recherche documentaire et d'analyse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Savoir-faire :- Concevoir un dispositif de recherche intégrant le numérique</a:t>
            </a:r>
            <a:br/>
            <a:r>
              <a:t>- Analyser des corpus numériques (forums, interactions en ligne)</a:t>
            </a:r>
            <a:br/>
            <a:r>
              <a:t>- Utiliser des outils de traitement de données (NVivo, Python)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Savoir-être :- Adopter une posture réflexive sur son propre usage du numérique</a:t>
            </a:r>
            <a:br/>
            <a:r>
              <a:t>- Contribuer à la recherche en didactique numérique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Projet de recherche 40 % + Examen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Définition et Évolution(10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TIC comme Objet de Recherche(20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Méthodologies de Recherche(20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5. Corpus Numériques(15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6. Éthique de la Recherche Numérique(10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Veille et Publication(15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:Étudiants Master — recherche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:Licence validée ; usage courant des TIC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 :- Analyser les TIC comme objet de recherche en didactique</a:t>
            </a:r>
            <a:br/>
            <a:r>
              <a:t>- Connaître les méthodes de recherche sur les usages numériques</a:t>
            </a:r>
            <a:br/>
            <a:r>
              <a:t>- Maîtriser les outils de recherche documentaire et d'analyse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Savoir-faire :- Concevoir un dispositif de recherche intégrant le numérique</a:t>
            </a:r>
            <a:br/>
            <a:r>
              <a:t>- Analyser des corpus numériques (forums, interactions en ligne)</a:t>
            </a:r>
            <a:br/>
            <a:r>
              <a:t>- Utiliser des outils de traitement de données (NVivo, Python)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 :- Adopter une posture réflexive sur son propre usage du numérique</a:t>
            </a:r>
            <a:br/>
            <a:r>
              <a:t>- Contribuer à la recherche en didactique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Projet de recherche 40 % + Examen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et des chercheurs en didactique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 des Écoles Normales Supérieures et leur mission de formation des enseignants-chercheurs.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détermine les épreuves et les programmes des concours d'accès aux ENS, incluant la maîtrise des TIC.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fixe les objectifs, contenus et volumes horaires du module TIC dans la formation initiale des enseignants.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cadre national définissant les compétences numériques attendues des enseignants et des étudiants en didactique.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étude comparative des pratiques d'enseignement des TIC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TIC comme objet de recherche en didactique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Méthodologies de recherche sur les usages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numériques pour la recherche en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Corpus numériques et analyse de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Éthique de la recherche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Veille scientifique et publication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perspectives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Définition et Évolution(10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LesTICdésignent l'ensemble des technologies numériques pour traiter et transmettre l'information.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Évolution récente :- Web 2.0 (réseaux sociaux, collaboration)</a:t>
            </a:r>
            <a:br/>
            <a:r>
              <a:t>- Intelligence Artificielle générative (ChatGPT, 2022+)</a:t>
            </a:r>
            <a:br/>
            <a:r>
              <a:t>- Learning Analytics et données massives</a:t>
            </a:r>
            <a:br/>
            <a:r>
              <a:t>- Réalité virtuelle et augmentée en éducation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Enjeu Master :Les TIC ne sont plus seulement des outils — elles transforment les processus d'enseignement/apprentissage et constituent unchamp de rechercheà part entière.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Contexte algérien :Les universités algériennes (Univ-Mosta, Mostaganem, Béjaïa, Boumerdès, M'sila) déploient des plateformes Moodle et des dispositifs hybrides qui font l'objet de recherches en didactique.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TIC comme Objet de Recherche(20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Axes de recherche en didactique des langues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Références clés :Warschauer (1996), Chapelle (2003), Kukulska-Hulme (2012).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Pistes pour le mémoire Master :Analyser l'usage de Moodle dans une université algérienne, comparer les dispositifs hybrides avant/après COVID, étudier l'impact des chatbots sur la production écrite en FLE.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Méthodologies de Recherche(20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Approches possibles :-Quantitative :expérimentation, tests standardisés, statistiques</a:t>
            </a:r>
            <a:br/>
            <a:r>
              <a:t>-Qualitative :entretiens, observations, analyse de discours</a:t>
            </a:r>
            <a:br/>
            <a:r>
              <a:t>-Mixte :triangulation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méthodologiques :- Questionnaire en ligne (Google Forms, LimeSurvey)</a:t>
            </a:r>
            <a:br/>
            <a:r>
              <a:t>- Analyse de traces (Learning Analytics)</a:t>
            </a:r>
            <a:br/>
            <a:r>
              <a:t>- Entretiens semi-directifs en visioconférence</a:t>
            </a:r>
            <a:br/>
            <a:r>
              <a:t>- Analyse de corpus textuels (AntConc, TXM)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Master :Étude mixte sur l'impact du forum Moodle sur la production écrite en FLE — questionnaire (quanti) + analyse des interactions (quali).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5. Corpus Numériques(15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de corpus utilisables :- Forums d'apprenants de langues</a:t>
            </a:r>
            <a:br/>
            <a:r>
              <a:t>- Productions écrites sur plateformes</a:t>
            </a:r>
            <a:br/>
            <a:r>
              <a:t>- Interactions en classe virtuelle</a:t>
            </a:r>
            <a:br/>
            <a:r>
              <a:t>- Enregistrements audio/vidéo d'interactions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Méthode :constitution → transcription → annotation → analyse.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Spécificité algérienne :Corpus d'interactions sur les forums Moodle des universités algériennes, transcripts de classes virtuelles BigBlueButton, productions écrites d'étudiants FLE sur plateforme.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6. Éthique de la Recherche Numérique(10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Consentement éclairé des participants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Anonymisation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RGPD et protection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Déclaration CNIL pour les traitements de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Citation des corpus utilisés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Algérie :Respect de la loi 18-07 relative à la protection des données personnelles ; autorisation du chef d'établissement pour la collecte de données en milieu universitaire.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Public visé :Étudiants Master — recherche en didactique des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Savoir :- Analyser les TIC comme objet de recherche en didactique</a:t>
            </a:r>
            <a:br/>
            <a:r>
              <a:t>- Connaître les méthodes de recherche sur les usages numériques</a:t>
            </a:r>
            <a:br/>
            <a:r>
              <a:t>- Maîtriser les outils de recherche documentaire et d'analyse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et des chercheurs en didactique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LesTICdésignent l'ensemble des technologies numériques pour traiter et transmettre l'information.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