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10 — Services Internet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Décrire services SMTP, HTTP, DNS, FTP/SFTP</a:t>
            </a:r>
            <a:br/>
            <a:r>
              <a:t>- Expliquer rôle BigBlueButton et forums Moodle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Rédiger courriel académique avec pièce jointe</a:t>
            </a:r>
            <a:br/>
            <a:r>
              <a:t>- Déposer devoir sur Moodle et vérifier accusé</a:t>
            </a:r>
            <a:br/>
            <a:r>
              <a:t>- Configurer alerte veille Scholar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Netiquette et collaboration respectueuse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30 % + QCM final 40 % + scénario intégré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aux services Internet(10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Recherche et veille(15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Courrier électronique(15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Visioconférence et collaboration(10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Cloud et stockage(10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Synthèse module TIC(10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:Licence 1 — synthèse services numériques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01–09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Décrire services SMTP, HTTP, DNS, FTP/SFTP</a:t>
            </a:r>
            <a:br/>
            <a:r>
              <a:t>- Expliquer rôle BigBlueButton et forums Moodle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Rédiger courriel académique avec pièce jointe</a:t>
            </a:r>
            <a:br/>
            <a:r>
              <a:t>- Déposer devoir sur Moodle et vérifier accusé</a:t>
            </a:r>
            <a:br/>
            <a:r>
              <a:t>- Configurer alerte veille Scholar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Netiquette et collaboration respectueuse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30 % + QCM final 40 % + scénario intégré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Guides Moodle Boumerdès, Béjaïa, Saïda ; DigComp 2.2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Panorama des services Internet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Moteurs et métamoteurs de recherche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Messagerie électronique (SMTP, POP, IMAP)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Transfert de fichiers (Drive, Dropbox)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Messagerie instantanée et visioconférence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Sécurité et netiquette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Synthèse du module TIC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Introduction aux services Internet(10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Au-delà du Web, Internet propose desservicesapplicatifs : courriel, transfert de fichiers, DNS, visioconférence. Chaque service = protocole(s) dédié(s).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Modèle M'sila / Univ-Mosta : activités Moodle = dépôt devoir (service Web) + notification courriel.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Recherche et veille(15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Moteurs: Google Scholar, Cairn, HAL, ERIC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Alertes: Google Alerts sur mot-clé mémoire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RSS / agrégateurs: veille actualité linguistique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Évaluation: intégrer 3 sources fiables dans un travail = critère savoir-faire (Biskra).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Courrier électronique(15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SMTP: envoi ;IMAP/POP3: réception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Adresse institutionnelle :matricule@etu.univ-*.dz(Univ-Mosta, Boumerdès…)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Objet clair, signature, pièces jointes &lt; 10 Mo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Phishing: vérifier expéditeur, ne pas cliquer liens suspects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Netiquette académique: formule de politesse, délai de réponse 48–72 h.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Visioconférence et collaboration(10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BigBlueButtonintégré Moodle (Béjaïa, Boumerdès) : audio, vidéo, tableau blanc, partage écran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Teams / Zoom: usage institutionnel ou personnel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Forum Moodle: discussion asynchrone, fil de messages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Savoir-être: caméra optionnelle, micro coupé hors prise de parole.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Cloud et stockage(10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OneDrive / Google Drive: synchronisation, partage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Règle 3-2-1: 3 copies, 2 supports, 1 hors site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Données personnelles: RGPD — ne pas stocker données sensibles sur cloud public non institutionnel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Décrire services SMTP, HTTP, DNS, FTP/SFTP</a:t>
            </a:r>
            <a:br/>
            <a:r>
              <a:t>- Expliquer rôle BigBlueButton et forums Moodle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Guides Moodle Boumerdès, Béjaïa, Saïda ; DigComp 2.2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Panorama des services Internet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Au-delà du Web, Internet propose desservicesapplicatifs : courriel, transfert de fichiers, DNS, visioconférence. Chaque service = protocole(s) dédié(s).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