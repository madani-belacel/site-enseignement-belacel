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TIC 04 — Microsoft Word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Durée :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04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Déroulement TD — 1h30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⏱️ Accueil et consignes : 5 min</a:t>
            </a:r>
          </a:p>
          <a:p>
            <a:pPr>
              <a:defRPr sz="2000"/>
            </a:pPr>
            <a:r>
              <a:t>⏱️ Exercice 1 — Mise en page universitaire : 18 min</a:t>
            </a:r>
          </a:p>
          <a:p>
            <a:pPr>
              <a:defRPr sz="2000"/>
            </a:pPr>
            <a:r>
              <a:t>⏱️ Exercice 2 — Utilisation des Styles : 18 min</a:t>
            </a:r>
          </a:p>
          <a:p>
            <a:pPr>
              <a:defRPr sz="2000"/>
            </a:pPr>
            <a:r>
              <a:t>⏱️ Exercice 3 — Table des matières : 15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04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polycopié TD</a:t>
            </a:r>
          </a:p>
          <a:p>
            <a:pPr>
              <a:defRPr sz="2000"/>
            </a:pPr>
            <a:r>
              <a:t>1️⃣ Travail guidé</a:t>
            </a:r>
          </a:p>
          <a:p>
            <a:pPr>
              <a:defRPr sz="2000"/>
            </a:pPr>
            <a:r>
              <a:t>1️⃣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04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Énoncé polycopié TD</a:t>
            </a:r>
          </a:p>
          <a:p>
            <a:pPr>
              <a:defRPr sz="2000"/>
            </a:pPr>
            <a:r>
              <a:t>2️⃣ Travail guidé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04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(15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Énoncé polycopié TD</a:t>
            </a:r>
          </a:p>
          <a:p>
            <a:pPr>
              <a:defRPr sz="2000"/>
            </a:pPr>
            <a:r>
              <a:t>3️⃣ Travail guidé</a:t>
            </a:r>
          </a:p>
          <a:p>
            <a:pPr>
              <a:defRPr sz="2000"/>
            </a:pPr>
            <a:r>
              <a:t>3️⃣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04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 (15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Énoncé polycopié TD</a:t>
            </a:r>
          </a:p>
          <a:p>
            <a:pPr>
              <a:defRPr sz="2000"/>
            </a:pPr>
            <a:r>
              <a:t>4️⃣ Travail guidé</a:t>
            </a:r>
          </a:p>
          <a:p>
            <a:pPr>
              <a:defRPr sz="2000"/>
            </a:pPr>
            <a:r>
              <a:t>4️⃣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04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 (14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Énoncé polycopié TD</a:t>
            </a:r>
          </a:p>
          <a:p>
            <a:pPr>
              <a:defRPr sz="2000"/>
            </a:pPr>
            <a:r>
              <a:t>5️⃣ Travail guidé</a:t>
            </a:r>
          </a:p>
          <a:p>
            <a:pPr>
              <a:defRPr sz="2000"/>
            </a:pPr>
            <a:r>
              <a:t>5️⃣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04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Timing (suite)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⏱️ Exercice 4 — Tableaux et listes : 15 min</a:t>
            </a:r>
          </a:p>
          <a:p>
            <a:pPr>
              <a:defRPr sz="2000"/>
            </a:pPr>
            <a:r>
              <a:t>⏱️ Exercice 5 — Export et nommage : 14 min</a:t>
            </a:r>
          </a:p>
          <a:p>
            <a:pPr>
              <a:defRPr sz="2000"/>
            </a:pPr>
            <a:r>
              <a:t>⏱️ Correction collective et synthèse : 5 min</a:t>
            </a:r>
          </a:p>
          <a:p>
            <a:pPr>
              <a:defRPr sz="2000"/>
            </a:pPr>
            <a:r>
              <a:t>⏱️ Total : 90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04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de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Exactitude 40 %</a:t>
            </a:r>
          </a:p>
          <a:p>
            <a:pPr>
              <a:defRPr sz="2000"/>
            </a:pPr>
            <a:r>
              <a:t>✔️ Méthode 30 %</a:t>
            </a:r>
          </a:p>
          <a:p>
            <a:pPr>
              <a:defRPr sz="2000"/>
            </a:pPr>
            <a:r>
              <a:t>✔️ Présentation 30 %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04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Correction collective</a:t>
            </a:r>
          </a:p>
          <a:p>
            <a:pPr>
              <a:defRPr sz="2000"/>
            </a:pPr>
            <a:r>
              <a:t>✅ Relire cours PDF</a:t>
            </a:r>
          </a:p>
          <a:p>
            <a:pPr>
              <a:defRPr sz="2000"/>
            </a:pPr>
            <a:r>
              <a:t>✅ Séance suivante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04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