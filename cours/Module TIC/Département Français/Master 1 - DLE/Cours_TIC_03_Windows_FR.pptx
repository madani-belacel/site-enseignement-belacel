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Interface Graphique,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Interface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Fichiers et Dossiers(15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utilisateurs Windows en environnement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manipulation souris/clavier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charte logicielle de l'établissement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L'interface graphique complète du Bureau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avancée des fichiers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Extensions de fichiers et conventions de nommage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Raccourcis clavier essentiels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Personnalisation et organisation de l'espace de travail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de base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Interface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Bureau: espace de travail principal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Icônes: raccourcis vers applications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Barre des tâches: applications ouvertes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Menu Démarrer: programmes, paramètres,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Zone de notification: réseau, volume, mises à jour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Organiser le bureau par dossiers thématiques (Cours, TD, Examens, Administratif).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Fichiers et Dossiers(15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Unfichier= nom + extension. Undossier= conteneur.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 recommandée :Documents/L1_Langues_2025-2026/Cours | TD | Examens | Projets | Sauvegardes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Convention :AAAA-MM-JJ_Module_Type_Nom_vX.ext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Une bonne maîtrise de Windows est la fondation de toutes vos compétences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Prochain cours :Microsoft Word — Bureautique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Bureau: espace de travail principal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