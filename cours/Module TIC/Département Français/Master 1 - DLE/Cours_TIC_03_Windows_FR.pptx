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03 — Windows : Interface Graphique,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Interface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Fichiers et Dossiers(15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utilisateurs Windows en environnement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02 ; manipulation souris/clavier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Créer, renommer, déplacer des dossiers académiques</a:t>
            </a:r>
            <a:br/>
            <a:r>
              <a:t>- Personnaliser affichage et accessibilité</a:t>
            </a:r>
            <a:br/>
            <a:r>
              <a:t>- Utiliser Explorateur de fichiers et recherche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charte logicielle de l'établissement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50 % + QCM 20 % + examen pratique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L'interface graphique complète du Bureau Windows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avancée des fichiers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Extensions de fichiers et conventions de nommage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Raccourcis clavier essentiels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Personnalisation et organisation de l'espace de travail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de base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Word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Interface Graphique(15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Bureau: espace de travail principal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Icônes: raccourcis vers applications et dossiers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Barre des tâches: applications ouvertes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Menu Démarrer: programmes, paramètres,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Zone de notification: réseau, volume, mises à jour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Organiser le bureau par dossiers thématiques (Cours, TD, Examens, Administratif).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Fichiers et Dossiers(15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Unfichier= nom + extension. Undossier= conteneur.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Arborescence recommandée :Documents/L1_Langues_2025-2026/Cours | TD | Examens | Projets | Sauvegardes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Convention :AAAA-MM-JJ_Module_Type_Nom_vX.ext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Une bonne maîtrise de Windows est la fondation de toutes vos compétences numériques.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Prochain cours :Microsoft Word — Bureautique académique.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l'interface Windows (bureau, barre des tâches, Paramètres)</a:t>
            </a:r>
            <a:br/>
            <a:r>
              <a:t>- Expliquer arborescence fichiers et extensions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Windows dans le contexte universitaire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Bureau: espace de travail principal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