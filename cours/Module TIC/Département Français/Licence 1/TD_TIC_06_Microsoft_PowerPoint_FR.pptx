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Structure 10 slides : 18 min</a:t>
            </a:r>
          </a:p>
          <a:p>
            <a:pPr>
              <a:defRPr sz="2000"/>
            </a:pPr>
            <a:r>
              <a:t>⏱️ Exercice 2 — Réduction de texte : 15 min</a:t>
            </a:r>
          </a:p>
          <a:p>
            <a:pPr>
              <a:defRPr sz="2000"/>
            </a:pPr>
            <a:r>
              <a:t>⏱️ Exercice 3 — Transition fade :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Graphique Excel : 18 min</a:t>
            </a:r>
          </a:p>
          <a:p>
            <a:pPr>
              <a:defRPr sz="2000"/>
            </a:pPr>
            <a:r>
              <a:t>⏱️ Exercice 5 — Export PDF : 14 min</a:t>
            </a:r>
          </a:p>
          <a:p>
            <a:pPr>
              <a:defRPr sz="2000"/>
            </a:pPr>
            <a:r>
              <a:t>⏱️ Correction collective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