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04 — Microsoft Word : Bureautique Académique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Mise en page(18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Styles(18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Table des matières(15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Tableaux et listes(15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Export(14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Mise en page(18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:Appliquer toutes les normes académiques (police, interligne, marges, pagination).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:Times New Roman 12, interligne 1,5, marges 2,5 cm, pagination bas droite.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Styles(18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:Rédiger un mini-rapport de 2 pages avec Titre 1, Titre 2 et Normal.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:Hiérarchie cohérente, pas de mise en forme manuelle sur les titres.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Table des matières(15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:Insérer et mettre à jour une table des matières automatique.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:Références → Table des matières → Mettre à jour les numéros.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Tableaux et listes(15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:Créer un tableau comparatif et une liste numérotée.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:Tableau avec en-têtes, liste numérotée pour étapes méthodologiques.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Export(14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:Enregistrer en .docx et exporter en PDF avec nommage académique.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:2026-06-04_TIC_TD4_BELACEL_v1.docx+ PDF associé.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toutes les normes académiques (police, interligne, marges,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mini-rapport de 2 pages avec Titre 1, Titre 2 et Normal.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:Insérer et mettre à jour une table des matières automatique.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toutes les normes académiques (police, interligne, marges,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mini-rapport de 2 pages avec Titre 1, Titre 2 et Normal.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:Insérer et mettre à jour une table des matières automatique.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toutes les normes académiques (police, interligne, marges,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mini-rapport de 2 pages avec Titre 1, Titre 2 et Normal.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:Insérer et mettre à jour une table des matières automatique.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toutes les normes académiques (police, interligne, marges,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mini-rapport de 2 pages avec Titre 1, Titre 2 et Normal.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:Insérer et mettre à jour une table des matières automatique.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toutes les normes académiques (police, interligne, marges,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mini-rapport de 2 pages avec Titre 1, Titre 2 et Normal.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:Insérer et mettre à jour une table des matières automatique.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tableau comparatif et une liste numérotée.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:Enregistrer en .docx et exporter en PDF avec nommage académique.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