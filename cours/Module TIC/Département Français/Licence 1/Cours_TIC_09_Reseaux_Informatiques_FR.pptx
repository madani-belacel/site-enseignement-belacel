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Réseaux informatiques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09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Maîtriser les notions du chapitre</a:t>
            </a:r>
          </a:p>
          <a:p>
            <a:pPr>
              <a:defRPr sz="2000"/>
            </a:pPr>
            <a:r>
              <a:t>🎯 Atelier poste informatique</a:t>
            </a:r>
          </a:p>
          <a:p>
            <a:pPr>
              <a:defRPr sz="2000"/>
            </a:pPr>
            <a:r>
              <a:t>🎯 Préparation TD et évaluation</a:t>
            </a:r>
          </a:p>
          <a:p>
            <a:pPr>
              <a:defRPr sz="2000"/>
            </a:pPr>
            <a:r>
              <a:t>🎯 Contexte Licence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Introduction aux réseaux</a:t>
            </a:r>
          </a:p>
          <a:p>
            <a:pPr>
              <a:defRPr sz="2000"/>
            </a:pPr>
            <a:r>
              <a:t>📋 Types de réseaux (LAN, MAN, WAN)</a:t>
            </a:r>
          </a:p>
          <a:p>
            <a:pPr>
              <a:defRPr sz="2000"/>
            </a:pPr>
            <a:r>
              <a:t>📋 Topologies : bus, anneau, étoile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aux réseaux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universitaires</a:t>
            </a:r>
          </a:p>
          <a:p>
            <a:pPr>
              <a:defRPr sz="2000"/>
            </a:pPr>
            <a:r>
              <a:t>💡 Démonstration guidée</a:t>
            </a:r>
          </a:p>
          <a:p>
            <a:pPr>
              <a:defRPr sz="2000"/>
            </a:pPr>
            <a:r>
              <a:t>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de réseaux (LAN, MAN, WAN)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Points clés polycopié</a:t>
            </a:r>
          </a:p>
          <a:p>
            <a:pPr>
              <a:defRPr sz="2000"/>
            </a:pPr>
            <a:r>
              <a:t>📖 Exemples universitaires</a:t>
            </a:r>
          </a:p>
          <a:p>
            <a:pPr>
              <a:defRPr sz="2000"/>
            </a:pPr>
            <a:r>
              <a:t>📖 Démonstration guidée</a:t>
            </a:r>
          </a:p>
          <a:p>
            <a:pPr>
              <a:defRPr sz="2000"/>
            </a:pPr>
            <a:r>
              <a:t>📖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Topologies : bus, anneau, étoile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Points clés polycopié</a:t>
            </a:r>
          </a:p>
          <a:p>
            <a:pPr>
              <a:defRPr sz="2000"/>
            </a:pPr>
            <a:r>
              <a:t>🌐 Exemples universitaires</a:t>
            </a:r>
          </a:p>
          <a:p>
            <a:pPr>
              <a:defRPr sz="2000"/>
            </a:pPr>
            <a:r>
              <a:t>🌐 Démonstration guidée</a:t>
            </a:r>
          </a:p>
          <a:p>
            <a:pPr>
              <a:defRPr sz="2000"/>
            </a:pPr>
            <a:r>
              <a:t>🌐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Topologies : maillé et arborescente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Points clés polycopié</a:t>
            </a:r>
          </a:p>
          <a:p>
            <a:pPr>
              <a:defRPr sz="2000"/>
            </a:pPr>
            <a:r>
              <a:t>🔗 Exemples universitaires</a:t>
            </a:r>
          </a:p>
          <a:p>
            <a:pPr>
              <a:defRPr sz="2000"/>
            </a:pPr>
            <a:r>
              <a:t>🔗 Démonstration guidée</a:t>
            </a:r>
          </a:p>
          <a:p>
            <a:pPr>
              <a:defRPr sz="2000"/>
            </a:pPr>
            <a:r>
              <a:t>🔗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Composants d'un réseau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Points clés polycopié</a:t>
            </a:r>
          </a:p>
          <a:p>
            <a:pPr>
              <a:defRPr sz="2000"/>
            </a:pPr>
            <a:r>
              <a:t>📡 Exemples universitaires</a:t>
            </a:r>
          </a:p>
          <a:p>
            <a:pPr>
              <a:defRPr sz="2000"/>
            </a:pPr>
            <a:r>
              <a:t>📡 Démonstration guidée</a:t>
            </a:r>
          </a:p>
          <a:p>
            <a:pPr>
              <a:defRPr sz="2000"/>
            </a:pPr>
            <a:r>
              <a:t>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Travaux sur poste</a:t>
            </a:r>
          </a:p>
          <a:p>
            <a:pPr>
              <a:defRPr sz="2000"/>
            </a:pPr>
            <a:r>
              <a:t>🛠️ Fiche TD 1h30</a:t>
            </a:r>
          </a:p>
          <a:p>
            <a:pPr>
              <a:defRPr sz="2000"/>
            </a:pPr>
            <a:r>
              <a:t>🛠️ Auto-évaluation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Les réseaux relient postes et services — Prochain : Services Internet</a:t>
            </a:r>
          </a:p>
          <a:p>
            <a:pPr>
              <a:defRPr sz="2000"/>
            </a:pPr>
            <a:r>
              <a:t>✅ TD 09 — 1h30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