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Schématiser connexion domicile → FAI → Internet</a:t>
            </a:r>
            <a:br/>
            <a:r>
              <a:t>- Configurer connexion Wi-Fi/Ethernet institutionnelle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Usage responsable et sécurisé du réseau universitaire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— technologie Web(10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histoire d'Internet(15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mondial et protocole TCP/IP(15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Connexion à Internet(10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Adressage IP (notions)(10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Usages académiques et sécurité(10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culture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01–06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Schématiser connexion domicile → FAI → Internet</a:t>
            </a:r>
            <a:br/>
            <a:r>
              <a:t>- Configurer connexion Wi-Fi/Ethernet institutionnelle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Usage responsable et sécurisé du réseau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Cours Routage IP — Univ-Mosta (elearning.univ-usto.dz) ch. intro ; Pujolle — Cours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 Chapitre 2 : technologie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histoire d'Internet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mondial et protocole 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Connexion à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Différences Internet et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(notions)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Usages académiques et sécurité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— technologie Web(10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Internetest l'infrastructure mondiale ; leWebest un service qui s'exécute dessus (HTTP). Cette séance pose les fondations avant TIC 08 (WWW) et TIC 09 (réseaux).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Référence Univ-Mosta : cours « Routage IP » et module ISIL — notions d'adressage introduites ici.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Définition et histoire d'Internet(15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réseau de réseaux interconnectés, protocoleTCP/IP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ARPANET(1969) → TCP/IP (1983) →WWW(1991, Tim Berners-Lee)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Algérie: connexion académique puis généralisée ;ANPT/ opérateurs (Mobilis, Ooredoo, Algérie Télécom)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Réseau mondial et protocole TCP/IP(15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TCP/IP: suite de protocoles (4 couches simplifiées)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(HTTP, SMTP, DNS)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Transport (TCP fiable, UDP rapide)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(IP — adressage)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FAI: Fournisseur d'Accès Internet — attribue IP publique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Connexion à Internet(10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Modes de connexion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Box / routeur: NAT, Wi-Fi, ports Ethernet.Université: authentification réseau (login institutionnel).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Adressage IP (notions)(10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IPv4: 4 octets (ex. 192.168.1.10)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IPv6: 128 bits (déploiement croissant)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 privée: 192.168.x.x, 10.x.x.x (LAN)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 publique: visible sur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DNS: résolution nom → adresse (ex. google.com → 142.250.x.x)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DHCP: attribution automatique IP/masque/passerelle sur le LAN.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 Routage IP — Univ-Mosta (elearning.univ-usto.dz) ch. intro ; Pujolle — Cours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Chapitre 2 : technologie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Internetest l'infrastructure mondiale ; leWebest un service qui s'exécute dessus (HTTP). Cette séance pose les fondations avant TIC 08 (WWW) et TIC 09 (réseaux).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