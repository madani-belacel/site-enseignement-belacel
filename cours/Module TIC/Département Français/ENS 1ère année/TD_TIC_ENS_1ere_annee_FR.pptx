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TD TIC 01 — Introduction aux Techniques de l'Information et de la Communication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Comprendre les concepts clés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Appliquer les compétences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Évaluer les technologies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1 — Définition personnelle(15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2 — Les trois dimensions(15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3 — Fonctions des TIC(18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4 — Applications en langues(18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5 — Réflexion critique(14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1 — Vocabulaire de base(15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2 — Entrée / Traitement / Sortie(15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3 — RAM vs stockage(18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4 — Choix de support(18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5 — Bonnes pratiques(14 min)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1 — Définition personnelle(15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:Donnez votre propre définition des TIC en 2-3 lignes, puis comparez-la à la définition UIT.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:Les TIC regroupent outils numériques de traitement, transmission et accès à l'information. L'UIT insiste sur la forme numérique et la convergence des technologies.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2 — Les trois dimensions(15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:Expliquez avec des exemples personnels les trois dimensions : Techniques, Information, Communication.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:Technique = PC + Moodle ; Information = polycopié PDF ; Communication = email au professeur ou forum TD.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3 — Fonctions des TIC(18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:Pour chaque action, identifiez la fonction : traitement / transmission / sauvegarde.</a:t>
            </a:r>
            <a:br/>
            <a:r>
              <a:t>Rédaction Word, envoi email, copie USB, visioconférence Teams, impression PDF.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:Word → traitement ; email et Teams → transmission ; USB → sauvegarde ; impression → traitement/sortie.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4 — Applications en langues(18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:Citez 5 usages concrets des TIC pour un étudiant en langues étrangères.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:Corpus multilingues en ligne, visio avec locuteurs natifs, Moodle pour devoirs, bibliothèque numérique, PowerPoint pour exposés.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5 — Réflexion critique(14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:Rédigez un paragraphe (10-12 lignes) sur opportunités et risques des TIC pour les étudiants en langues.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:Opportunités : ressources mondiales, MOOC, collaboration. Risques : plagiat, désinformation, addiction, vie privée. Posture : esprit critique et éthique académique.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1 — Vocabulaire de base(15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:Définissez : informatique, hardware, software, CPU, RAM, SSD.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:Informatique = traitement automatique de l'information ; hardware = matériel ; software = logiciels ; CPU = processeur ; RAM = mémoire vive volatile ; SSD = stockage rapide non volatile.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2 — Entrée / Traitement / Sortie(15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:Classez : clavier, écran, processeur, imprimante, micro, disque dur.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:Entrée : clavier, micro ; Traitement : processeur ; Sortie : écran, imprimante ; Stockage : disque dur.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3 — RAM vs stockage(18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:Pourquoi un document non sauvegardé disparaît-il après une coupure de courant ?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:Les données en cours d'édition sont en RAM (volatile). Sans enregistrement sur disque/SSD/cloud, elles sont perdues à l'arrêt.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4 — Choix de support(18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:Pour travail quotidien, archive longue durée, transport de fichiers — recommandez un support et justifiez.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:SSD pour usage quotidien ; HDD ou cloud pour archives ; clé USB pour transport ponctuel.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:Donnez votre propre définition des TIC en 2-3 lignes, puis comparez-la à la définition UIT.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:Expliquez avec des exemples personnels les trois dimensions : Techniques, Information, Communication.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:Pour chaque action, identifiez la fonction : traitement / transmission / sauvegarde.</a:t>
            </a:r>
            <a:br/>
            <a:r>
              <a:t>Rédaction Word, envoi email, copie USB, visioconférence Teams, impression PDF.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:Citez 5 usages concrets des TIC pour un étudiant en langues étrangères.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:Rédigez un paragraphe (10-12 lignes) sur opportunités et risques des TIC pour les étudiants en langues.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