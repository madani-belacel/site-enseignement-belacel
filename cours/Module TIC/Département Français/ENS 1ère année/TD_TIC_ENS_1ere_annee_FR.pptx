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01 — Introduction aux Techniques de l'Information et de la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personnelle(15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Les trois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Fonctions des TIC(18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Applications en langues(18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Réflexion critique(14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Vocabulaire de base(15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Entrée / Traitement / Sortie(15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RAM vs stockage(18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Choix de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Bonnes pratiques(14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personnelle(15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:Les TIC regroupent outils numériques de traitement, transmission et accès à l'information. L'UIT insiste sur la forme numérique et la convergence des technologies.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Les trois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:Technique = PC + Moodle ; Information = polycopié PDF ; Communication = email au professeur ou forum TD.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Fonctions des TIC(18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:Word → traitement ; email et Teams → transmission ; USB → sauvegarde ; impression → traitement/sortie.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Applications en langues(18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:Citez 5 usages concrets des TIC pour un étudiant en langues étrangères.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:Corpus multilingues en ligne, visio avec locuteurs natifs, Moodle pour devoirs, bibliothèque numérique, PowerPoint pour exposés.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Réflexion critique(14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:Rédigez un paragraphe (10-12 lignes) sur opportunités et risques des TIC pour les étudiants en langues.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:Opportunités : ressources mondiales, MOOC, collaboration. Risques : plagiat, désinformation, addiction, vie privée. Posture : esprit critique et éthique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Vocabulaire de base(15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:Informatique = traitement automatique de l'information ; hardware = matériel ; software = logiciels ; CPU = processeur ; RAM = mémoire vive volatile ; SSD = stockage rapide non volatile.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Entrée / Traitement / Sortie(15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:Entrée : clavier, micro ; Traitement : processeur ; Sortie : écran, imprimante ; Stockage : disque dur.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RAM vs stockage(18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:Les données en cours d'édition sont en RAM (volatile). Sans enregistrement sur disque/SSD/cloud, elles sont perdues à l'arrêt.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Choix de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:SSD pour usage quotidien ; HDD ou cloud pour archives ; clé USB pour transport ponctuel.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:Citez 5 usages concrets des TIC pour un étudiant en langues étrangères.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:Rédigez un paragraphe (10-12 lignes) sur opportunités et risques des TIC pour les étudiants en langues.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