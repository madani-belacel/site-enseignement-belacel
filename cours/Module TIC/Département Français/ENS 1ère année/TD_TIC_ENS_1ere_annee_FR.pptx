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— ENS 1ère année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— ENS 1ère année — Module Langues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Ex.1 Arborescence 15'</a:t>
            </a:r>
          </a:p>
          <a:p>
            <a:pPr>
              <a:defRPr sz="2000"/>
            </a:pPr>
            <a:r>
              <a:t>⏱️ Ex.2 Fiche Word 18'</a:t>
            </a:r>
          </a:p>
          <a:p>
            <a:pPr>
              <a:defRPr sz="2000"/>
            </a:pPr>
            <a:r>
              <a:t>⏱️ Ex.3 Diapo 18'</a:t>
            </a:r>
          </a:p>
          <a:p>
            <a:pPr>
              <a:defRPr sz="2000"/>
            </a:pPr>
            <a:r>
              <a:t>⏱️ Ex.4 Veille CRAP 18'</a:t>
            </a:r>
          </a:p>
          <a:p>
            <a:pPr>
              <a:defRPr sz="2000"/>
            </a:pPr>
            <a:r>
              <a:t>⏱️ Ex.5 Micro-act. 16'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— ENS 1ère année — Module Langues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Dossiers ENS</a:t>
            </a:r>
          </a:p>
          <a:p>
            <a:pPr>
              <a:defRPr sz="2000"/>
            </a:pPr>
            <a:r>
              <a:t>1️⃣ Charte nommage</a:t>
            </a:r>
          </a:p>
          <a:p>
            <a:pPr>
              <a:defRPr sz="2000"/>
            </a:pPr>
            <a:r>
              <a:t>1️⃣ Stage +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— ENS 1ère année — Module Langues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Fiche 45 min A1</a:t>
            </a:r>
          </a:p>
          <a:p>
            <a:pPr>
              <a:defRPr sz="2000"/>
            </a:pPr>
            <a:r>
              <a:t>2️⃣ Styles Word</a:t>
            </a:r>
          </a:p>
          <a:p>
            <a:pPr>
              <a:defRPr sz="2000"/>
            </a:pPr>
            <a:r>
              <a:t>2️⃣ Export PDF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— ENS 1ère année — Module Langues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8 slides</a:t>
            </a:r>
          </a:p>
          <a:p>
            <a:pPr>
              <a:defRPr sz="2000"/>
            </a:pPr>
            <a:r>
              <a:t>3️⃣ Accessibilité</a:t>
            </a:r>
          </a:p>
          <a:p>
            <a:pPr>
              <a:defRPr sz="2000"/>
            </a:pPr>
            <a:r>
              <a:t>3️⃣ Crédits 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— ENS 1ère année — Module Langues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3 sources CRAP</a:t>
            </a:r>
          </a:p>
          <a:p>
            <a:pPr>
              <a:defRPr sz="2000"/>
            </a:pPr>
            <a:r>
              <a:t>4️⃣ Veille TICE langues</a:t>
            </a:r>
          </a:p>
          <a:p>
            <a:pPr>
              <a:defRPr sz="2000"/>
            </a:pPr>
            <a:r>
              <a:t>4️⃣ Fiabilité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— ENS 1ère année — Module Langues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Quiz 15 min</a:t>
            </a:r>
          </a:p>
          <a:p>
            <a:pPr>
              <a:defRPr sz="2000"/>
            </a:pPr>
            <a:r>
              <a:t>5️⃣ RGPD photos</a:t>
            </a:r>
          </a:p>
          <a:p>
            <a:pPr>
              <a:defRPr sz="2000"/>
            </a:pPr>
            <a:r>
              <a:t>5️⃣ Charte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— ENS 1ère année — Module Langues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Dossier 50 %</a:t>
            </a:r>
          </a:p>
          <a:p>
            <a:pPr>
              <a:defRPr sz="2000"/>
            </a:pPr>
            <a:r>
              <a:t>✔️ Quiz éthique 20 %</a:t>
            </a:r>
          </a:p>
          <a:p>
            <a:pPr>
              <a:defRPr sz="2000"/>
            </a:pPr>
            <a:r>
              <a:t>✔️ Participation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— ENS 1ère année — Module Langues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Dossier numérique ENS1</a:t>
            </a:r>
          </a:p>
          <a:p>
            <a:pPr>
              <a:defRPr sz="2000"/>
            </a:pPr>
            <a:r>
              <a:t>📁 Fiche + slides +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— ENS 1ère année — Module Langues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— ENS 1ère année — Module Langues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