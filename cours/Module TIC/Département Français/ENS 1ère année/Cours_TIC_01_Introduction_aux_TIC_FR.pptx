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Cours TIC 01 — Introduction aux TIC (ENS)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Savoir :- Définir les TIC et leur évolution</a:t>
            </a:r>
            <a:br/>
            <a:r>
              <a:t>- Distinguer les dimensions technique, information, communication</a:t>
            </a:r>
            <a:br/>
            <a:r>
              <a:t>- Comprendre l'intégration pédagogique des TIC en didactique des langues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Savoir-faire :- Utiliser les outils TIC pour concevoir des séquences pédagogiques</a:t>
            </a:r>
            <a:br/>
            <a:r>
              <a:t>- Évaluer et sélectionner des ressources numériques pour la classe</a:t>
            </a:r>
            <a:br/>
            <a:r>
              <a:t>- Créer des supports de cours interactifs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Savoir-être :- Adopter une posture de médiateur numérique en classe</a:t>
            </a:r>
            <a:br/>
            <a:r>
              <a:t>- Développer l'esprit critique face aux outils et ressources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Mode d'évaluation :TD 40 % + Projet pédagogique TIC 30 % + Examen 30 %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Fiche cours — Plateforme e-learning (Moodle)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Objectifs de l'enseignement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Plan du Cours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1. Définition et Évolution des TIC(10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3. TIC et Pédagogie(20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4. Modèle SAMR(15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7. Éthique et Sécurité(10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8. Conclusion(5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Contexte réglementaire algérien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QCM d'auto-évaluation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Fiche cours — Plateforme e-learning (Moodle)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Public visé :Étudiants ENS — futurs enseignants de langues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Compétences pré-requises :Notions de base en informatique (L1 validée)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Objectifs de l'enseignement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Savoir :- Définir les TIC et leur évolution</a:t>
            </a:r>
            <a:br/>
            <a:r>
              <a:t>- Distinguer les dimensions technique, information, communication</a:t>
            </a:r>
            <a:br/>
            <a:r>
              <a:t>- Comprendre l'intégration pédagogique des TIC en didactique des langues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Savoir-faire :- Utiliser les outils TIC pour concevoir des séquences pédagogiques</a:t>
            </a:r>
            <a:br/>
            <a:r>
              <a:t>- Évaluer et sélectionner des ressources numériques pour la classe</a:t>
            </a:r>
            <a:br/>
            <a:r>
              <a:t>- Créer des supports de cours interactifs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Savoir-être :- Adopter une posture de médiateur numérique en classe</a:t>
            </a:r>
            <a:br/>
            <a:r>
              <a:t>- Développer l'esprit critique face aux outils et ressources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Mode d'évaluation :TD 40 % + Projet pédagogique TIC 30 % + Examen 30 %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Plan du Cours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Définition et évolution des TIC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Les trois dimensions des TIC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TIC et pédagogie : intégration en classe de langues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Modèle SAMR et Taxonomie de Bloom numérique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Outils TIC pour l'enseignant de langues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Compétences numériques du référentiel enseignant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Éthique et sécurité en contexte pédagogique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Conclusion et transition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1. Définition et Évolution des TIC(10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LesTechniques de l'Information et de la Communication(TIC) englobent les outils et systèmes numériques permettant de créer, traiter, stocker, transmettre et partager l'information.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Évolution :NTIC (1990-2005) → TIC (2005-présent) → IA et EdTech (2020+).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Pour le futur enseignant :Les TIC ne sont pas seulement des outils personnels mais desinstruments pédagogiquesà intégrer dans sa pratique.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3. TIC et Pédagogie(20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Pourquoi intégrer les TIC en classe de langues ?- Motivation et engagement des apprenants</a:t>
            </a:r>
            <a:br/>
            <a:r>
              <a:t>- Accès à des ressources authentiques (vidéos, articles, podcasts)</a:t>
            </a:r>
            <a:br/>
            <a:r>
              <a:t>- Individualisation des parcours</a:t>
            </a:r>
            <a:br/>
            <a:r>
              <a:t>- Développement de l'autonomie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Domaines d'application :- Compréhension orale : podcasts, baladodiffusion</a:t>
            </a:r>
            <a:br/>
            <a:r>
              <a:t>- Production écrite : blogs, wikis, correction collaborative</a:t>
            </a:r>
            <a:br/>
            <a:r>
              <a:t>- Interaction : visioconférence avec classes partenaires</a:t>
            </a:r>
            <a:br/>
            <a:r>
              <a:t>- Grammaire/vocabulaire : exercices interactifs, quiz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4. Modèle SAMR(15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Le modèle SAMR (Puentedura) décrit l'intégration technologique :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Objectif pour l'enseignant :viser au moins les niveauxModificationetRedéfinitionpour maximiser la valeur pédagogique.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7. Éthique et Sécurité(10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Respect du RGPD: données des élèves protégées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Droit d'auteur: ressources libres de droit (Creative Commons)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Cyberharcèlement: prévention en classe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Identité numérique: l'enseignant comme modèle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8. Conclusion(5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Les TIC sont unlevier pédagogiquepour l'enseignant de langues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L'intégration doit êtreréfléchie(modèle SAMR)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Le futur enseignant doit développer sescompétences numériques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TD 01(1h30) — analyse d'outils TIC pour la classe.Prochain cours :Matériel informatique et architecture.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Contexte réglementaire algérien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Loi d'orientation sur l'éducation nationale n° 08-04: intègre les TIC comme levier pédagogique dans le système éducatif algérien, encourage l'équipement numérique des établissements scolaires et universitaires.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Décret exécutif n° 13-139relatif à la création du réseau de recherche et d'enseignement supérieur (RNS/ARN) : interconnecte les universités algériennes via un réseau haut débit dédié à la formation et à la recherche.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Stratégie nationale du numérique (e-Algérie 2025): prévoit la généralisation des plateformes e-learning dans toutes les universités algériennes, avec une enveloppe budgétaire dédiée à la formation des enseignants aux TICE.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Arrêté ministériel du 27 novembre 2019fixant le référentiel national des compétences numériques pour les enseignants : aligné sur le DigComp 2.1 européen mais adapté au contexte algérien, obligatoire dans la formation initiale à l'ENS.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Instruction interministérielle n° 2022-05relative à la protection des données personnelles dans le système éducatif : impose le respect du cadre légal (Loi 18-07 sur la protection des données à caractère personnel) pour toute plateforme numérique utilisée en contexte scolaire et universitaire.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Public visé :Étudiants ENS — futurs enseignants de langues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Savoir :- Définir les TIC et leur évolution</a:t>
            </a:r>
            <a:br/>
            <a:r>
              <a:t>- Distinguer les dimensions technique, information, communication</a:t>
            </a:r>
            <a:br/>
            <a:r>
              <a:t>- Comprendre l'intégration pédagogique des TIC en didactique des langues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Définition et évolution des TIC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LesTechniques de l'Information et de la Communication(TIC) englobent les outils et systèmes numériques permettant de créer, traiter, stocker, transmettre et partager l'information.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Pourquoi intégrer les TIC en classe de langues ?- Motivation et engagement des apprenants</a:t>
            </a:r>
            <a:br/>
            <a:r>
              <a:t>- Accès à des ressources authentiques (vidéos, articles, podcasts)</a:t>
            </a:r>
            <a:br/>
            <a:r>
              <a:t>- Individualisation des parcours</a:t>
            </a:r>
            <a:br/>
            <a:r>
              <a:t>- Développement de l'autonomie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