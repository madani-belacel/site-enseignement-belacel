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05 — Microsoft Excel : Bases et Usages Académiques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 un tableau de notes avec calcul automatique</a:t>
            </a:r>
            <a:br/>
            <a:r>
              <a:t>- Mettre en forme et graphique simple</a:t>
            </a:r>
            <a:br/>
            <a:r>
              <a:t>- Exporter vers PowerPoint ou PDF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Vérifier cohérence des données saisies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45 % + fichier Excel noté 35 % + QCM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tableaux et données simples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 un tableau de notes avec calcul automatique</a:t>
            </a:r>
            <a:br/>
            <a:r>
              <a:t>- Mettre en forme et graphique simple</a:t>
            </a:r>
            <a:br/>
            <a:r>
              <a:t>- Exporter vers PowerPoint ou PDF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Vérifier cohérence des données saisies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45 % + fichier Excel noté 35 % + QCM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Pourquoi utiliser Excel à l'université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Interface et concepts de base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Saisie, mise en forme et organisation des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Formules et fonctions essentielles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Références relatives et absolues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Création et personnalisation de graphiques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Bonnes pratiques et export pour usage académique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PowerPoint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: Pourquoi utiliser Excel à l'université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