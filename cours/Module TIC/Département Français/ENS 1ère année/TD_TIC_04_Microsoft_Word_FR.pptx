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TD TIC 04 — Microsoft Word : Bureautique pour l'Enseignement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1 — Mise en page d'une fiche pédagogique(15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2 — Styles pour documents pédagogiques(15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3 — Correction et annotation de copies(18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4 — Fusion et publipostage(15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5 — Exercice à trous avec tableau(14 min)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Exercice 6 — Créer un modèle de progression annuelle(13 min)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1 — Mise en page d'une fiche pédagogique(15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:Créer une fiche de préparation de séance avec : en-tête (niveau, matière, durée), objectifs, déroulement, évaluation. Appliquer les normes académiques.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:Times New Roman 12, interligne 1,5. En-tête : tableau 2 colonnes (information/valeur). Objectifs pédagogiques rédigés à l'infinitif. Déroulement : tableau 4 colonnes (Phase/Durée/Activité/Modalité).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2 — Styles pour documents pédagogiques(15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:Créer et personnaliser 3 styles Word : Titre-exercice (gras, bleu, 14pt), Consigne (italique, 11pt), Corrigé (vert, 11pt). Appliquer ces styles à un document d'exercice.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:Accueil → Styles → Créer un style. Personnaliser la police, la taille, la couleur. Appliquer en sélectionnant le texte. Astuce : enregistrer dans le modèle Normal.dotm pour réutilisation.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3 — Correction et annotation de copies(18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:Saisir un texte d'élève contenant 5 erreurs volontaires. Utiliser le suivi des modifications et les commentaires pour le corriger comme le ferait un enseignant.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:Révision → Suivi des modifications. Chaque correction apparaît en couleur. Commentaires : sélectionner le texte → Nouveau commentaire. Rédiger une appréciation finale constructive.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4 — Fusion et publipostage(15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:Créer un modèle de bulletin de notes et fusionner avec une base Excel de 5 élèves (nom, prénom, matière, note, appréciation).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:Courriers → Sélectionner les destinataires → Utiliser une liste existante. Insérer les champs de fusion. Aperçu des résultats. Terminer la fusion → Modifier des documents individuels.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5 — Exercice à trous avec tableau(14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:Concevoir un exercice à trous sur les verbes irréguliers en anglais utilisant les tableaux Word (3 colonnes : infinitif, prétérit, participe passé) avec des cellules vides à remplir.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:Insérer → Tableau → 4 lignes × 3 colonnes. En-tête en gras. Laisser des cellules vides. Protéger uniquement les cellules de réponse si distribué sur Moodle.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Exercice 6 — Créer un modèle de progression annuelle(13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Énoncé :Concevoir un tableau de progression annuelle sur 30 semaines avec : semaine, thème, objectifs, évaluation. Utiliser les tabulations et les retraits pour un rendu professionnel.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Corrigé :Tableau 4 colonnes × 32 lignes (1 en-tête + 30 semaines + 1 total). Format paysage. Titre : « Progression annuelle — Anglais — 1ère année secondaire 2025-2026 ». Impression sur une seule page.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une fiche de préparation de séance avec : en-tête (niveau, matière, durée), objectifs, déroulement, évaluation. Appliquer les normes académiques.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et personnaliser 3 styles Word : Titre-exercice (gras, bleu, 14pt), Consigne (italique, 11pt), Corrigé (vert, 11pt). Appliquer ces styles à un document d'exercice.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:Saisir un texte d'élève contenant 5 erreurs volontaires. Utiliser le suivi des modifications et les commentaires pour le corriger comme le ferait un enseignant.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une fiche de préparation de séance avec : en-tête (niveau, matière, durée), objectifs, déroulement, évaluation. Appliquer les normes académiques.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et personnaliser 3 styles Word : Titre-exercice (gras, bleu, 14pt), Consigne (italique, 11pt), Corrigé (vert, 11pt). Appliquer ces styles à un document d'exercice.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:Saisir un texte d'élève contenant 5 erreurs volontaires. Utiliser le suivi des modifications et les commentaires pour le corriger comme le ferait un enseignant.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une fiche de préparation de séance avec : en-tête (niveau, matière, durée), objectifs, déroulement, évaluation. Appliquer les normes académiques.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et personnaliser 3 styles Word : Titre-exercice (gras, bleu, 14pt), Consigne (italique, 11pt), Corrigé (vert, 11pt). Appliquer ces styles à un document d'exercice.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:Saisir un texte d'élève contenant 5 erreurs volontaires. Utiliser le suivi des modifications et les commentaires pour le corriger comme le ferait un enseignant.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une fiche de préparation de séance avec : en-tête (niveau, matière, durée), objectifs, déroulement, évaluation. Appliquer les normes académiques.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et personnaliser 3 styles Word : Titre-exercice (gras, bleu, 14pt), Consigne (italique, 11pt), Corrigé (vert, 11pt). Appliquer ces styles à un document d'exercice.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:Saisir un texte d'élève contenant 5 erreurs volontaires. Utiliser le suivi des modifications et les commentaires pour le corriger comme le ferait un enseignant.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:Créer un modèle de bulletin de notes et fusionner avec une base Excel de 5 élèves (nom, prénom, matière, note, appréciation).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Énoncé :Concevoir un exercice à trous sur les verbes irréguliers en anglais utilisant les tableaux Word (3 colonnes : infinitif, prétérit, participe passé) avec des cellules vides à remplir.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