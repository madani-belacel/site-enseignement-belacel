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01 — Introduction aux Techniques de l'Information et de la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personnelle(15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Les trois dimensions(15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Fonctions des TIC(18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Applications en contexte enseignement(18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Transposition didactique(14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Posture enseignante(10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personnelle(15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:Donnez votre propre définition des TIC en 2-3 lignes, puis comparez-la à la définition UIT. En tant que futur enseignant, reformulez cette définition pour des élèves de collège.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:Les TIC regroupent outils numériques de traitement, transmission et accès à l'information. Version collège : « Les TIC, ce sont tous les outils numériques qui permettent de créer, partager et trouver des informations.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Les trois dimensions(15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:Expliquez avec des exemples personnels les trois dimensions : Techniques, Information, Communication. Proposez ensuite une situation pédagogique où les trois dimensions sont mobilisées simultanément.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:Exemple : un projet de classe sur les médias — Technique (créer un blog avec WordPress), Information (rechercher des articles), Communication (publier et commenter). Les élèves apprennent à la fois le support technique et l'esprit critique.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Fonctions des TIC(18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action, identifiez la fonction : traitement / transmission / sauvegarde. Puis pour chaque action, proposez un exercice équivalent adapté pour une classe de lycée.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:Rédaction Word → traitement (exercice lycée : rédiger une lettre de motivation) ; envoi email → transmission (exercice : envoyer un devoir avec pièce jointe) ; copie USB → sauvegarde (exercice : organiser ses fichiers par matière).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Applications en contexte enseignement(18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:Citez 5 usages concrets des TIC pour un enseignant de langues étrangères (pas pour l'étudiant).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:Moodle pour dépôt de cours et devoirs ; Padlet pour mur collaboratif ; Quizlet pour création de flashcards ; YouTube pour capsules vidéo ; Pronote/ENT pour suivi des notes et communication parents.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Transposition didactique(14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:Concevez une fiche de séance de 55 min sur « Introduction aux TIC » pour une classe de 1ère année lycée. Objectif, déroulement, outils TIC utilisés, évaluation.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:Objectif : distinguer information et communication. Déroulement : 10 min débat, 25 min exercices pratiques (navigation, email), 15 min création d'un compte rendu, 5 min bilan. Outils : navigateur, email, traitement de texte. Évaluation : fiche complétée.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Posture enseignante(10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:Rédigez une réponse argumentée à un parent qui s'oppose à l'usage du numérique en classe (temps d'écran, distraction, inégalités).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:Argumentaire : les TIC sont au programme officiel ; usage raisonné et cadré (temps limité, objectifs précis) ; le numérique réduit les inégalités (accès à des ressources gratuites, correction automatique) ; rôle de l'école : former des citoyens numériques responsables.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 En tant que futur enseignant, reformulez cette définition pour des élèves de collège.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 Proposez ensuite une situation pédagogique où les trois dimensions sont mobilisées simultanément.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 Puis pour chaque action, proposez un exercice équivalent adapté pour une classe de lycée.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 En tant que futur enseignant, reformulez cette définition pour des élèves de collège.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 Proposez ensuite une situation pédagogique où les trois dimensions sont mobilisées simultanément.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 Puis pour chaque action, proposez un exercice équivalent adapté pour une classe de lycée.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 En tant que futur enseignant, reformulez cette définition pour des élèves de collège.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 Proposez ensuite une situation pédagogique où les trois dimensions sont mobilisées simultanément.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 Puis pour chaque action, proposez un exercice équivalent adapté pour une classe de lycée.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 En tant que futur enseignant, reformulez cette définition pour des élèves de collège.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 Proposez ensuite une situation pédagogique où les trois dimensions sont mobilisées simultanément.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 Puis pour chaque action, proposez un exercice équivalent adapté pour une classe de lycée.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:Citez 5 usages concrets des TIC pour un enseignant de langues étrangères (pas pour l'étudiant).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:Concevez une fiche de séance de 55 min sur « Introduction aux TIC » pour une classe de 1ère année lycée. Objectif, déroulement, outils TIC utilisés, évaluation.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