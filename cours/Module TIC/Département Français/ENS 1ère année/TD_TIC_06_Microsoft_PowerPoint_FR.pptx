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Réduction de texte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Transition fade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PowerPoint : conception de séquence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Slide 1 : titre.</a:t>
            </a:r>
            <a:br/>
            <a:r>
              <a:t>- Slide 2 : objectifs ou problématique.</a:t>
            </a:r>
            <a:br/>
            <a:r>
              <a:t>- Slide 3 : plan en 3 parties.</a:t>
            </a:r>
            <a:br/>
            <a:r>
              <a:t>- Slides 4–7 : une idée par slide.</a:t>
            </a:r>
            <a:br/>
            <a:r>
              <a:t>- Slide 8 : exemple concret.</a:t>
            </a:r>
            <a:br/>
            <a:r>
              <a:t>- Slide 9 : synthèse.</a:t>
            </a:r>
            <a:br/>
            <a:r>
              <a:t>- Slide 10 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Réduction de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Identifier l'idée centrale.</a:t>
            </a:r>
            <a:br/>
            <a:r>
              <a:t>- Supprimer redondances et adverbes inutiles.</a:t>
            </a:r>
            <a:br/>
            <a:r>
              <a:t>- Utiliser nominalisations (« croissance » vs « il y a eu une augmentation »).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Transition 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PowerPoint : conception de séquence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:Créez un diaporama de 8 diapos pour présenter une séquence pédagogique à des collègues enseignants. Contenu : objectifs, activités, évaluation, outils TIC utilisés.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:Diapo 1 : Titre + niveau + durée. 2 : Objectifs pédagogiques. 3 : Prérequis. 4-5 : Déroulement séance 1 et 2. 6 : Outils TIC. 7 : Évaluation. 8 : Prolongements. Design : utiliser un modèle sobre, une diapositive = une idée, éviter les blocs de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