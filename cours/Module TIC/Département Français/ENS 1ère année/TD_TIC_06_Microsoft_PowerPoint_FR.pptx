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06 — Microsoft PowerPoint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Structure 10 slides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Réduction de texte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Transition fade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Insertion graphique Excel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Export et checklist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6 — PowerPoint : conception de séquence pédagogique(10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Structure 10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:Esquisser sur papier la structure d'une présentation de 10 slides sur un thème du module TIC.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Slide 1 : titre.</a:t>
            </a:r>
            <a:br/>
            <a:r>
              <a:t>- Slide 2 : objectifs ou problématique.</a:t>
            </a:r>
            <a:br/>
            <a:r>
              <a:t>- Slide 3 : plan en 3 parties.</a:t>
            </a:r>
            <a:br/>
            <a:r>
              <a:t>- Slides 4–7 : une idée par slide.</a:t>
            </a:r>
            <a:br/>
            <a:r>
              <a:t>- Slide 8 : exemple concret.</a:t>
            </a:r>
            <a:br/>
            <a:r>
              <a:t>- Slide 9 : synthèse.</a:t>
            </a:r>
            <a:br/>
            <a:r>
              <a:t>- Slide 10 : conclusion / questions.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Réduction de 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:Réécrire un paragraphe de 80 mots en 4 puces de 6 mots maximum chacune.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Identifier l'idée centrale.</a:t>
            </a:r>
            <a:br/>
            <a:r>
              <a:t>- Supprimer redondances et adverbes inutiles.</a:t>
            </a:r>
            <a:br/>
            <a:r>
              <a:t>- Utiliser nominalisations (« croissance » vs « il y a eu une augmentation »).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Transition fade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Transitions → Fondu → Appliquer à tout.</a:t>
            </a:r>
            <a:br/>
            <a:r>
              <a:t>- Durée : 0,7 s dans le volet Transitions.</a:t>
            </a:r>
            <a:br/>
            <a:r>
              <a:t>- Tester en mode Diaporama (F5).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Insertion graphique 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:Coller un graphique créé en TD Excel dans la slide 8 d'une présentation.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Excel : sélectionner graphique → Copier.</a:t>
            </a:r>
            <a:br/>
            <a:r>
              <a:t>- PowerPoint slide 8 → Coller → Coller spécial → Image (bitmap) si stabilité requise.</a:t>
            </a:r>
            <a:br/>
            <a:r>
              <a:t>- Redimensionner en conservant les proportions (Maj+ glisser coin).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Export et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:Exporter en PDF et vérifier la checklist qualité (lisibilité, 10 slides, pied de page).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Fichier → Exporter → Créer PDF.</a:t>
            </a:r>
            <a:br/>
            <a:r>
              <a:t>- Ouvrir PDF : texte lisible, pas de coupure.</a:t>
            </a:r>
            <a:br/>
            <a:r>
              <a:t>- Vérifier numérotation et titre sur chaque slide si prévus par le modèle.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6 — PowerPoint : conception de séquence pédagogique(10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:Créez un diaporama de 8 diapos pour présenter une séquence pédagogique à des collègues enseignants. Contenu : objectifs, activités, évaluation, outils TIC utilisés.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:Diapo 1 : Titre + niveau + durée. 2 : Objectifs pédagogiques. 3 : Prérequis. 4-5 : Déroulement séance 1 et 2. 6 : Outils TIC. 7 : Évaluation. 8 : Prolongements. Design : utiliser un modèle sobre, une diapositive = une idée, éviter les blocs de texte.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:Esquisser sur papier la structure d'une présentation de 10 slides sur un thème du module TIC.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:Réécrire un paragraphe de 80 mots en 4 puces de 6 mots maximum chacune.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:Esquisser sur papier la structure d'une présentation de 10 slides sur un thème du module TIC.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:Réécrire un paragraphe de 80 mots en 4 puces de 6 mots maximum chacune.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:Esquisser sur papier la structure d'une présentation de 10 slides sur un thème du module TIC.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:Réécrire un paragraphe de 80 mots en 4 puces de 6 mots maximum chacune.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:Esquisser sur papier la structure d'une présentation de 10 slides sur un thème du module TIC.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:Réécrire un paragraphe de 80 mots en 4 puces de 6 mots maximum chacune.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:Coller un graphique créé en TD Excel dans la slide 8 d'une présentation.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:Exporter en PDF et vérifier la checklist qualité (lisibilité, 10 slides, pied de page).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