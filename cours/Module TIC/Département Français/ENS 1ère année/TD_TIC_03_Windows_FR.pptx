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03 — Windows : Interface,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Identification de l'interface(15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Création d'arborescence(18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Nommage professionnel(15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Raccourcis clavier(15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Sécurité(17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Windows et gestion de classe(10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Identification de l'interface(15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:Bureau, icônes, barre des tâches, menu Démarrer, zone de notification, fenêtre active, corbeille, barre de recherche.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Création d'arborescence(18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:Structure conforme à la convention du cours avec sous-dossiers datés.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Nommage professionnel(15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:Renommez 5 fichiers selonAAAA-MM-JJ_Module_Type_Nom_vX.ext.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:Ex.2026-06-04_TIC_TD3_BELACEL_v1.docx— pas de caractères interdits.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Raccourcis clavier(15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:Ctrl+C, Ctrl+X, Ctrl+V, Ctrl+Z, Windows+L.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Sécurité(17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:Listez 6 règles de sécurité importantes pour un étudiant.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:Verrouillage session, sauvegardes 3-2-1, mises à jour, antivirus, prudence USB, mots de passe forts.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Windows et gestion de classe(10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:En tant qu'enseignant, comment organiser l'arborescence des fichiers d'une classe de 30 élèves sur un réseau Windows ? Proposez une structure de dossiers et des règles de nommage.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:Structure : D:\Année2025-2026[Matière][Élève_Nom]\Devoirs. Règles : nommer les fichiers avec la norme Nom_Prénom_Date_Type (ex. DUPONT_Marie_2026-01-15_Redaction.docx). Droits d'accès : enseignant en modification, élèves en lecture seule dans les dossiers des autres.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:Listez 6 règles de sécurité importantes pour un 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