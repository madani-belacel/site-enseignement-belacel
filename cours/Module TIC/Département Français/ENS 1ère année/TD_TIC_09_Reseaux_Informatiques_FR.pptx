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TD TIC 09 — Réseaux informatiques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1 — Types de réseaux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2 — Topologies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3 — Composants réseau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4 — Adressage et DHCP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5 — Cas campus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Exercice 6 — Réseaux et travail collaboratif(10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1 — Types de réseaux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Salle informatique → LAN (Local Area Network).</a:t>
            </a:r>
            <a:br/>
            <a:r>
              <a:t>- Réseau ville → MAN (Metropolitan Area Network).</a:t>
            </a:r>
            <a:br/>
            <a:r>
              <a:t>- Internet mondial → WAN (Wide Area Network).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2 — Topologies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:- 4 PC reliés individuellement au switch (hub central).</a:t>
            </a:r>
            <a:br/>
            <a:r>
              <a:t>- Avantage : panne d'un câble n'affecte qu'un poste ; dépannage facilité.</a:t>
            </a:r>
            <a:br/>
            <a:r>
              <a:t>- Très courante en Wi-Fi (point d'accès = centre).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3 — Composants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Switch : interconnecte machines en LAN.</a:t>
            </a:r>
            <a:br/>
            <a:r>
              <a:t>- Routeur : relie LAN à Internet (routage IP).</a:t>
            </a:r>
            <a:br/>
            <a:r>
              <a:t>- Carte réseau (NIC) : interface machine/réseau.</a:t>
            </a:r>
            <a:br/>
            <a:r>
              <a:t>- Câble Ethernet : support de transmission filaire.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4 — Adressage et DHCP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:Un poste affiche169.254.x.x. Quel problème probable ? Quel protocole résout l'attribution d'IP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:- Adresse APIPA : pas de serveur DHCP joignable (Wi-Fi non connecté ou box éteinte).</a:t>
            </a:r>
            <a:br/>
            <a:r>
              <a:t>- DHCP doit attribuer IP, masque, passerelle, DNS.</a:t>
            </a:r>
            <a:br/>
            <a:r>
              <a:t>- Solution : vérifier connexion Wi-Fi/Ethernet, redémarrer box, contacter support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5 — Cas campus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:Proposer 3 règles de bon usage du réseau universitaire.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:1. Usage pédagogique et recherche (pas de téléchargements illégaux).</a:t>
            </a:r>
            <a:br/>
            <a:r>
              <a:t>2. Ne pas partager identifiants Wi-Fi institutionnels.</a:t>
            </a:r>
            <a:br/>
            <a:r>
              <a:t>3. Respecter charte informatique (sécurité, bande passante, imprimantes partagées).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Exercice 6 — Réseaux et travail collaboratif(10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Énoncé :Organisez un projet collaboratif entre 2 classes de lycée (Algérie et Tunisie) autour d'un échange linguistique. Quels outils réseaux ? Quels défis techniques 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Corrigé détaillé :Outils : email (contact initial), WhatsApp (groupe de discussion), Google Meet (visio mensuelle), Padlet (mur collaboratif), Google Docs (écriture collective). Défis : décalage horaire, connexion Internet, niveaux de langue, support administratif. Solution : planning commun, tests de connexion, activités asynchrones.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:Associer LAN, MAN, WAN à : salle informatique, réseau ville, Internet mondial.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:Dessiner une topologie en étoile avec 4 postes et un switch central. Citer un avantage.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:Relier composant et rôle : switch, routeur, carte réseau, câble Ethernet.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:Un poste affiche169.254.x.x. Quel problème probable ? Quel protocole résout l'attribution d'IP 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Énoncé :Proposer 3 règles de bon usage du réseau universitaire.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