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09 — Réseaux informatiques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 :- Classer PAN/LAN/MAN/WAN</a:t>
            </a:r>
            <a:br/>
            <a:r>
              <a:t>- Comparer topologies bus, étoile, maillée</a:t>
            </a:r>
            <a:br/>
            <a:r>
              <a:t>- Nommer switch, routeur, NIC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savoir-faire :- Dessiner topologie étoile d'une salle info</a:t>
            </a:r>
            <a:br/>
            <a:r>
              <a:t>- Lire configuration IP simple (IP, masque, passerelle)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savoir-être :- Sécuriser identifiants réseau institutionnel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45 % + QCM 25 % + schéma noté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Bibliographie et ressources externes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aux réseaux(10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Topologies : bus, anneau, étoile(15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Topologies : maillée et arborescente(10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Adressage IP et DHCP(10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Réseau universitaire et Wi-Fi(10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:Licence 1 — introduction réseaux (préparation ISIL)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:TIC 07–08 ; notions IP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 :- Classer PAN/LAN/MAN/WAN</a:t>
            </a:r>
            <a:br/>
            <a:r>
              <a:t>- Comparer topologies bus, étoile, maillée</a:t>
            </a:r>
            <a:br/>
            <a:r>
              <a:t>- Nommer switch, routeur, NIC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savoir-faire :- Dessiner topologie étoile d'une salle info</a:t>
            </a:r>
            <a:br/>
            <a:r>
              <a:t>- Lire configuration IP simple (IP, masque, passerelle)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savoir-être :- Sécuriser identifiants réseau institutionnel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45 % + QCM 25 % + schéma noté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Bibliographie et ressources externes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Univ-Mosta UEF422 ch.01 ; Kurose &amp; Ross ; Cisco Networking Basics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Contact enseignant :BELACEL Madani —madani.belacel@univ-mosta.dz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 aux réseaux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Types de réseaux (LAN, MAN, WAN)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Topologies : bus, anneau, étoile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Topologies : maillé et arborescente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Composants d'un réseau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Adressage IP et DHCP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Réseau universitaire et Wi-Fi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Introduction aux réseaux(10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Unréseau informatiquerelie des équipements pour échanger des données. Alignement Univ-Mosta ISIL-S4 UEF422 — chapitre 01 « Introduction et topologies ».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Définition: ensemble denœuds(hôtes) +liens+protocoles(TCP/IP, Ethernet).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Topologies : bus, anneau, étoile(15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Bus: câble partagé (obsolète)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Anneau: Token Ring (historique)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Étoile: nœuds versswitchcentral — standard LAN actuel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Avantage étoile : panne d'un lien n'affecte pas tout le réseau (si switch redondant).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Topologies : maillée et arborescente(10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Maillée: plusieurs chemins —Internet, routage dynamique (Univ-Mosta ch. 6)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Arborescente: hiérarchie switch → switch (déploiement campus)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Spanning Tree Protocol (STP): évite les boucles en topologie redondante.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Adressage IP et DHCP(10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IP+masque+passerelle+DNS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DHCP: serveur attribue automatiquement (campus, box)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NAT: routeur traduit IP privées → IP publique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Exemple : PC192.168.1.50→ box → Internet.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Réseau universitaire et Wi-Fi(10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Authentification: login @etu.univ-*.dz (modèle Univ-Mosta, M'sila, Béjaïa)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Wi-Fi: SSID institutionnel, WPA2/WPA3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Plateforme Moodle: accessible via réseau campus ou VPN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Sécurité: ne pas partager identifiants ; éviter Wi-Fi public pour notes personnelles.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Classer PAN/LAN/MAN/WAN</a:t>
            </a:r>
            <a:br/>
            <a:r>
              <a:t>- Comparer topologies bus, étoile, maillée</a:t>
            </a:r>
            <a:br/>
            <a:r>
              <a:t>- Nommer switch, routeur, NIC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Univ-Mosta UEF422 ch.01 ; Kurose &amp; Ross ; Cisco Networking Basics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aux réseaux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Unréseau informatiquerelie des équipements pour échanger des données. Alignement Univ-Mosta ISIL-S4 UEF422 — chapitre 01 « Introduction et topologies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