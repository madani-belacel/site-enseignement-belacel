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03 — Windows : Interface Graphique, Fichiers et Personnalisation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Créer, renommer, déplacer des dossiers académiques</a:t>
            </a:r>
            <a:br/>
            <a:r>
              <a:t>- Personnaliser affichage et accessibilité</a:t>
            </a:r>
            <a:br/>
            <a:r>
              <a:t>- Utiliser Explorateur de fichiers et recherche Windows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Respecter charte logicielle de l'établissement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50 % + QCM 20 % + examen pratique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Interface Graphique(15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Fichiers et Dossiers(15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d'auto-évaluation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utilisateurs Windows en environnement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02 ; manipulation souris/clavier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Créer, renommer, déplacer des dossiers académiques</a:t>
            </a:r>
            <a:br/>
            <a:r>
              <a:t>- Personnaliser affichage et accessibilité</a:t>
            </a:r>
            <a:br/>
            <a:r>
              <a:t>- Utiliser Explorateur de fichiers et recherche Windows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Respecter charte logicielle de l'établissement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50 % + QCM 20 % + examen pratique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étudiant Moodle Béjaïa — dépôt de fichiers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à Windows dans le contexte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L'interface graphique complète du Bureau Windows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avancée des fichiers et dossiers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Extensions de fichiers et conventions de nommage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Raccourcis clavier essentiels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Personnalisation et organisation de l'espace de travail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 de base et bonnes pratiques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Word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Interface Graphique(15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Bureau: espace de travail principal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Icônes: raccourcis vers applications et dossiers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Barre des tâches: applications ouvertes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Menu Démarrer: programmes, paramètres,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Zone de notification: réseau, volume, mises à jour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Organiser le bureau par dossiers thématiques (Cours, TD, Examens, Administratif).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Fichiers et Dossiers(15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Unfichier= nom + extension. Undossier= conteneur.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Arborescence recommandée :Documents/L1_Langues_2025-2026/Cours | TD | Examens | Projets | Sauvegardes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Convention :AAAA-MM-JJ_Module_Type_Nom_vX.ext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Une bonne maîtrise de Windows est la fondation de toutes vos compétences numériques.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Prochain cours :Microsoft Word — Bureautique académique.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Décret exécutif n° 06-347 du 4 octobre 2006portant organisation de la formation en informatique dans l'administration publique : impose la maîtrise des systèmes d'exploitation (Windows et Linux) comme compétence de base pour tous les fonctionnaires, incluant les enseignants.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Loi n° 11-18 du 21 novembre 2011relative à la protection des systèmes d'information : impose des mesures de sécurité de base (verrouillage de session, antivirus, mises à jour) pour tout poste informatique dans les institutions publiques algériennes.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Circulaire du Premier ministre n° 2021-04relative à l'utilisation des logiciels libres dans l'administration : encourage l'utilisation d'alternatives open source aux logiciels propriétaires, avec une période de transition incluant la formation des agents.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du 12 mars 2019fixant le cahier des charges des licences logicielles dans les universités algériennes : encadre l'acquisition et le déploiement de Windows et Microsoft Office dans les établissements d'enseignement supérieur via des licences campus.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de la charte informatique universitaire typepublié par le ministère de l'Enseignement Supérieur (2020) : recommande l'organisation de l'arborescence des fichiers, les conventions de nommage et les bonnes pratiques de sauvegarde pour tous les usagers des ENT universitaires.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QCM d'auto-évaluation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Question 1 :La barre des tâches Windows permet de :</a:t>
            </a:r>
            <a:br/>
            <a:r>
              <a:t>- a) Voir les applications ouvertes et épinglées</a:t>
            </a:r>
            <a:br/>
            <a:r>
              <a:t>- b) Éteindre l'ordinateur uniquement</a:t>
            </a:r>
            <a:br/>
            <a:r>
              <a:t>- c) Naviguer sur Internet</a:t>
            </a:r>
            <a:br/>
            <a:r>
              <a:t>- d) Modifier les polices d'écriture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Question 2 :Le raccourci pour verrouiller rapidement sa session Windows est :</a:t>
            </a:r>
            <a:br/>
            <a:r>
              <a:t>- a) Windows + L</a:t>
            </a:r>
            <a:br/>
            <a:r>
              <a:t>- b) Ctrl + L</a:t>
            </a:r>
            <a:br/>
            <a:r>
              <a:t>- c) Alt + F4</a:t>
            </a:r>
            <a:br/>
            <a:r>
              <a:t>- d) Windows + D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Question 3 :L'extension de fichier .docx correspond à :</a:t>
            </a:r>
            <a:br/>
            <a:r>
              <a:t>- a) Un document Microsoft Word</a:t>
            </a:r>
            <a:br/>
            <a:r>
              <a:t>- b) Une image compressée</a:t>
            </a:r>
            <a:br/>
            <a:r>
              <a:t>- c) Un fichier audio</a:t>
            </a:r>
            <a:br/>
            <a:r>
              <a:t>- d) Une vidéo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Question 4 :L'arborescence recommandée pour un étudiant est de créer des dossiers :</a:t>
            </a:r>
            <a:br/>
            <a:r>
              <a:t>- a) Par module et par type (Cours, TD, Examens)</a:t>
            </a:r>
            <a:br/>
            <a:r>
              <a:t>- b) Tous les fichiers dans un seul dossier</a:t>
            </a:r>
            <a:br/>
            <a:r>
              <a:t>- c) Par type de fichier (.docx, .pdf, .pptx)</a:t>
            </a:r>
            <a:br/>
            <a:r>
              <a:t>- d) Par couleur d'icône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Question 5 :La règle 3-2-1 de sauvegarde signifie :</a:t>
            </a:r>
            <a:br/>
            <a:r>
              <a:t>- a) 3 copies, 2 supports différents, 1 copie hors site</a:t>
            </a:r>
            <a:br/>
            <a:r>
              <a:t>- b) 3 dossiers, 2 fichiers, 1 sauvegarde</a:t>
            </a:r>
            <a:br/>
            <a:r>
              <a:t>- c) 3 clés USB, 2 disques durs, 1 cloud</a:t>
            </a:r>
            <a:br/>
            <a:r>
              <a:t>- d) 3 sauvegardes par jour, 2 par semaine, 1 par mois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:1-a, 2-a, 3-a, 4-a, 5-a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 étudiant Moodle Béjaïa — dépôt de fichiers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à Windows dans le contexte universitaire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Bureau: espace de travail principal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