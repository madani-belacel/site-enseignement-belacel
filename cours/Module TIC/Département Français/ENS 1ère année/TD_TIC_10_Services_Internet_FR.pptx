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10 — Services Internet pour l'Enseignement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Moteur de recherche en contexte pédagogique(15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Courriel professionnel : cadre enseignant(18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Protocoles email : enseignement et ENT(15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Plateformes pédagogiques(18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Scénario pédagogique avec Internet(14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Cyberharcèlement et citoyenneté numérique(10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Moteur de recherche en contexte pédagogique(15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:Expliquer le rôle des crawlers et l'intérêt d'un métamoteur. Proposer une activité pédagogique où les élèves comparent les résultats de 3 moteurs (Google, Qwant, DuckDuckGo) sur un même sujet.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:Crawlers : robots qui indexent le Web. Métamoteur : interroge plusieurs moteurs (Qwant). Activité : les élèves cherchent « réchauffement climatique » sur 3 moteurs, comparent les résultats (nombre, pertinence, publicité), réfléchissent aux biais algorithmiques.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Courriel professionnel : cadre enseignant(18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:Rédiger un email à un parent d'élève pour l'informer des difficultés de son enfant. Objet, ton, structure, signature institutionnelle. Puis rédiger un email à l'administration pour demander une salle informatique.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:Email parent : objet clair sans jargon ([Collège X] Suivi pédagogique — Prénom Nom), ton empathique, fait + suggestion + proposition rendez-vous. Email admin : objet précis, motifs pédagogiques, date souhaitée, salle et équipement nécessaires.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Protocoles email : enseignement et ENT(15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:Associer SMTP, POP, IMAP à : envoi, réception locale, synchronisation multi-appareils. Expliquer pourquoi IMAP est recommandé pour un enseignant qui utilise PC du collège + téléphone + tablette.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:SMTP → envoi ; POP → téléchargement local (déconseillé car désynchronisation) ; IMAP → synchronisation cloud (recommandé pour enseignants nomades). Avec IMAP, le brouillon commencé sur le téléphone est terminé sur le PC.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Plateformes pédagogiques(18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:Comparer Moodle, Google Classroom et Padlet selon 5 critères (gratuité, dépôt fichier, quiz, notation, communication). Déterminer laquelle est la plus adaptée pour le collège algérien.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:Moodle : complet, gratuit, mais lourd à paramétrer. Google Classroom : simple, intuitif, mais nécessite comptes Google. Padlet : mural collaboratif visuel mais limité. Pour le collège algérien : Google Classroom semble le plus adapté (simplicité, disponibilité, infrastructure légère). Moodle pour le lycée et l'université.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Scénario pédagogique avec Internet(14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:Concevoir une séquence de 2 séances (2h) sur « Rechercher et évaluer l'information en ligne » pour une classe de 3ème. Objectifs, déroulement, outils, évaluation.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:Séance 1 : recherche guidée (mots-clés, opérateurs, sources fiables/non fiables). Séance 2 : évaluation critique (grille d'analyse d'une page web). Outils : navigateur, traitement de texte, tableau de bord collaboratif. Évaluation : production d'une fiche source pour un exposé.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Cyberharcèlement et citoyenneté numérique(10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:Rédiger une réponse argumentée à un élève qui publie des photos de camarades sans autorisation sur les réseaux sociaux. Que dit la loi ? Quelle réponse pédagogique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:Cadre légal : droit à l'image (code civil), RGPD pour les données personnelles, loi algérienne 18-07 sur la protection des données. Réponse pédagogique : rappel des règles de vie scolaire, sensibilisation aux conséquences (sanctions disciplinaires, plainte pénale possible), travail sur l'empathie numérique. Proposition : faire rédiger une charte d'usage des réseaux par la classe.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 Proposer une activité pédagogique où les élèves comparent les résultats de 3 moteurs (Google, Qwant, DuckDuckGo) sur un même sujet.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parent d'élève pour l'informer des difficultés de son enfant. Objet, ton, structure, signature institutionnelle. Puis rédiger un email à l'administration pour demander une salle informatique.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 Expliquer pourquoi IMAP est recommandé pour un enseignant qui utilise PC du collège + téléphone + tablette.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 Proposer une activité pédagogique où les élèves comparent les résultats de 3 moteurs (Google, Qwant, DuckDuckGo) sur un même sujet.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parent d'élève pour l'informer des difficultés de son enfant. Objet, ton, structure, signature institutionnelle. Puis rédiger un email à l'administration pour demander une salle informatique.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 Expliquer pourquoi IMAP est recommandé pour un enseignant qui utilise PC du collège + téléphone + tablette.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 Proposer une activité pédagogique où les élèves comparent les résultats de 3 moteurs (Google, Qwant, DuckDuckGo) sur un même sujet.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parent d'élève pour l'informer des difficultés de son enfant. Objet, ton, structure, signature institutionnelle. Puis rédiger un email à l'administration pour demander une salle informatique.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 Expliquer pourquoi IMAP est recommandé pour un enseignant qui utilise PC du collège + téléphone + tablette.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 Proposer une activité pédagogique où les élèves comparent les résultats de 3 moteurs (Google, Qwant, DuckDuckGo) sur un même sujet.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parent d'élève pour l'informer des difficultés de son enfant. Objet, ton, structure, signature institutionnelle. Puis rédiger un email à l'administration pour demander une salle informatique.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 Expliquer pourquoi IMAP est recommandé pour un enseignant qui utilise PC du collège + téléphone + tablette.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Moodle, Google Classroom et Padlet selon 5 critères (gratuité, dépôt fichier, quiz, notation, communication). Déterminer laquelle est la plus adaptée pour le collège algérien.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:Concevoir une séquence de 2 séances (2h) sur « Rechercher et évaluer l'information en ligne » pour une classe de 3ème. Objectifs, déroulement, outils, évaluation.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