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Tableau de notes(18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Formules(18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Références absolues(15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Excel : évaluation et suivi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Tableau de notes(18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:En-têtes en gras, colonnes alignées, bordures fines.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Formules(18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:=MOYENNE(),=MIN(),=MAX()sur plages correctes.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Références absolues(15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:Coefficient en $G$1, formule avec référence absolue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:Insertion → Histogramme, titre, légendes, pas d'effet 3D.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:Nommage2026-06-04_TIC_TD5_BELACEL_v1.xlsx+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Excel : évaluation et suivi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:Créez un tableau de suivi des notes pour une classe de 25 élèves sur un semestre (3 contrôles + 1 projet + moyenne). Utilisez des mises en forme conditionnelles (vert ≥ 15, orange 10-14, rouge &lt; 10).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:Colonnes : Nom, Prénom, Contrôle1, Contrôle2, Contrôle3, Projet, Moyenne. Formules : MOYENNE() avec coefficients. Mise en forme conditionnelle : Accueil → MFC → Règles de cellule → Supérieur à. Appliquer à la colonne Moyenne. Ajouter un graphique en barres par élève.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