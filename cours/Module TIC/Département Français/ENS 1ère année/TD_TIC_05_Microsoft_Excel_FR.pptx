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05 — Microsoft Excel : Bases et Usages Académiques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Tableau de notes(18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Formules(18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Références absolues(15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Graphique(15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Excel : évaluation et suivi pédagogique(10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Tableau de notes(18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:En-têtes en gras, colonnes alignées, bordures fines.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Formules(18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:=MOYENNE(),=MIN(),=MAX()sur plages correctes.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Références absolues(15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:Coefficient en $G$1, formule avec référence absolue F4.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Graphique(15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:Histogramme des moyennes des étudiants.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:Insertion → Histogramme, titre, légendes, pas d'effet 3D.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:Enregistrer en .xlsx et exporter en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:Nommage2026-06-04_TIC_TD5_BELACEL_v1.xlsx+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Excel : évaluation et suivi pédagogique(10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:Créez un tableau de suivi des notes pour une classe de 25 élèves sur un semestre (3 contrôles + 1 projet + moyenne). Utilisez des mises en forme conditionnelles (vert ≥ 15, orange 10-14, rouge &lt; 10).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:Colonnes : Nom, Prénom, Contrôle1, Contrôle2, Contrôle3, Projet, Moyenne. Formules : MOYENNE() avec coefficients. Mise en forme conditionnelle : Accueil → MFC → Règles de cellule → Supérieur à. Appliquer à la colonne Moyenne. Ajouter un graphique en barres par élève.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pour 8 étudiants : Nom, Note TD1, Note TD2, Note Examen, Moyenne.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:Calculer moyenne par étudiant, moyenne générale, note min et max.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:Ajouter un coefficient d'examen fixe et calculer note pondérée.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:Histogramme des moyennes des étudiants.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:Enregistrer en .xlsx et exporter en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