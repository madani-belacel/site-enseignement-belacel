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02 — Informatique et Architecture de l'Ordinateur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Vocabulaire de base(15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Entrée / Traitement / Sortie(15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RAM vs stockage(18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Choix de support(18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Bonnes pratiques(14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6 — Informatique et ordinateur : transposition au collège(10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Vocabulaire de base(15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:Définissez : informatique, hardware, software, CPU, RAM, SSD.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:Informatique = traitement automatique de l'information ; hardware = matériel ; software = logiciels ; CPU = processeur ; RAM = mémoire vive volatile ; SSD = stockage rapide non volatile.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Entrée / Traitement / Sortie(15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:Classez : clavier, écran, processeur, imprimante, micro, disque dur.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:Entrée : clavier, micro ; Traitement : processeur ; Sortie : écran, imprimante ; Stockage : disque dur.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RAM vs stockage(18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:Pourquoi un document non sauvegardé disparaît-il après une coupure de courant 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:Les données en cours d'édition sont en RAM (volatile). Sans enregistrement sur disque/SSD/cloud, elles sont perdues à l'arrêt.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Choix de support(18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:Pour travail quotidien, archive longue durée, transport de fichiers — recommandez un support et justifiez.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:SSD pour usage quotidien ; HDD ou cloud pour archives ; clé USB pour transport ponctuel.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Bonnes pratiques(14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:Listez 6 bonnes pratiques importantes pour un étudiant.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:Sauvegardes régulières, mises à jour, antivirus, organisation des dossiers, règle 3-2-1, distinction RAM/stockage.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6 — Informatique et ordinateur : transposition au collège(10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:Proposez une activité de 30 minutes pour faire comprendre la différence entre matériel et logiciel à des élèves de 5ème. Quels supports ? Quelle évaluation 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:Activité : distribuer des images (carte mère, clavier, Word, jeu vidéo) à classer en 2 colonnes (matériel/logiciel). Support : fiche A4 à découper. Évaluation : correction collective au tableau + 2 questions bonus (exemple de matériel/logiciel dans la salle).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:Définissez : informatique, hardware, software, CPU, RAM, SSD.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:Classez : clavier, écran, processeur, imprimante, micro, disque dur.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:Pourquoi un document non sauvegardé disparaît-il après une coupure de courant 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:Définissez : informatique, hardware, software, CPU, RAM, SSD.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:Classez : clavier, écran, processeur, imprimante, micro, disque dur.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:Pourquoi un document non sauvegardé disparaît-il après une coupure de courant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:Définissez : informatique, hardware, software, CPU, RAM, SSD.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:Classez : clavier, écran, processeur, imprimante, micro, disque dur.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:Pourquoi un document non sauvegardé disparaît-il après une coupure de courant 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:Définissez : informatique, hardware, software, CPU, RAM, SSD.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:Classez : clavier, écran, processeur, imprimante, micro, disque dur.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:Pourquoi un document non sauvegardé disparaît-il après une coupure de courant ?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:Pour travail quotidien, archive longue durée, transport de fichiers — recommandez un support et justifiez.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:Listez 6 bonnes pratiques importantes pour un étudiant.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