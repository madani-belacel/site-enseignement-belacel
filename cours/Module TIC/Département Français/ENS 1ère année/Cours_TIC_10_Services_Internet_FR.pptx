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Services Internet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TIC 10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10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Maîtriser les notions du chapitre</a:t>
            </a:r>
          </a:p>
          <a:p>
            <a:pPr>
              <a:defRPr sz="2000"/>
            </a:pPr>
            <a:r>
              <a:t>🎯 Atelier poste informatique</a:t>
            </a:r>
          </a:p>
          <a:p>
            <a:pPr>
              <a:defRPr sz="2000"/>
            </a:pPr>
            <a:r>
              <a:t>🎯 Préparation TD et évaluation</a:t>
            </a:r>
          </a:p>
          <a:p>
            <a:pPr>
              <a:defRPr sz="2000"/>
            </a:pPr>
            <a:r>
              <a:t>🎯 Contexte Licence Langues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10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Panorama des services Internet</a:t>
            </a:r>
          </a:p>
          <a:p>
            <a:pPr>
              <a:defRPr sz="2000"/>
            </a:pPr>
            <a:r>
              <a:t>📋 Moteurs et métamoteurs de recherche</a:t>
            </a:r>
          </a:p>
          <a:p>
            <a:pPr>
              <a:defRPr sz="2000"/>
            </a:pPr>
            <a:r>
              <a:t>📋 Messagerie électronique (SMTP, POP, IMAP)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10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Panorama des services Internet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universitaires</a:t>
            </a:r>
          </a:p>
          <a:p>
            <a:pPr>
              <a:defRPr sz="2000"/>
            </a:pPr>
            <a:r>
              <a:t>💡 Démonstration guidée</a:t>
            </a:r>
          </a:p>
          <a:p>
            <a:pPr>
              <a:defRPr sz="2000"/>
            </a:pPr>
            <a:r>
              <a:t>💡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10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Moteurs et métamoteurs de recherche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📖 Points clés polycopié</a:t>
            </a:r>
          </a:p>
          <a:p>
            <a:pPr>
              <a:defRPr sz="2000"/>
            </a:pPr>
            <a:r>
              <a:t>📖 Exemples universitaires</a:t>
            </a:r>
          </a:p>
          <a:p>
            <a:pPr>
              <a:defRPr sz="2000"/>
            </a:pPr>
            <a:r>
              <a:t>📖 Démonstration guidée</a:t>
            </a:r>
          </a:p>
          <a:p>
            <a:pPr>
              <a:defRPr sz="2000"/>
            </a:pPr>
            <a:r>
              <a:t>📖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10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Messagerie électronique (SMTP, POP, IMAP)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🌐 Points clés polycopié</a:t>
            </a:r>
          </a:p>
          <a:p>
            <a:pPr>
              <a:defRPr sz="2000"/>
            </a:pPr>
            <a:r>
              <a:t>🌐 Exemples universitaires</a:t>
            </a:r>
          </a:p>
          <a:p>
            <a:pPr>
              <a:defRPr sz="2000"/>
            </a:pPr>
            <a:r>
              <a:t>🌐 Démonstration guidée</a:t>
            </a:r>
          </a:p>
          <a:p>
            <a:pPr>
              <a:defRPr sz="2000"/>
            </a:pPr>
            <a:r>
              <a:t>🌐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10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Transfert de fichiers (Drive, Dropbox)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🔗 Points clés polycopié</a:t>
            </a:r>
          </a:p>
          <a:p>
            <a:pPr>
              <a:defRPr sz="2000"/>
            </a:pPr>
            <a:r>
              <a:t>🔗 Exemples universitaires</a:t>
            </a:r>
          </a:p>
          <a:p>
            <a:pPr>
              <a:defRPr sz="2000"/>
            </a:pPr>
            <a:r>
              <a:t>🔗 Démonstration guidée</a:t>
            </a:r>
          </a:p>
          <a:p>
            <a:pPr>
              <a:defRPr sz="2000"/>
            </a:pPr>
            <a:r>
              <a:t>🔗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10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Messagerie instantanée et visioconférence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📡 Points clés polycopié</a:t>
            </a:r>
          </a:p>
          <a:p>
            <a:pPr>
              <a:defRPr sz="2000"/>
            </a:pPr>
            <a:r>
              <a:t>📡 Exemples universitaires</a:t>
            </a:r>
          </a:p>
          <a:p>
            <a:pPr>
              <a:defRPr sz="2000"/>
            </a:pPr>
            <a:r>
              <a:t>📡 Démonstration guidée</a:t>
            </a:r>
          </a:p>
          <a:p>
            <a:pPr>
              <a:defRPr sz="2000"/>
            </a:pPr>
            <a:r>
              <a:t>📡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10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Travaux sur poste</a:t>
            </a:r>
          </a:p>
          <a:p>
            <a:pPr>
              <a:defRPr sz="2000"/>
            </a:pPr>
            <a:r>
              <a:t>🛠️ Fiche TD 1h30</a:t>
            </a:r>
          </a:p>
          <a:p>
            <a:pPr>
              <a:defRPr sz="2000"/>
            </a:pPr>
            <a:r>
              <a:t>🛠️ Auto-évaluation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10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du module TIC complet — Fin du module — culture numérique</a:t>
            </a:r>
          </a:p>
          <a:p>
            <a:pPr>
              <a:defRPr sz="2000"/>
            </a:pPr>
            <a:r>
              <a:t>✅ TD 10 — 1h30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10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