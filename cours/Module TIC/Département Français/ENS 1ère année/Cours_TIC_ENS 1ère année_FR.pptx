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TIC — ENS 1ère année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Fondements numériques enseignant | 1h30 | BELACEL Madani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TIC — ENS 1ère année — Module Langues  •  Diapositive 1/10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Objectifs ENS1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🎯 DigCompEdu A1–A2</a:t>
            </a:r>
          </a:p>
          <a:p>
            <a:pPr>
              <a:defRPr sz="2000"/>
            </a:pPr>
            <a:r>
              <a:t>🎯 Bureautique pédagogique</a:t>
            </a:r>
          </a:p>
          <a:p>
            <a:pPr>
              <a:defRPr sz="2000"/>
            </a:pPr>
            <a:r>
              <a:t>🎯 Recherche veille</a:t>
            </a:r>
          </a:p>
          <a:p>
            <a:pPr>
              <a:defRPr sz="2000"/>
            </a:pPr>
            <a:r>
              <a:t>🎯 Sécurité RGPD</a:t>
            </a:r>
          </a:p>
          <a:p>
            <a:pPr>
              <a:defRPr sz="2000"/>
            </a:pPr>
            <a:r>
              <a:t>🎯 Micro-activité langue</a:t>
            </a:r>
          </a:p>
          <a:p>
            <a:pPr>
              <a:defRPr sz="2000"/>
            </a:pPr>
            <a:r>
              <a:t>🎯 Moodle ENS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TIC — ENS 1ère année — Module Langues  •  Diapositive 2/10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📋 Métier enseignant</a:t>
            </a:r>
          </a:p>
          <a:p>
            <a:pPr>
              <a:defRPr sz="2000"/>
            </a:pPr>
            <a:r>
              <a:t>📋 Organisation</a:t>
            </a:r>
          </a:p>
          <a:p>
            <a:pPr>
              <a:defRPr sz="2000"/>
            </a:pPr>
            <a:r>
              <a:t>📋 Word/PPT/Excel</a:t>
            </a:r>
          </a:p>
          <a:p>
            <a:pPr>
              <a:defRPr sz="2000"/>
            </a:pPr>
            <a:r>
              <a:t>📋 Veille CRAP</a:t>
            </a:r>
          </a:p>
          <a:p>
            <a:pPr>
              <a:defRPr sz="2000"/>
            </a:pPr>
            <a:r>
              <a:t>📋 Éthique</a:t>
            </a:r>
          </a:p>
          <a:p>
            <a:pPr>
              <a:defRPr sz="2000"/>
            </a:pPr>
            <a:r>
              <a:t>📋 Classe langue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TIC — ENS 1ère année — Module Langues  •  Diapositive 3/10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Organisation pro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📁 Arborescence ENS</a:t>
            </a:r>
          </a:p>
          <a:p>
            <a:pPr>
              <a:defRPr sz="2000"/>
            </a:pPr>
            <a:r>
              <a:t>📁 Nommage fichiers</a:t>
            </a:r>
          </a:p>
          <a:p>
            <a:pPr>
              <a:defRPr sz="2000"/>
            </a:pPr>
            <a:r>
              <a:t>📁 Sauvegarde cloud</a:t>
            </a:r>
          </a:p>
          <a:p>
            <a:pPr>
              <a:defRPr sz="2000"/>
            </a:pPr>
            <a:r>
              <a:t>📁 Messagerie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TIC — ENS 1ère année — Module Langues  •  Diapositive 4/10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Supports pédagogiques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📝 Fiche séance Word</a:t>
            </a:r>
          </a:p>
          <a:p>
            <a:pPr>
              <a:defRPr sz="2000"/>
            </a:pPr>
            <a:r>
              <a:t>📝 Diaporama accessible</a:t>
            </a:r>
          </a:p>
          <a:p>
            <a:pPr>
              <a:defRPr sz="2000"/>
            </a:pPr>
            <a:r>
              <a:t>📝 Excel suivi</a:t>
            </a:r>
          </a:p>
          <a:p>
            <a:pPr>
              <a:defRPr sz="2000"/>
            </a:pPr>
            <a:r>
              <a:t>📝 Export PDF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TIC — ENS 1ère année — Module Langues  •  Diapositive 5/10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Veille didactique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🔍 Scholar, Cairn</a:t>
            </a:r>
          </a:p>
          <a:p>
            <a:pPr>
              <a:defRPr sz="2000"/>
            </a:pPr>
            <a:r>
              <a:t>🔍 Critères CRAP</a:t>
            </a:r>
          </a:p>
          <a:p>
            <a:pPr>
              <a:defRPr sz="2000"/>
            </a:pPr>
            <a:r>
              <a:t>🔍 Anti-plagiat</a:t>
            </a:r>
          </a:p>
          <a:p>
            <a:pPr>
              <a:defRPr sz="2000"/>
            </a:pPr>
            <a:r>
              <a:t>🔍 Eduscol / CIEP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TIC — ENS 1ère année — Module Langues  •  Diapositive 6/10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Sécurité et RGPD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🔒 MFA, phishing</a:t>
            </a:r>
          </a:p>
          <a:p>
            <a:pPr>
              <a:defRPr sz="2000"/>
            </a:pPr>
            <a:r>
              <a:t>🔒 Données élèves</a:t>
            </a:r>
          </a:p>
          <a:p>
            <a:pPr>
              <a:defRPr sz="2000"/>
            </a:pPr>
            <a:r>
              <a:t>🔒 Identité pro</a:t>
            </a:r>
          </a:p>
          <a:p>
            <a:pPr>
              <a:defRPr sz="2000"/>
            </a:pPr>
            <a:r>
              <a:t>🔒 Charte établissement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TIC — ENS 1ère année — Module Langues  •  Diapositive 7/10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Micro-activités langue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🎓 Quiz court</a:t>
            </a:r>
          </a:p>
          <a:p>
            <a:pPr>
              <a:defRPr sz="2000"/>
            </a:pPr>
            <a:r>
              <a:t>🎓 Ressource authentique</a:t>
            </a:r>
          </a:p>
          <a:p>
            <a:pPr>
              <a:defRPr sz="2000"/>
            </a:pPr>
            <a:r>
              <a:t>🎓 Tâche d'abord</a:t>
            </a:r>
          </a:p>
          <a:p>
            <a:pPr>
              <a:defRPr sz="2000"/>
            </a:pPr>
            <a:r>
              <a:t>🎓 Durée maîtrisée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TIC — ENS 1ère année — Module Langues  •  Diapositive 8/10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Moodle ENS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🖥️ Navigation cours</a:t>
            </a:r>
          </a:p>
          <a:p>
            <a:pPr>
              <a:defRPr sz="2000"/>
            </a:pPr>
            <a:r>
              <a:t>🖥️ Dépôt devoirs</a:t>
            </a:r>
          </a:p>
          <a:p>
            <a:pPr>
              <a:defRPr sz="2000"/>
            </a:pPr>
            <a:r>
              <a:t>🖥️ Forums</a:t>
            </a:r>
          </a:p>
          <a:p>
            <a:pPr>
              <a:defRPr sz="2000"/>
            </a:pPr>
            <a:r>
              <a:t>🖥️ Annonces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TIC — ENS 1ère année — Module Langues  •  Diapositive 9/10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Projet ENS1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✅ Fiche 45 min + slides</a:t>
            </a:r>
          </a:p>
          <a:p>
            <a:pPr>
              <a:defRPr sz="2000"/>
            </a:pPr>
            <a:r>
              <a:t>✅ Micro-activité justifiée</a:t>
            </a:r>
          </a:p>
          <a:p>
            <a:pPr>
              <a:defRPr sz="2000"/>
            </a:pPr>
            <a:r>
              <a:t>✅ TD 1h30 — 5 exercices</a:t>
            </a:r>
          </a:p>
          <a:p>
            <a:pPr>
              <a:defRPr sz="2000"/>
            </a:pPr>
            <a:r>
              <a:t>✅ Questions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TIC — ENS 1ère année — Module Langues  •  Diapositive 10/10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