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TD TIC 08 — World Wide Web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92608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</a:defRPr>
            </a:pPr>
            <a:r>
              <a:t>Module TIC — Dr.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0CFA0"/>
                </a:solidFill>
              </a:defRPr>
            </a:pPr>
            <a:r>
              <a:t>Université de Mostaganem — MCB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🎯 Objectifs pédagogiques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Comprendre les concepts clés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Appliquer les compétences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Évaluer les technologies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📋 Plan du cours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Exercice 1 — Analyse d'une URL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Exercice 2 — Navigateurs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Exercice 3 — HTTP vs HTTPS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Exercice 4 — Recherche académique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Exercice 5 — Évaluation de source Web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Exercice 1 — Analyse d'une URL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Énoncé :Décomposer l'URLhttps://www.univ-exemple.dz/cours/tic/chap2.html(protocole, domaine, chemin).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Corrigé détaillé :-https://— protocole sécurisé HTTP.</a:t>
            </a:r>
            <a:br/>
            <a:r>
              <a:t>-www.univ-exemple.dz— nom de domaine (serveur).</a:t>
            </a:r>
            <a:br/>
            <a:r>
              <a:t>-/cours/tic/chap2.html— chemin vers la ressource (page HTML).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Exercice 2 — Navigateurs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Énoncé :Comparer deux navigateurs (Chrome et Firefox) : un avantage et un usage pédagogique pour chacun.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Corrigé détaillé :- Chrome : extensions nombreuses ; synchronisation compte Google.</a:t>
            </a:r>
            <a:br/>
            <a:r>
              <a:t>- Firefox : vie privée renforcée ; développement open source.</a:t>
            </a:r>
            <a:br/>
            <a:r>
              <a:t>- Usage : recherche documentaire, accès Moodle, lecture PDF en ligne.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Exercice 3 — HTTP vs HTTPS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Énoncé :Pourquoi privilégier HTTPS pour se connecter à la plateforme universitaire ?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Corrigé détaillé :- Chiffrement des données échangées (identifiants, notes).</a:t>
            </a:r>
            <a:br/>
            <a:r>
              <a:t>- Authentification du serveur (certificat SSL/TLS).</a:t>
            </a:r>
            <a:br/>
            <a:r>
              <a:t>- Protection contre l'écoute sur réseau public (Wi-Fi).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Exercice 4 — Recherche académique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Énoncé :Formuler une requête avancée pour trouver des articles sur « TIC et enseignement des langues » (guillemets, opérateurs).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Corrigé détaillé :-"TIC" AND "enseignement des langues"(Google académique ou moteur institutionnel).</a:t>
            </a:r>
            <a:br/>
            <a:r>
              <a:t>- Filtrer par date (5 dernières années).</a:t>
            </a:r>
            <a:br/>
            <a:r>
              <a:t>- Privilégier domaines.edu, bases bibliographiques universitaires.</a:t>
            </a:r>
            <a:br/>
            <a:r>
              <a:t>- Noter auteur, titre, URL, date de consultation pour citation.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Exercice 5 — Évaluation de source Web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Énoncé :Évaluer la fiabilité d'un blog anonyme vs une page.edu: 4 critères.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Corrigé détaillé :1.Auteuridentifié et qualifié ?</a:t>
            </a:r>
            <a:br/>
            <a:r>
              <a:t>2.Datede publication récente ?</a:t>
            </a:r>
            <a:br/>
            <a:r>
              <a:t>3.Objectivitéet références bibliographiques ?</a:t>
            </a:r>
            <a:br/>
            <a:r>
              <a:t>4.Domaineinstitutionnel ou commercial ?</a:t>
            </a:r>
            <a:br/>
            <a:r>
              <a:t>→ Le blog anonyme est à écarter pour un devoir universitaire sans recoupement.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:Décomposer l'URLhttps://www.univ-exemple.dz/cours/tic/chap2.html(protocole, domaine, chemin).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:Comparer deux navigateurs (Chrome et Firefox) : un avantage et un usage pédagogique pour chacun.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:Pourquoi privilégier HTTPS pour se connecter à la plateforme universitaire 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:Décomposer l'URLhttps://www.univ-exemple.dz/cours/tic/chap2.html(protocole, domaine, chemin).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:Comparer deux navigateurs (Chrome et Firefox) : un avantage et un usage pédagogique pour chacun.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:Pourquoi privilégier HTTPS pour se connecter à la plateforme universitaire 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:Décomposer l'URLhttps://www.univ-exemple.dz/cours/tic/chap2.html(protocole, domaine, chemin).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:Comparer deux navigateurs (Chrome et Firefox) : un avantage et un usage pédagogique pour chacun.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:Pourquoi privilégier HTTPS pour se connecter à la plateforme universitaire 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:Décomposer l'URLhttps://www.univ-exemple.dz/cours/tic/chap2.html(protocole, domaine, chemin).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:Comparer deux navigateurs (Chrome et Firefox) : un avantage et un usage pédagogique pour chacun.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:Pourquoi privilégier HTTPS pour se connecter à la plateforme universitaire 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0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:Décomposer l'URLhttps://www.univ-exemple.dz/cours/tic/chap2.html(protocole, domaine, chemin).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:Comparer deux navigateurs (Chrome et Firefox) : un avantage et un usage pédagogique pour chacun.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:Pourquoi privilégier HTTPS pour se connecter à la plateforme universitaire ?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:Formuler une requête avancée pour trouver des articles sur « TIC et enseignement des langues » (guillemets, opérateurs).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:Évaluer la fiabilité d'un blog anonyme vs une page.edu: 4 critères.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✏️ Exercices d'application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Définir les concepts principaux du cours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Identifier les applications pratiques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Résoudre les exercices du TD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Synthétiser les points clés en un paragraphe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Préparer une courte présentation orale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🎓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743200"/>
            <a:ext cx="7680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C5D9C7"/>
                </a:solidFill>
              </a:defRPr>
            </a:pPr>
            <a:r>
              <a:t>Dr. BELACEL Madani</a:t>
            </a:r>
            <a:br/>
            <a:r>
              <a:t>Maître de Conférences B</a:t>
            </a:r>
            <a:br/>
            <a:r>
              <a:t>Université de Mostaganem</a:t>
            </a:r>
            <a:br/>
            <a:r>
              <a:t>madani.belacel@univ-mosta.dz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