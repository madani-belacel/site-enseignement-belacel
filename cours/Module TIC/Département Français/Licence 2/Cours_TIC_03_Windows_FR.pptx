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33"/>
  </p:notes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66FF"/>
    <a:srgbClr val="990033"/>
    <a:srgbClr val="0053D3"/>
    <a:srgbClr val="0782F0"/>
    <a:srgbClr val="3333B2"/>
    <a:srgbClr val="262686"/>
    <a:srgbClr val="191959"/>
    <a:srgbClr val="0083F7"/>
    <a:srgbClr val="0152FF"/>
    <a:srgbClr val="0078EB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Style moyen 2 - Accentuation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Aucun style, aucune grille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69012ECD-51FC-41F1-AA8D-1B2483CD663E}" styleName="Style léger 2 - Accentuation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  <a:tblStyle styleId="{BC89EF96-8CEA-46FF-86C4-4CE0E7609802}" styleName="Style léger 3 - Accentuation 1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706" autoAdjust="0"/>
    <p:restoredTop sz="93969" autoAdjust="0"/>
  </p:normalViewPr>
  <p:slideViewPr>
    <p:cSldViewPr snapToGrid="0" snapToObjects="1">
      <p:cViewPr>
        <p:scale>
          <a:sx n="100" d="100"/>
          <a:sy n="100" d="100"/>
        </p:scale>
        <p:origin x="468" y="-948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-408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33" Type="http://schemas.openxmlformats.org/officeDocument/2006/relationships/notesMaster" Target="notesMasters/notesMaster1.xml"/><Relationship Id="rId34" Type="http://schemas.openxmlformats.org/officeDocument/2006/relationships/presProps" Target="presProps.xml"/><Relationship Id="rId35" Type="http://schemas.openxmlformats.org/officeDocument/2006/relationships/viewProps" Target="viewProps.xml"/><Relationship Id="rId36" Type="http://schemas.openxmlformats.org/officeDocument/2006/relationships/theme" Target="theme/theme1.xml"/><Relationship Id="rId37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en-têt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3" name="Espace réservé de la date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8F0B2C1-4194-45A7-9834-731A4F36BABD}" type="datetimeFigureOut">
              <a:rPr lang="fr-FR" smtClean="0"/>
              <a:t>16/05/2026</a:t>
            </a:fld>
            <a:endParaRPr lang="fr-FR"/>
          </a:p>
        </p:txBody>
      </p:sp>
      <p:sp>
        <p:nvSpPr>
          <p:cNvPr id="4" name="Espace réservé de l'image des diapositives 3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fr-FR"/>
          </a:p>
        </p:txBody>
      </p:sp>
      <p:sp>
        <p:nvSpPr>
          <p:cNvPr id="5" name="Espace réservé des note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DB5666F-E79B-4A29-9A64-FA4855FAABBD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05723348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Windows : Interface, Fichiers et Personnalisation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Cours TIC 03 | 1h30 (90 min) | BELACEL Madani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TIC 03  •  Diapositive 1/10</a:t>
            </a:r>
          </a:p>
        </p:txBody>
      </p:sp>
    </p:spTree>
  </p:cSld>
  <p:clrMapOvr>
    <a:masterClrMapping/>
  </p:clrMapOvr>
  <p:transition spd="med">
    <p:fade/>
  </p:transition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Objectifs du cours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🎯 Maîtriser le Bureau Windows</a:t>
            </a:r>
          </a:p>
          <a:p>
            <a:pPr>
              <a:defRPr sz="2000"/>
            </a:pPr>
            <a:r>
              <a:t>🎯 Gérer fichiers et dossiers</a:t>
            </a:r>
          </a:p>
          <a:p>
            <a:pPr>
              <a:defRPr sz="2000"/>
            </a:pPr>
            <a:r>
              <a:t>🎯 Raccourcis productivité</a:t>
            </a:r>
          </a:p>
          <a:p>
            <a:pPr>
              <a:defRPr sz="2000"/>
            </a:pPr>
            <a:r>
              <a:t>🎯 Sécurité de base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TIC 03  •  Diapositive 2/10</a:t>
            </a:r>
          </a:p>
        </p:txBody>
      </p:sp>
    </p:spTree>
  </p:cSld>
  <p:clrMapOvr>
    <a:masterClrMapping/>
  </p:clrMapOvr>
  <p:transition spd="med">
    <p:fade/>
  </p:transition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Plan du cours (1h30)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📋 8 parties — 90 minutes</a:t>
            </a:r>
          </a:p>
          <a:p>
            <a:pPr>
              <a:defRPr sz="2000"/>
            </a:pPr>
            <a:r>
              <a:t>📋 Interface → Fichiers</a:t>
            </a:r>
          </a:p>
          <a:p>
            <a:pPr>
              <a:defRPr sz="2000"/>
            </a:pPr>
            <a:r>
              <a:t>📋 Extensions → Raccourcis</a:t>
            </a:r>
          </a:p>
          <a:p>
            <a:pPr>
              <a:defRPr sz="2000"/>
            </a:pPr>
            <a:r>
              <a:t>📋 Personnalisation → Sécurité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TIC 03  •  Diapositive 3/10</a:t>
            </a:r>
          </a:p>
        </p:txBody>
      </p:sp>
    </p:spTree>
  </p:cSld>
  <p:clrMapOvr>
    <a:masterClrMapping/>
  </p:clrMapOvr>
  <p:transition spd="med">
    <p:fade/>
  </p:transition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Interface graphique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🖥️ Bureau et icônes</a:t>
            </a:r>
          </a:p>
          <a:p>
            <a:pPr>
              <a:defRPr sz="2000"/>
            </a:pPr>
            <a:r>
              <a:t>🖥️ Barre des tâches</a:t>
            </a:r>
          </a:p>
          <a:p>
            <a:pPr>
              <a:defRPr sz="2000"/>
            </a:pPr>
            <a:r>
              <a:t>🖥️ Menu Démarrer</a:t>
            </a:r>
          </a:p>
          <a:p>
            <a:pPr>
              <a:defRPr sz="2000"/>
            </a:pPr>
            <a:r>
              <a:t>🖥️ Zone notification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TIC 03  •  Diapositive 4/10</a:t>
            </a:r>
          </a:p>
        </p:txBody>
      </p:sp>
    </p:spTree>
  </p:cSld>
  <p:clrMapOvr>
    <a:masterClrMapping/>
  </p:clrMapOvr>
  <p:transition spd="med">
    <p:fade/>
  </p:transition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Fichiers et arborescence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📁 Nom + extension</a:t>
            </a:r>
          </a:p>
          <a:p>
            <a:pPr>
              <a:defRPr sz="2000"/>
            </a:pPr>
            <a:r>
              <a:t>📁 Dossiers imbriqués</a:t>
            </a:r>
          </a:p>
          <a:p>
            <a:pPr>
              <a:defRPr sz="2000"/>
            </a:pPr>
            <a:r>
              <a:t>📁 Explorateur de fichiers</a:t>
            </a:r>
          </a:p>
          <a:p>
            <a:pPr>
              <a:defRPr sz="2000"/>
            </a:pPr>
            <a:r>
              <a:t>📁 Structure L1 Langues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TIC 03  •  Diapositive 5/10</a:t>
            </a:r>
          </a:p>
        </p:txBody>
      </p:sp>
    </p:spTree>
  </p:cSld>
  <p:clrMapOvr>
    <a:masterClrMapping/>
  </p:clrMapOvr>
  <p:transition spd="med">
    <p:fade/>
  </p:transition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Extensions et nommage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📝 .docx, .pdf, .pptx</a:t>
            </a:r>
          </a:p>
          <a:p>
            <a:pPr>
              <a:defRPr sz="2000"/>
            </a:pPr>
            <a:r>
              <a:t>📝 Convention académique</a:t>
            </a:r>
          </a:p>
          <a:p>
            <a:pPr>
              <a:defRPr sz="2000"/>
            </a:pPr>
            <a:r>
              <a:t>📝 Versions v1, v2</a:t>
            </a:r>
          </a:p>
          <a:p>
            <a:pPr>
              <a:defRPr sz="2000"/>
            </a:pPr>
            <a:r>
              <a:t>📝 Caractères interdits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TIC 03  •  Diapositive 6/10</a:t>
            </a:r>
          </a:p>
        </p:txBody>
      </p:sp>
    </p:spTree>
  </p:cSld>
  <p:clrMapOvr>
    <a:masterClrMapping/>
  </p:clrMapOvr>
  <p:transition spd="med">
    <p:fade/>
  </p:transition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Raccourcis clavier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⌨️ Ctrl+C/V/X/Z</a:t>
            </a:r>
          </a:p>
          <a:p>
            <a:pPr>
              <a:defRPr sz="2000"/>
            </a:pPr>
            <a:r>
              <a:t>⌨️ Windows+L</a:t>
            </a:r>
          </a:p>
          <a:p>
            <a:pPr>
              <a:defRPr sz="2000"/>
            </a:pPr>
            <a:r>
              <a:t>⌨️ Windows+S</a:t>
            </a:r>
          </a:p>
          <a:p>
            <a:pPr>
              <a:defRPr sz="2000"/>
            </a:pPr>
            <a:r>
              <a:t>⌨️ Alt+Tab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TIC 03  •  Diapositive 7/10</a:t>
            </a:r>
          </a:p>
        </p:txBody>
      </p:sp>
    </p:spTree>
  </p:cSld>
  <p:clrMapOvr>
    <a:masterClrMapping/>
  </p:clrMapOvr>
  <p:transition spd="med">
    <p:fade/>
  </p:transition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Personnalisation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🎨 Bureau organisé</a:t>
            </a:r>
          </a:p>
          <a:p>
            <a:pPr>
              <a:defRPr sz="2000"/>
            </a:pPr>
            <a:r>
              <a:t>🎨 Applications épinglées</a:t>
            </a:r>
          </a:p>
          <a:p>
            <a:pPr>
              <a:defRPr sz="2000"/>
            </a:pPr>
            <a:r>
              <a:t>🎨 Mode clair/sombre</a:t>
            </a:r>
          </a:p>
          <a:p>
            <a:pPr>
              <a:defRPr sz="2000"/>
            </a:pPr>
            <a:r>
              <a:t>🎨 Productivité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TIC 03  •  Diapositive 8/10</a:t>
            </a:r>
          </a:p>
        </p:txBody>
      </p:sp>
    </p:spTree>
  </p:cSld>
  <p:clrMapOvr>
    <a:masterClrMapping/>
  </p:clrMapOvr>
  <p:transition spd="med">
    <p:fade/>
  </p:transition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Sécurité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🔒 Verrouillage session</a:t>
            </a:r>
          </a:p>
          <a:p>
            <a:pPr>
              <a:defRPr sz="2000"/>
            </a:pPr>
            <a:r>
              <a:t>🔒 Sauvegarde 3-2-1</a:t>
            </a:r>
          </a:p>
          <a:p>
            <a:pPr>
              <a:defRPr sz="2000"/>
            </a:pPr>
            <a:r>
              <a:t>🔒 Mises à jour</a:t>
            </a:r>
          </a:p>
          <a:p>
            <a:pPr>
              <a:defRPr sz="2000"/>
            </a:pPr>
            <a:r>
              <a:t>🔒 USB inconnues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TIC 03  •  Diapositive 9/10</a:t>
            </a:r>
          </a:p>
        </p:txBody>
      </p:sp>
    </p:spTree>
  </p:cSld>
  <p:clrMapOvr>
    <a:masterClrMapping/>
  </p:clrMapOvr>
  <p:transition spd="med">
    <p:fade/>
  </p:transition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Conclusion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✅ Fondation numérique</a:t>
            </a:r>
          </a:p>
          <a:p>
            <a:pPr>
              <a:defRPr sz="2000"/>
            </a:pPr>
            <a:r>
              <a:t>✅ TD 03 — 1h30</a:t>
            </a:r>
          </a:p>
          <a:p>
            <a:pPr>
              <a:defRPr sz="2000"/>
            </a:pPr>
            <a:r>
              <a:t>✅ Prochain : Word</a:t>
            </a:r>
          </a:p>
          <a:p>
            <a:pPr>
              <a:defRPr sz="2000"/>
            </a:pPr>
            <a:r>
              <a:t>✅ Questions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TIC 03  •  Diapositive 10/10</a:t>
            </a:r>
          </a:p>
        </p:txBody>
      </p:sp>
    </p:spTree>
  </p:cSld>
  <p:clrMapOvr>
    <a:masterClrMapping/>
  </p:clrMapOvr>
  <p:transition spd="med">
    <p:fade/>
  </p:transition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14840</TotalTime>
  <Words>9927</Words>
  <Application>Microsoft Office PowerPoint</Application>
  <PresentationFormat>Affichage à l'écran (4:3)</PresentationFormat>
  <Paragraphs>973</Paragraphs>
  <Slides>31</Slides>
  <Notes>31</Notes>
  <HiddenSlides>0</HiddenSlides>
  <MMClips>0</MMClips>
  <ScaleCrop>false</ScaleCrop>
  <HeadingPairs>
    <vt:vector size="6" baseType="variant">
      <vt:variant>
        <vt:lpstr>Polices utilisées</vt:lpstr>
      </vt:variant>
      <vt:variant>
        <vt:i4>14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31</vt:i4>
      </vt:variant>
    </vt:vector>
  </HeadingPairs>
  <TitlesOfParts>
    <vt:vector size="46" baseType="lpstr">
      <vt:lpstr>Aptos</vt:lpstr>
      <vt:lpstr>Arial</vt:lpstr>
      <vt:lpstr>Calibri</vt:lpstr>
      <vt:lpstr>Century</vt:lpstr>
      <vt:lpstr>Inter</vt:lpstr>
      <vt:lpstr>Liberation Serif</vt:lpstr>
      <vt:lpstr>LMSans12-Regular</vt:lpstr>
      <vt:lpstr>NimbusRomNo9L-Medi</vt:lpstr>
      <vt:lpstr>Palatino Linotype</vt:lpstr>
      <vt:lpstr>Segoe UI Emoji</vt:lpstr>
      <vt:lpstr>Segoe UI Symbol</vt:lpstr>
      <vt:lpstr>Times New Roman</vt:lpstr>
      <vt:lpstr>ui-sans-serif</vt:lpstr>
      <vt:lpstr>Wingdings</vt:lpstr>
      <vt:lpstr>Office Theme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islem oussama</dc:creator>
  <cp:keywords/>
  <dc:description>generated using python-pptx</dc:description>
  <cp:lastModifiedBy>islem oussama</cp:lastModifiedBy>
  <cp:revision>479</cp:revision>
  <dcterms:created xsi:type="dcterms:W3CDTF">2013-01-27T09:14:16Z</dcterms:created>
  <dcterms:modified xsi:type="dcterms:W3CDTF">2026-05-16T20:31:18Z</dcterms:modified>
  <cp:category/>
</cp:coreProperties>
</file>