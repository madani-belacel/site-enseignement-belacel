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TD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Exercice 1 — Types de réseaux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Exercice 2 — Topologies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Exercice 3 — Composants réseau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Exercice 4 — Adressage et DHCP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Exercice 5 — Cas 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Exercice 1 — Types de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Corrigé détaillé :- Salle informatique → LAN (Local Area Network).</a:t>
            </a:r>
            <a:br/>
            <a:r>
              <a:t>- Réseau ville → MAN (Metropolitan Area Network).</a:t>
            </a:r>
            <a:br/>
            <a:r>
              <a:t>- Internet mondial → WAN (Wide Area Network).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Exercice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Corrigé détaillé :- 4 PC reliés individuellement au switch (hub central).</a:t>
            </a:r>
            <a:br/>
            <a:r>
              <a:t>- Avantage : panne d'un câble n'affecte qu'un poste ; dépannage facilité.</a:t>
            </a:r>
            <a:br/>
            <a:r>
              <a:t>- Très courante en Wi-Fi (point d'accès = centre).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Exercice 3 — Composants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Corrigé détaillé :- Switch : interconnecte machines en LAN.</a:t>
            </a:r>
            <a:br/>
            <a:r>
              <a:t>- Routeur : relie LAN à Internet (routage IP).</a:t>
            </a:r>
            <a:br/>
            <a:r>
              <a:t>- Carte réseau (NIC) : interface machine/réseau.</a:t>
            </a:r>
            <a:br/>
            <a:r>
              <a:t>- Câble Ethernet : support de transmission filaire.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Exercice 4 — Adressage et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Corrigé détaillé :- Adresse APIPA : pas de serveur DHCP joignable (Wi-Fi non connecté ou box éteinte).</a:t>
            </a:r>
            <a:br/>
            <a:r>
              <a:t>- DHCP doit attribuer IP, masque, passerelle, DNS.</a:t>
            </a:r>
            <a:br/>
            <a:r>
              <a:t>- Solution : vérifier connexion Wi-Fi/Ethernet, redémarrer box, contacter support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Exercice 5 — Cas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Énoncé :Proposer 3 règles de bon usage du réseau universitaire.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Corrigé détaillé :1. Usage pédagogique et recherche (pas de téléchargements illégaux).</a:t>
            </a:r>
            <a:br/>
            <a:r>
              <a:t>2. Ne pas partager identifiants Wi-Fi institutionnels.</a:t>
            </a:r>
            <a:br/>
            <a:r>
              <a:t>3. Respecter charte informatique (sécurité, bande passante, imprimantes partagées).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Énoncé :Proposer 3 règles de bon usage du réseau universitaire.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