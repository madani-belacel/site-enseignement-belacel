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03 — Windows : Interface, Fichiers et Personnalisation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Identification de l'interface(15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Création d'arborescence(18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Nommage professionnel(15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Raccourcis clavier(15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Sécurité(17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Identification de l'interface(15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:Bureau, icônes, barre des tâches, menu Démarrer, zone de notification, fenêtre active, corbeille, barre de recherche.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Création d'arborescence(18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:Structure conforme à la convention du cours avec sous-dossiers datés.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Nommage professionnel(15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:Renommez 5 fichiers selonAAAA-MM-JJ_Module_Type_Nom_vX.ext.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:Ex.2026-06-04_TIC_TD3_BELACEL_v1.docx— pas de caractères interdits.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Raccourcis clavier(15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:Copier, couper, coller, annuler et verrouiller la session uniquement au clavier.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:Ctrl+C, Ctrl+X, Ctrl+V, Ctrl+Z, Windows+L.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Sécurité(17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:Listez 6 règles de sécurité importantes pour un étudiant.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:Verrouillage session, sauvegardes 3-2-1, mises à jour, antivirus, prudence USB, mots de passe forts.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:Renommez 5 fichiers selonAAAA-MM-JJ_Module_Type_Nom_vX.ext.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:Renommez 5 fichiers selonAAAA-MM-JJ_Module_Type_Nom_vX.ext.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:Renommez 5 fichiers selonAAAA-MM-JJ_Module_Type_Nom_vX.ext.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:Renommez 5 fichiers selonAAAA-MM-JJ_Module_Type_Nom_vX.ext.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:Renommez 5 fichiers selonAAAA-MM-JJ_Module_Type_Nom_vX.ext.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:Copier, couper, coller, annuler et verrouiller la session uniquement au clavier.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:Listez 6 règles de sécurité importantes pour un étudiant.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