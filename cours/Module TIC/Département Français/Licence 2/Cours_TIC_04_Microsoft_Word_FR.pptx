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04 — Microsoft Word : Bureautique Académique et Mise en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Rédiger un devoir avec page de garde institutionnelle</a:t>
            </a:r>
            <a:br/>
            <a:r>
              <a:t>- Insérer citations, notes de bas de page APA simplifiée</a:t>
            </a:r>
            <a:br/>
            <a:r>
              <a:t>- Exporter PDF pour dépôt Moodle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Respecter normes typographiques académiques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40 % + devoir Word noté 40 %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production de documents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03 ; frappe au clavier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Rédiger un devoir avec page de garde institutionnelle</a:t>
            </a:r>
            <a:br/>
            <a:r>
              <a:t>- Insérer citations, notes de bas de page APA simplifiée</a:t>
            </a:r>
            <a:br/>
            <a:r>
              <a:t>- Exporter PDF pour dépôt Moodle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Respecter normes typographiques académiques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40 % + devoir Word noté 40 %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programme des concours.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objectifs et contenus.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compétences attendues.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Benchmark des 10 universités algériennes— standards nationaux (BENCHMARK_10_UNIVERSITES_ELEARNING.md).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Template PG-fr.docx ; APA 7 — introduction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Importance de Microsoft Word dans le parcours universitaire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Interface et zones principales de Word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Mise en page académique (normes universitaires)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Utilisation professionnelle des Styles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 des matières automatique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Tableaux, listes et éléments visuels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Enregistrement, export PDF et bonnes pratiques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Excel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Maîtriser les styles Word (Titre 1–3, Normal)</a:t>
            </a:r>
            <a:br/>
            <a:r>
              <a:t>- Comprendre sections, en-têtes/pieds de page, table des matières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Template PG-fr.docx ; APA 7 — introduction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Importance de Microsoft Word dans le parcours universitaire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