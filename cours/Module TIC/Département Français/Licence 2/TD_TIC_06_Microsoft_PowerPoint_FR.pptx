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— Microsoft PowerPoint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Réduction de texte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Transition fade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 et checklist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Structure 10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Slide 1 : titre.</a:t>
            </a:r>
            <a:br/>
            <a:r>
              <a:t>- Slide 2 : objectifs ou problématique.</a:t>
            </a:r>
            <a:br/>
            <a:r>
              <a:t>- Slide 3 : plan en 3 parties.</a:t>
            </a:r>
            <a:br/>
            <a:r>
              <a:t>- Slides 4–7 : une idée par slide.</a:t>
            </a:r>
            <a:br/>
            <a:r>
              <a:t>- Slide 8 : exemple concret.</a:t>
            </a:r>
            <a:br/>
            <a:r>
              <a:t>- Slide 9 : synthèse.</a:t>
            </a:r>
            <a:br/>
            <a:r>
              <a:t>- Slide 10 : conclusion /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Réduction de 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Identifier l'idée centrale.</a:t>
            </a:r>
            <a:br/>
            <a:r>
              <a:t>- Supprimer redondances et adverbes inutiles.</a:t>
            </a:r>
            <a:br/>
            <a:r>
              <a:t>- Utiliser nominalisations (« croissance » vs « il y a eu une augmentation »).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Transition fade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