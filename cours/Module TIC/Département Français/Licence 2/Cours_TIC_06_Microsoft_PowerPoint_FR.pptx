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06 — Microsoft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présentation avec template institutionnel</a:t>
            </a:r>
            <a:br/>
            <a:r>
              <a:t>- Exporter PDF et PPTX pour Moodle</a:t>
            </a:r>
            <a:br/>
            <a:r>
              <a:t>- Présenter 5 min avec support visuel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Communication orale claire et respect du temps imparti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exposé oral 40 % + support PowerPoint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PowerPoint(10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Interface et modes d'affichage(10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Architecture d'une présentation (10 slides)(15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Design professionnel et template(15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Transitions et animations(10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exposés oraux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04–05 ; aisance orale minimale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présentation avec template institutionnel</a:t>
            </a:r>
            <a:br/>
            <a:r>
              <a:t>- Exporter PDF et PPTX pour Moodle</a:t>
            </a:r>
            <a:br/>
            <a:r>
              <a:t>- Présenter 5 min avec support visuel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Communication orale claire et respect du temps imparti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exposé oral 40 % + support PowerPoint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Presentation_BELACEL_V3.pptx ; règle 6×6 (ENS/M'sila)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PowerPoint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modes d'affichage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Architecture d'une présentation (10 slides)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Design professionnel et template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Transitions et animations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Intégration Word et Excel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Présentation orale et export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à PowerPoint(10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MicrosoftPowerPointest l'outil de présentation de la suite Office, largement utilisé en université pour les exposés, soutenances et cours magistraux numériques.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Pourquoi en Licence Langues ?Présenter un travail en langue cible, structurer un argument, intégrer audio/vidéo pour l'immersion linguistique.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Moodle (Béjaïa, Boumerdès) :déposer le PPTX + export PDF sur la plateforme ; une diapositive = une idée.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Interface et modes d'affichage(10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Ruban Accueil: Nouveau slide, Mise en page, Polices, Paragraphe.Modes: Normal (édition), Trieur de diapositives, Lecteur (présentation), Notes.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Raccourci F5: lancer le diaporama depuis la slide active.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Architecture d'une présentation (10 slides)(15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Structure académique recommandée (1h30 d'exposé ≈ 10–12 slides)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Titre— sujet, nom, date, établissement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Plan— 3–4 parties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Introduction— problématique, enjeu</a:t>
            </a:r>
            <a:br/>
            <a:r>
              <a:t>4.–7.Corps— une idée par slide, puces courtes (6 mots max/ligne)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/ illustration— image, citation, tableau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Synthèse— 3 points clés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Questions / références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Règle 6×6: max 6 puces, max 6 mots par puce (conseil ENS / M'sila).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Design professionnel et template(15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Thèmesintégrés : contraste lisible, police ≥ 24 pt corps, ≥ 36 pt titres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Cohérence: une palette (2 couleurs + neutre), même police titre/corps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Accessibilité: pas de texte sur image sans contraste ; légender les graphiques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institutionnel: utiliserPresentation_BELACEL_V3.pptxsi fourni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Éviter : animations excessives, fonds animés, copier-coller Word (mise en page différente).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Presentation_BELACEL_V3.pptx ; règle 6×6 (ENS/M'sila)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