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et acronymes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Internet vs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Connexion à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Adresse IP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Usages et sécurité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et acronymes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Internet = réseau mondial interconnectant des réseaux locaux/régionaux/internationaux.</a:t>
            </a:r>
            <a:br/>
            <a:r>
              <a:t>- TCP = Transmission Control Protocol (fiabilité de transmission).</a:t>
            </a:r>
            <a:br/>
            <a:r>
              <a:t>- IP = Internet Protocol (adressage et routage des paquets).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Internet vs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Web (client) + Internet (infrastructure).</a:t>
            </a:r>
            <a:br/>
            <a:r>
              <a:t>- Fibre : Internet.</a:t>
            </a:r>
            <a:br/>
            <a:r>
              <a:t>- Page HTML : Web.</a:t>
            </a:r>
            <a:br/>
            <a:r>
              <a:t>- HTTP : Web (service sur Internet).</a:t>
            </a:r>
            <a:br/>
            <a:r>
              <a:t>- Routeur : Internet.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Connexion à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Activer le Wi-Fi (icône barre des tâches).</a:t>
            </a:r>
            <a:br/>
            <a:r>
              <a:t>2. Sélectionner le réseau institutionnel.</a:t>
            </a:r>
            <a:br/>
            <a:r>
              <a:t>3. S'authentifier (identifiants universitaires).</a:t>
            </a:r>
            <a:br/>
            <a:r>
              <a:t>4. Vérifier l'accès (ouvrir un site ou Moodle).</a:t>
            </a:r>
            <a:br/>
            <a:r>
              <a:t>5. Verrouiller la session en quittant la salle (Windows+L).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IPv4 : format 4 octets décimaux (ex.192.168.1.10), identifiant unique sur le réseau.</a:t>
            </a:r>
            <a:br/>
            <a:r>
              <a:t>- DHCP : attribue automatiquement IP, masque et passerelle au poste client.</a:t>
            </a:r>
            <a:br/>
            <a:r>
              <a:t>- Sans DHCP, configuration manuelle nécessaire.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Usages et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Usages : Moodle, bibliothèque numérique, visioconférence, dépôt de devoirs.</a:t>
            </a:r>
            <a:br/>
            <a:r>
              <a:t>- Sécurité : éviter transactions sensibles ; utiliser HTTPS ; ne pas partager mots de passe ; VPN si disponible.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