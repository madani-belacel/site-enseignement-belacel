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bus, anneau, étoile(15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maillée et arborescente(10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et DHCP(10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universitaire et Wi-Fi(10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introduction réseaux (préparation ISIL)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07–08 ; notions 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aux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réseaux (LAN, MAN, WAN)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bus, anneau, étoile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maillé et arborescente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d'un réseau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et DHCP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universitaire et Wi-Fi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réseaux(10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Unréseau informatiquerelie des équipements pour échanger des données. Alignement Univ-Mosta ISIL-S4 UEF422 — chapitre 01 « Introduction et topologies ».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ensemble denœuds(hôtes) +liens+protocoles(TCP/IP, Ethernet).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bus, anneau, étoile(15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Bus: câble partagé (obsolète)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Anneau: Token Ring (historique)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Étoile: nœuds versswitchcentral — standard LAN actuel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Avantage étoile : panne d'un lien n'affecte pas tout le réseau (si switch redondant).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maillée et arborescente(10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Maillée: plusieurs chemins —Internet, routage dynamique (Univ-Mosta ch. 6)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Arborescente: hiérarchie switch → switch (déploiement campus)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Spanning Tree Protocol (STP): évite les boucles en topologie redondante.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Adressage IP et DHCP(10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IP+masque+passerelle+DNS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DHCP: serveur attribue automatiquement (campus, 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NAT: routeur traduit IP privées → IP publique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 PC192.168.1.50→ box → Internet.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