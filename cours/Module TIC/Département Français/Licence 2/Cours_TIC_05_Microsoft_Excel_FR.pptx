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05 — Microsoft Excel : Bases et Usages Académiques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Comprendre cellule, ligne, colonne, feuille, classeur</a:t>
            </a:r>
            <a:br/>
            <a:r>
              <a:t>- Utiliser formules SOMME, MOYENNE, SI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Créer un tableau de notes avec calcul automatique</a:t>
            </a:r>
            <a:br/>
            <a:r>
              <a:t>- Mettre en forme et graphique simple</a:t>
            </a:r>
            <a:br/>
            <a:r>
              <a:t>- Exporter vers PowerPoint ou PDF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Vérifier cohérence des données saisies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45 % + fichier Excel noté 35 % + QCM 20 %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Contexte réglementaire algérien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:Licence 1 — tableaux et données simples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Comprendre cellule, ligne, colonne, feuille, classeur</a:t>
            </a:r>
            <a:br/>
            <a:r>
              <a:t>- Utiliser formules SOMME, MOYENNE, SI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Créer un tableau de notes avec calcul automatique</a:t>
            </a:r>
            <a:br/>
            <a:r>
              <a:t>- Mettre en forme et graphique simple</a:t>
            </a:r>
            <a:br/>
            <a:r>
              <a:t>- Exporter vers PowerPoint ou PDF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Vérifier cohérence des données saisies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45 % + fichier Excel noté 35 % + QCM 20 %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Contexte réglementaire algérien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Ce cours s'inscrit dans le cadre réglementaire algérien de la formation des enseignants 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Arrêté ministériel portant création des ENS (cycle Licence/Master)— définit le cadre institutionnel.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Arrêté 712 fixant le programme des concours ENS— programme des concours.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Programme national de TIC pour les filières de langues étrangères— objectifs et contenus.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des compétences numériques algérien— compétences attendues.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Benchmark des 10 universités algériennes— standards nationaux (BENCHMARK_10_UNIVERSITES_ELEARNING.md).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Guides Microsoft Learn — Excel fondamentaux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 : Pourquoi utiliser Excel à l'université 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Interface et concepts de base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Saisie, mise en forme et organisation des données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Formules et fonctions essentielles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Références relatives et absolues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Création et personnalisation de graphiques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Bonnes pratiques et export pour usage académique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 et transition vers PowerPoint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Comprendre cellule, ligne, colonne, feuille, classeur</a:t>
            </a:r>
            <a:br/>
            <a:r>
              <a:t>- Utiliser formules SOMME, MOYENNE, SI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Ce cours s'inscrit dans le cadre réglementaire algérien de la formation des enseignants :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Comprendre cellule, ligne, colonne, feuille, classeur</a:t>
            </a:r>
            <a:br/>
            <a:r>
              <a:t>- Utiliser formules SOMME, MOYENNE, SI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Ce cours s'inscrit dans le cadre réglementaire algérien de la formation des enseignants 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Comprendre cellule, ligne, colonne, feuille, classeur</a:t>
            </a:r>
            <a:br/>
            <a:r>
              <a:t>- Utiliser formules SOMME, MOYENNE, SI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Ce cours s'inscrit dans le cadre réglementaire algérien de la formation des enseignants :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Comprendre cellule, ligne, colonne, feuille, classeur</a:t>
            </a:r>
            <a:br/>
            <a:r>
              <a:t>- Utiliser formules SOMME, MOYENNE, SI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Ce cours s'inscrit dans le cadre réglementaire algérien de la formation des enseignants :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Comprendre cellule, ligne, colonne, feuille, classeur</a:t>
            </a:r>
            <a:br/>
            <a:r>
              <a:t>- Utiliser formules SOMME, MOYENNE, SI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Ce cours s'inscrit dans le cadre réglementaire algérien de la formation des enseignants :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Guides Microsoft Learn — Excel fondamentaux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: Pourquoi utiliser Excel à l'université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