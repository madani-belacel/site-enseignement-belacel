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371600"/>
            <a:ext cx="7680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t>Cours TIC 08 — World Wide Web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92608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</a:defRPr>
            </a:pPr>
            <a:r>
              <a:t>Module TIC — Dr. 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65760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A0CFA0"/>
                </a:solidFill>
              </a:defRPr>
            </a:pPr>
            <a:r>
              <a:t>Université de Mostaganem — MCB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A5C33"/>
                </a:solidFill>
              </a:defRPr>
            </a:pPr>
            <a:r>
              <a:t>🎯 Objectifs pédagogiques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En termes de savoir :- Décomposer une URL (protocole, domaine, chemin)</a:t>
            </a:r>
            <a:br/>
            <a:r>
              <a:t>- Décrire structure HTML de base</a:t>
            </a:r>
            <a:br/>
            <a:r>
              <a:t>- Appliquer critères CRAP à une page Web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En termes de savoir-faire :- Utiliser moteur de recherche avec requêtes booléennes simples</a:t>
            </a:r>
            <a:br/>
            <a:r>
              <a:t>- Inspecter une page (F12) pour comprendre structure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En termes de savoir-être :- Esprit critique sur contenus en ligne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Mode d'évaluation :TD 40 % + QCM 25 % + analyse URL 35 %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A5C33"/>
                </a:solidFill>
              </a:defRPr>
            </a:pPr>
            <a:r>
              <a:t>📋 Plan du cours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Fiche cours — Plateforme e-learning (Moodle)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Objectifs de l'enseignement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Contexte réglementaire algérien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Bibliographie et ressources externes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Plan du cours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Introduction au Web(10 min)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Navigateurs Web(15 min)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URL et structure d'une adresse Web(15 min)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Moteurs de recherche(10 min)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Navigation sécurisée(10 min)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Fiche cours — Plateforme e-learning (Moodle)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Référentiel :titres et structure alignés sur Canvas Univ-Mosta (elearning.univ-usto.dz) ; bonnes pratiques benchmark 10 universités algériennes (voirBENCHMARK_10_UNIVERSITES_ELEARNING.md).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Public visé :Licence 1 — navigation Web académique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Compétences pré-requises :TIC 07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Objectifs de l'enseignement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En termes de savoir :- Décomposer une URL (protocole, domaine, chemin)</a:t>
            </a:r>
            <a:br/>
            <a:r>
              <a:t>- Décrire structure HTML de base</a:t>
            </a:r>
            <a:br/>
            <a:r>
              <a:t>- Appliquer critères CRAP à une page Web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En termes de savoir-faire :- Utiliser moteur de recherche avec requêtes booléennes simples</a:t>
            </a:r>
            <a:br/>
            <a:r>
              <a:t>- Inspecter une page (F12) pour comprendre structure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En termes de savoir-être :- Esprit critique sur contenus en ligne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Mode d'évaluation :TD 40 % + QCM 25 % + analyse URL 35 %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Contexte réglementaire algérien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Ce cours s'inscrit dans le cadre réglementaire algérien de la formation des enseignants :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Arrêté ministériel portant création des ENS (cycle Licence/Master)— définit le cadre institutionnel.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Arrêté 712 fixant le programme des concours ENS— programme des concours.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Programme national de TIC pour les filières de langues étrangères— objectifs et contenus.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Référentiel des compétences numériques algérien— compétences attendues.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Benchmark des 10 universités algériennes— standards nationaux (BENCHMARK_10_UNIVERSITES_ELEARNING.md).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Bibliographie et ressources externes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MDN Web Docs — HTML introduction ; Guide étudiant Moodle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Contact enseignant :BELACEL Madani —madani.belacel@univ-mosta.dz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Plan du cours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Introduction au Web (WWW)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Navigateurs Web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Pages, sites et hyperliens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URL et structure d'une adresse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Protocoles HTTP et HTTPS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Recherche d'information sur le Web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Bonnes pratiques académiques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Conclusion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Introduction au Web(10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LeWorld Wide Web(WWW) permet d'accéder à des ressources via desURLet unnavigateur. Standard ouvert : HTML, HTTP, URLs.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Contexte Moodle : la plateforme e-learning est une application Web (PHP) accessible par navigateur.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Navigateurs Web(15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Navigateurs courants :Chrome,Firefox,Edge,Safari.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Mettre à jourle navigateur pour la sécurité (correctifs).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URL et structure d'une adresse Web(15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Exemple :https://elearning.univ-usto.dz/course/view.php?id=2094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HTTP(non chiffré) vsHTTPS(TLS — cadenas).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Moteurs de recherche(10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Google, Bing, DuckDuckGo: indexation + algorithme de pertinence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Requête booléenne:"TIC enseignement" AND Algérie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Critères CRAP: Currency, Reliability, Authority, Purpose (recherche documentaire)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Privilégier sources.edu,.gov, bases Cairn, HAL pour travaux universitaires.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8F0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Référentiel :titres et structure alignés sur Canvas Univ-Mosta (elearning.univ-usto.dz) ; bonnes pratiques benchmark 10 universités algériennes (voirBENCHMARK_10_UNIVERSITES_ELEARNING.md).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En termes de savoir :- Décomposer une URL (protocole, domaine, chemin)</a:t>
            </a:r>
            <a:br/>
            <a:r>
              <a:t>- Décrire structure HTML de base</a:t>
            </a:r>
            <a:br/>
            <a:r>
              <a:t>- Appliquer critères CRAP à une page Web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Ce cours s'inscrit dans le cadre réglementaire algérien de la formation des enseignants :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MDN Web Docs — HTML introduction ; Guide étudiant Moodle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Introduction au Web (WWW)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✏️ Exercices d'application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Définir les concepts principaux du cours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Identifier les applications pratiques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Résoudre les exercices du TD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Synthétiser les points clés en un paragraphe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Préparer une courte présentation orale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371600"/>
            <a:ext cx="7680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🎓 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743200"/>
            <a:ext cx="76809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C5D9C7"/>
                </a:solidFill>
              </a:defRPr>
            </a:pPr>
            <a:r>
              <a:t>Dr. BELACEL Madani</a:t>
            </a:r>
            <a:br/>
            <a:r>
              <a:t>Maître de Conférences B</a:t>
            </a:r>
            <a:br/>
            <a:r>
              <a:t>Université de Mostaganem</a:t>
            </a:r>
            <a:br/>
            <a:r>
              <a:t>madani.belacel@univ-mosta.dz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