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World Wide Web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TIC 08 |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08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Maîtriser les notions du chapitre</a:t>
            </a:r>
          </a:p>
          <a:p>
            <a:pPr>
              <a:defRPr sz="2000"/>
            </a:pPr>
            <a:r>
              <a:t>🎯 Atelier poste informatique</a:t>
            </a:r>
          </a:p>
          <a:p>
            <a:pPr>
              <a:defRPr sz="2000"/>
            </a:pPr>
            <a:r>
              <a:t>🎯 Préparation TD et évaluation</a:t>
            </a:r>
          </a:p>
          <a:p>
            <a:pPr>
              <a:defRPr sz="2000"/>
            </a:pPr>
            <a:r>
              <a:t>🎯 Contexte Licence Langues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08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 du cours (1h30)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8 parties — 90 min</a:t>
            </a:r>
          </a:p>
          <a:p>
            <a:pPr>
              <a:defRPr sz="2000"/>
            </a:pPr>
            <a:r>
              <a:t>📋 Introduction au Web (WWW)</a:t>
            </a:r>
          </a:p>
          <a:p>
            <a:pPr>
              <a:defRPr sz="2000"/>
            </a:pPr>
            <a:r>
              <a:t>📋 Navigateurs Web</a:t>
            </a:r>
          </a:p>
          <a:p>
            <a:pPr>
              <a:defRPr sz="2000"/>
            </a:pPr>
            <a:r>
              <a:t>📋 Pages, sites et hyperliens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08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 au Web (WWW)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💡 Points clés polycopié</a:t>
            </a:r>
          </a:p>
          <a:p>
            <a:pPr>
              <a:defRPr sz="2000"/>
            </a:pPr>
            <a:r>
              <a:t>💡 Exemples universitaires</a:t>
            </a:r>
          </a:p>
          <a:p>
            <a:pPr>
              <a:defRPr sz="2000"/>
            </a:pPr>
            <a:r>
              <a:t>💡 Démonstration guidée</a:t>
            </a:r>
          </a:p>
          <a:p>
            <a:pPr>
              <a:defRPr sz="2000"/>
            </a:pPr>
            <a:r>
              <a:t>💡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08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Navigateurs Web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📖 Points clés polycopié</a:t>
            </a:r>
          </a:p>
          <a:p>
            <a:pPr>
              <a:defRPr sz="2000"/>
            </a:pPr>
            <a:r>
              <a:t>📖 Exemples universitaires</a:t>
            </a:r>
          </a:p>
          <a:p>
            <a:pPr>
              <a:defRPr sz="2000"/>
            </a:pPr>
            <a:r>
              <a:t>📖 Démonstration guidée</a:t>
            </a:r>
          </a:p>
          <a:p>
            <a:pPr>
              <a:defRPr sz="2000"/>
            </a:pPr>
            <a:r>
              <a:t>📖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08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Pages, sites et hyperliens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🌐 Points clés polycopié</a:t>
            </a:r>
          </a:p>
          <a:p>
            <a:pPr>
              <a:defRPr sz="2000"/>
            </a:pPr>
            <a:r>
              <a:t>🌐 Exemples universitaires</a:t>
            </a:r>
          </a:p>
          <a:p>
            <a:pPr>
              <a:defRPr sz="2000"/>
            </a:pPr>
            <a:r>
              <a:t>🌐 Démonstration guidée</a:t>
            </a:r>
          </a:p>
          <a:p>
            <a:pPr>
              <a:defRPr sz="2000"/>
            </a:pPr>
            <a:r>
              <a:t>🌐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08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URL et structure d'une adresse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🔗 Points clés polycopié</a:t>
            </a:r>
          </a:p>
          <a:p>
            <a:pPr>
              <a:defRPr sz="2000"/>
            </a:pPr>
            <a:r>
              <a:t>🔗 Exemples universitaires</a:t>
            </a:r>
          </a:p>
          <a:p>
            <a:pPr>
              <a:defRPr sz="2000"/>
            </a:pPr>
            <a:r>
              <a:t>🔗 Démonstration guidée</a:t>
            </a:r>
          </a:p>
          <a:p>
            <a:pPr>
              <a:defRPr sz="2000"/>
            </a:pPr>
            <a:r>
              <a:t>🔗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08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Protocoles HTTP et HTTPS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📡 Points clés polycopié</a:t>
            </a:r>
          </a:p>
          <a:p>
            <a:pPr>
              <a:defRPr sz="2000"/>
            </a:pPr>
            <a:r>
              <a:t>📡 Exemples universitaires</a:t>
            </a:r>
          </a:p>
          <a:p>
            <a:pPr>
              <a:defRPr sz="2000"/>
            </a:pPr>
            <a:r>
              <a:t>📡 Démonstration guidée</a:t>
            </a:r>
          </a:p>
          <a:p>
            <a:pPr>
              <a:defRPr sz="2000"/>
            </a:pPr>
            <a:r>
              <a:t>📡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08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Atelier et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🛠️ Travaux sur poste</a:t>
            </a:r>
          </a:p>
          <a:p>
            <a:pPr>
              <a:defRPr sz="2000"/>
            </a:pPr>
            <a:r>
              <a:t>🛠️ Fiche TD 1h30</a:t>
            </a:r>
          </a:p>
          <a:p>
            <a:pPr>
              <a:defRPr sz="2000"/>
            </a:pPr>
            <a:r>
              <a:t>🛠️ Auto-évaluation</a:t>
            </a:r>
          </a:p>
          <a:p>
            <a:pPr>
              <a:defRPr sz="2000"/>
            </a:pPr>
            <a:r>
              <a:t>🛠️ Support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08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Le Web est l'interface d'accès à l'information — Prochain : Réseaux</a:t>
            </a:r>
          </a:p>
          <a:p>
            <a:pPr>
              <a:defRPr sz="2000"/>
            </a:pPr>
            <a:r>
              <a:t>✅ TD 08 — 1h30</a:t>
            </a:r>
          </a:p>
          <a:p>
            <a:pPr>
              <a:defRPr sz="2000"/>
            </a:pPr>
            <a:r>
              <a:t>✅ Séance suivante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08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