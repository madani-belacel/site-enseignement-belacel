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— technologie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histoire d'Internet(15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mondial et protocole TCP/IP(15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Connexion à 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(notions)(10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culture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01–06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Chapitre 2 : technologie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histoire d'Internet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mondial et protocole 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Connexion à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Différences Internet et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Usages académiques et sécurité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— technologie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Internetest l'infrastructure mondiale ; leWebest un service qui s'exécute dessus (HTTP). Cette séance pose les fondations avant TIC 08 (WWW) et TIC 09 (réseaux).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 Univ-Mosta : cours « Routage IP » et module ISIL — notions d'adressage introduites ici.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 et histoire d'Internet(15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réseau de réseaux interconnectés, protocoleTCP/IP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ARPANET(1969) → TCP/IP (1983) →WWW(1991, Tim Berners-Lee)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Algérie: connexion académique puis généralisée ;ANPT/ opérateurs (Mobilis, Ooredoo, Algérie Télécom)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mondial et protocole TCP/IP(15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TCP/IP: suite de protocoles (4 couches simplifiées)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(HTTP, SMTP, DNS)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Transport (TCP fiable, UDP rapide)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(IP — adressage)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FAI: Fournisseur d'Accès Internet — attribue IP publique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Connexion à 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Modes de connexion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Box / routeur: NAT, Wi-Fi, ports Ethernet.Université: authentification réseau (login institutionnel).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Chapitre 2 : technologie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