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01 — Introduction to Information and Communication Techniques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Tutorial 01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