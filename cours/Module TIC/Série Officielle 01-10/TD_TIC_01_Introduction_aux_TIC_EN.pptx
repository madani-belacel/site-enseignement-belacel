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01 — Introduction to Information and Communication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Personal definition(15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The three dimensions(15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ICT functions(18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Language applications(18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Critical thinking(14 min)</a:t>
            </a:r>
          </a:p>
        </p:txBody>
      </p:sp>
      <p:pic>
        <p:nvPicPr>
          <p:cNvPr id="4" name="Picture 3" descr="c01_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Personal definition(15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correction:ICT brings together digital tools for processing, transmission and access to information. The ITU emphasizes digital form and the convergence of technologies.</a:t>
            </a:r>
          </a:p>
        </p:txBody>
      </p:sp>
      <p:pic>
        <p:nvPicPr>
          <p:cNvPr id="5" name="Picture 4" descr="c01_02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The three dimensions(15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correction:Technical = PC + Moodle; Information = PDF handout; Communication = email to teacher or TD forum.</a:t>
            </a:r>
          </a:p>
        </p:txBody>
      </p:sp>
      <p:pic>
        <p:nvPicPr>
          <p:cNvPr id="5" name="Picture 4" descr="c01_03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ICT functions(18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correction:Word → processing; email and Teams → transmission; USB → backup; printing → processing/output.</a:t>
            </a:r>
          </a:p>
        </p:txBody>
      </p:sp>
      <p:pic>
        <p:nvPicPr>
          <p:cNvPr id="5" name="Picture 4" descr="c01_04_e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Language applications(18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Statement:Name 5 concrete uses of ICT for a foreign language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correction:Online multilingual corpora, video with native speakers, Moodle for homework, digital library, PowerPoint for presentations.</a:t>
            </a:r>
          </a:p>
        </p:txBody>
      </p:sp>
      <p:pic>
        <p:nvPicPr>
          <p:cNvPr id="5" name="Picture 4" descr="c01_05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Critical thinking(14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 paragraph (10-12 lines) on the opportunities and risks of ICT for language students.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correction:Opportunities: global resources, MOOCs, collaboration. Risks: plagiarism, misinformation, addiction, privacy. Posture: critical thinking and academic ethics.</a:t>
            </a:r>
          </a:p>
        </p:txBody>
      </p:sp>
      <p:pic>
        <p:nvPicPr>
          <p:cNvPr id="5" name="Picture 4" descr="c01_06_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  <p:pic>
        <p:nvPicPr>
          <p:cNvPr id="5" name="Picture 4" descr="c01_07_advan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  <p:pic>
        <p:nvPicPr>
          <p:cNvPr id="5" name="Picture 4" descr="c01_08_di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  <p:pic>
        <p:nvPicPr>
          <p:cNvPr id="5" name="Picture 4" descr="c01_09_pedag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  <p:pic>
        <p:nvPicPr>
          <p:cNvPr id="5" name="Picture 4" descr="c01_10_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Statement:Name 5 concrete uses of ICT for a foreign language student.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paragraph (10-12 lines) on the opportunities and risks of ICT for language students.</a:t>
            </a:r>
          </a:p>
        </p:txBody>
      </p:sp>
      <p:pic>
        <p:nvPicPr>
          <p:cNvPr id="4" name="Picture 3" descr="c01_11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1_1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1_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