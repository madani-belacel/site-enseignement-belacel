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Tutorial 04 — Microsoft Word: Academic Office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pic>
        <p:nvPicPr>
          <p:cNvPr id="5" name="Picture 4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Layout(18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Styles(18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Table of contents(15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Tables and lists(15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Export(14 min)</a:t>
            </a:r>
          </a:p>
        </p:txBody>
      </p:sp>
      <p:pic>
        <p:nvPicPr>
          <p:cNvPr id="4" name="Picture 3" descr="c04_01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Layout(18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Corrected:Times New Roman 12, line spacing 1.5, margins 2.5 cm, bottom right pagination.</a:t>
            </a:r>
          </a:p>
        </p:txBody>
      </p:sp>
      <p:pic>
        <p:nvPicPr>
          <p:cNvPr id="5" name="Picture 4" descr="c04_02_forma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Styles(18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Fixed:Consistent hierarchy, no manual formatting on titles.</a:t>
            </a:r>
          </a:p>
        </p:txBody>
      </p:sp>
      <p:pic>
        <p:nvPicPr>
          <p:cNvPr id="5" name="Picture 4" descr="c04_03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Table of contents(15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Statement:Insert and update an automatic table of contents.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Fixed:References → Table of Contents → Update numbers.</a:t>
            </a:r>
          </a:p>
        </p:txBody>
      </p:sp>
      <p:pic>
        <p:nvPicPr>
          <p:cNvPr id="5" name="Picture 4" descr="c04_04_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Tables and lists(15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Statement:Create a comparative table and a numbered list.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Corrected:Table with headers, numbered list for methodological steps.</a:t>
            </a:r>
          </a:p>
        </p:txBody>
      </p:sp>
      <p:pic>
        <p:nvPicPr>
          <p:cNvPr id="5" name="Picture 4" descr="c04_05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Export(14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Statement:Save as .docx and export as PDF with academic naming.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Corrected:2026-06-04_TIC_TD4_BELACEL_v1.docx+ associated PDF.</a:t>
            </a:r>
          </a:p>
        </p:txBody>
      </p:sp>
      <p:pic>
        <p:nvPicPr>
          <p:cNvPr id="5" name="Picture 4" descr="c04_06_header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</p:txBody>
      </p:sp>
      <p:pic>
        <p:nvPicPr>
          <p:cNvPr id="5" name="Picture 4" descr="c04_07_page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</p:txBody>
      </p:sp>
      <p:pic>
        <p:nvPicPr>
          <p:cNvPr id="5" name="Picture 4" descr="c04_08_mail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</p:txBody>
      </p:sp>
      <p:pic>
        <p:nvPicPr>
          <p:cNvPr id="5" name="Picture 4" descr="c04_09_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</p:txBody>
      </p:sp>
      <p:pic>
        <p:nvPicPr>
          <p:cNvPr id="5" name="Picture 4" descr="c04_10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Statement:Apply all academic standards (font, line spacing, margins, pagination).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Statement:Write a 2-page mini-report with Heading 1, Heading 2 and Normal.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Statement:Insert and update an automatic table of contents.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Statement:Create a comparative table and a numbered list.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Statement:Save as .docx and export as PDF with academic naming.</a:t>
            </a:r>
          </a:p>
        </p:txBody>
      </p:sp>
      <p:pic>
        <p:nvPicPr>
          <p:cNvPr id="4" name="Picture 3" descr="c04_11_he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pic>
        <p:nvPicPr>
          <p:cNvPr id="4" name="Picture 3" descr="c04_12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pic>
        <p:nvPicPr>
          <p:cNvPr id="4" name="Picture 3" descr="c04_01_ribb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