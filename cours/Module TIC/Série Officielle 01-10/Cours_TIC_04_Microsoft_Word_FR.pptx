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Traitement de Texte : Microsoft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Qu'est-ce qu'un traitement de texte 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L'interface de Word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Mise en forme du texte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Mise en page du document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Objets : tableaux, images, formes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Vérification et révision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Impression et exportation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Qu'est-ce qu'un traitement de texte ?</a:t>
            </a:r>
          </a:p>
        </p:txBody>
      </p:sp>
      <p:pic>
        <p:nvPicPr>
          <p:cNvPr id="9" name="Picture 8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Qu'est-ce qu'un traitement de texte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 de création et mise en forme de documents texte.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Avantages sur le papier : modification facile, correction, duplication.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Word est le plus utilisé au monde (format .docx).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Alternatives : LibreOffice Writer, Google Docs.</a:t>
            </a:r>
          </a:p>
        </p:txBody>
      </p:sp>
      <p:pic>
        <p:nvPicPr>
          <p:cNvPr id="9" name="Picture 8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L'interface de Word</a:t>
            </a:r>
          </a:p>
        </p:txBody>
      </p:sp>
      <p:pic>
        <p:nvPicPr>
          <p:cNvPr id="9" name="Picture 8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L'interface de 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Ruban : onglets Accueil, Insertion, Mise en page, Références...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Zone de saisie avec règles et barres de défilement.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Barre d'état : nombre de pages, mots, langue.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Barre d'outils d'accès rapide : enregistrer, annuler, rétablir.</a:t>
            </a:r>
          </a:p>
        </p:txBody>
      </p:sp>
      <p:pic>
        <p:nvPicPr>
          <p:cNvPr id="9" name="Picture 8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Mise en forme du texte</a:t>
            </a:r>
          </a:p>
        </p:txBody>
      </p:sp>
      <p:pic>
        <p:nvPicPr>
          <p:cNvPr id="9" name="Picture 8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Mise en forme du texte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Police : type, taille, gras, italique, souligné, couleur.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Alignements : gauche, centré, droite, justifié.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Listes à puces et numérotées.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Interligne et espacement des paragraphes.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Copie de mise en forme : le pinceau (Format Painter).</a:t>
            </a:r>
          </a:p>
        </p:txBody>
      </p:sp>
      <p:pic>
        <p:nvPicPr>
          <p:cNvPr id="9" name="Picture 8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Mise en page du document</a:t>
            </a:r>
          </a:p>
        </p:txBody>
      </p:sp>
      <p:pic>
        <p:nvPicPr>
          <p:cNvPr id="9" name="Picture 8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Mise en page du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Marges, orientation (portrait/paysage), format papier A4.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En-têtes et pieds de page : titres, numérotation, date.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Insertion de sauts de page et de section.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Colonnes et zones de texte.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Thèmes et styles rapides.</a:t>
            </a:r>
          </a:p>
        </p:txBody>
      </p:sp>
      <p:pic>
        <p:nvPicPr>
          <p:cNvPr id="9" name="Picture 8" descr="c04_08_mail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Objets : tableaux, images, formes</a:t>
            </a:r>
          </a:p>
        </p:txBody>
      </p:sp>
      <p:pic>
        <p:nvPicPr>
          <p:cNvPr id="9" name="Picture 8" descr="c04_09_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Objets : tableaux, images, formes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Insérer un tableau : lignes, colonnes, fusion, bordures.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Images : insertion, redimensionnement, habillage.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Formes, SmartArt et graphiques.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Symboles et équations mathématiques.</a:t>
            </a:r>
          </a:p>
        </p:txBody>
      </p:sp>
      <p:pic>
        <p:nvPicPr>
          <p:cNvPr id="9" name="Picture 8" descr="c04_10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Vérification et révision</a:t>
            </a:r>
          </a:p>
        </p:txBody>
      </p:sp>
      <p:pic>
        <p:nvPicPr>
          <p:cNvPr id="9" name="Picture 8" descr="c04_11_h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Vérification et révision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Orthographe et grammaire : correction automatique (F7).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Synonymes : le thésaurus.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Rechercher et remplacer (Ctrl+F, Ctrl+H).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Commentaires et suivi des modifications.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Comparaison de documents.</a:t>
            </a:r>
          </a:p>
        </p:txBody>
      </p:sp>
      <p:pic>
        <p:nvPicPr>
          <p:cNvPr id="9" name="Picture 8" descr="c04_12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Impression et exportation</a:t>
            </a:r>
          </a:p>
        </p:txBody>
      </p:sp>
      <p:pic>
        <p:nvPicPr>
          <p:cNvPr id="9" name="Picture 8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Impression et exportation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Aperçu avant impression : vérifier la mise en page.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Options : nombre de copies, pages sélectionnées, recto-verso.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Exportation en PDF : format universel non modifiable.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Enregistrement : .docx, .doc (compatibilité), modèles .dotx.</a:t>
            </a:r>
          </a:p>
        </p:txBody>
      </p:sp>
      <p:pic>
        <p:nvPicPr>
          <p:cNvPr id="9" name="Picture 8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Rédiger rapports, mémoires et CV professionnels.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Créer des documents académiques conformes aux normes.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Produire rapidement des PV, courriers et attestations.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Exporter en PDF pour partager sans risque de modification.</a:t>
            </a:r>
          </a:p>
        </p:txBody>
      </p:sp>
      <p:pic>
        <p:nvPicPr>
          <p:cNvPr id="8" name="Picture 7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Quelle touche lance la vérification orthographique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F1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F7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F12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L'en-tête se trouve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En bas de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En haut de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Dans la marge droite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Pour justifier un texte on utilise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Ctrl+J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Ctrl+E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Ctrl+U</a:t>
            </a:r>
          </a:p>
        </p:txBody>
      </p:sp>
      <p:pic>
        <p:nvPicPr>
          <p:cNvPr id="9" name="Picture 8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Word structure, formate et corrige vos documents facilement.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styles et la mise en page assurent des documents propres.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L'export PDF sécurise le partage final.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Microsoft Excel, tableur.</a:t>
            </a:r>
          </a:p>
        </p:txBody>
      </p:sp>
      <p:pic>
        <p:nvPicPr>
          <p:cNvPr id="9" name="Picture 8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Guide Word.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P. Rigollet, « Word 2019 pour les nuls », First.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www.excel-downloads.com - forums bureautique.</a:t>
            </a:r>
          </a:p>
        </p:txBody>
      </p:sp>
      <p:pic>
        <p:nvPicPr>
          <p:cNvPr id="9" name="Picture 8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