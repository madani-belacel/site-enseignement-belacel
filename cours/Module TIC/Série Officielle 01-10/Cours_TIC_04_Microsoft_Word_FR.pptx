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05156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7040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FFD700"/>
                </a:solidFill>
                <a:latin typeface="Calibri"/>
              </a:rPr>
              <a:t>COURS TIC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7589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Traitement de Texte : Microsoft Word</a:t>
            </a:r>
          </a:p>
        </p:txBody>
      </p:sp>
      <p:sp>
        <p:nvSpPr>
          <p:cNvPr id="9" name="Rectangle 8"/>
          <p:cNvSpPr/>
          <p:nvPr/>
        </p:nvSpPr>
        <p:spPr>
          <a:xfrm>
            <a:off x="3154680" y="3703320"/>
            <a:ext cx="2377440" cy="2286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77639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52628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BBBBBB"/>
                </a:solidFill>
                <a:latin typeface="Calibri"/>
              </a:rPr>
              <a:t>Année universitaire 2026-2027 / Academic Year 2026-2027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806440"/>
            <a:ext cx="7040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BBBBBB"/>
                </a:solidFill>
                <a:latin typeface="Calibri"/>
              </a:rPr>
              <a:t>Université de Mostaganem - Département Mathématiques et Informatique</a:t>
            </a:r>
          </a:p>
        </p:txBody>
      </p:sp>
      <p:pic>
        <p:nvPicPr>
          <p:cNvPr id="13" name="Picture 12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 i="0">
                <a:solidFill>
                  <a:srgbClr val="FFD700"/>
                </a:solidFill>
                <a:latin typeface="Calibri"/>
              </a:rPr>
              <a:t>Plan du cours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1. Qu'est-ce qu'un traitement de texte ?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2. L'interface de Word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3. Mise en forme du texte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4. Mise en page du document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5. Objets : tableaux, images, formes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6. Vérification et révision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7. Impression et exportation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Qu'est-ce qu'un traitement de texte ?</a:t>
            </a:r>
          </a:p>
        </p:txBody>
      </p:sp>
      <p:pic>
        <p:nvPicPr>
          <p:cNvPr id="9" name="Picture 8" descr="c04_01_ribb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1 - Qu'est-ce qu'un traitement de texte 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Logiciel de création et mise en forme de documents texte.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Avantages sur le papier : modification facile, correction, duplication.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Word est le plus utilisé au monde (format .docx).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Alternatives : LibreOffice Writer, Google Docs.</a:t>
            </a:r>
          </a:p>
        </p:txBody>
      </p:sp>
      <p:pic>
        <p:nvPicPr>
          <p:cNvPr id="9" name="Picture 8" descr="c04_02_forma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L'interface de Word</a:t>
            </a:r>
          </a:p>
        </p:txBody>
      </p:sp>
      <p:pic>
        <p:nvPicPr>
          <p:cNvPr id="9" name="Picture 8" descr="c04_03_align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2 - L'interface de Word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Ruban : onglets Accueil, Insertion, Mise en page, Références...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Zone de saisie avec règles et barres de défilement.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Barre d'état : nombre de pages, mots, langue.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Barre d'outils d'accès rapide : enregistrer, annuler, rétablir.</a:t>
            </a:r>
          </a:p>
        </p:txBody>
      </p:sp>
      <p:pic>
        <p:nvPicPr>
          <p:cNvPr id="9" name="Picture 8" descr="c04_04_sty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Mise en forme du texte</a:t>
            </a:r>
          </a:p>
        </p:txBody>
      </p:sp>
      <p:pic>
        <p:nvPicPr>
          <p:cNvPr id="9" name="Picture 8" descr="c04_05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3 - Mise en forme du texte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Police : type, taille, gras, italique, souligné, couleur.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Alignements : gauche, centré, droite, justifié.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Listes à puces et numérotées.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Interligne et espacement des paragraphes.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Copie de mise en forme : le pinceau (Format Painter).</a:t>
            </a:r>
          </a:p>
        </p:txBody>
      </p:sp>
      <p:pic>
        <p:nvPicPr>
          <p:cNvPr id="9" name="Picture 8" descr="c04_06_header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Mise en page du document</a:t>
            </a:r>
          </a:p>
        </p:txBody>
      </p:sp>
      <p:pic>
        <p:nvPicPr>
          <p:cNvPr id="9" name="Picture 8" descr="c04_07_page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4 - Mise en page du document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Marges, orientation (portrait/paysage), format papier A4.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En-têtes et pieds de page : titres, numérotation, date.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Insertion de sauts de page et de section.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Colonnes et zones de texte.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Thèmes et styles rapides.</a:t>
            </a:r>
          </a:p>
        </p:txBody>
      </p:sp>
      <p:pic>
        <p:nvPicPr>
          <p:cNvPr id="9" name="Picture 8" descr="c04_08_mailmer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Objets : tableaux, images, formes</a:t>
            </a:r>
          </a:p>
        </p:txBody>
      </p:sp>
      <p:pic>
        <p:nvPicPr>
          <p:cNvPr id="9" name="Picture 8" descr="c04_09_pr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5 - Objets : tableaux, images, formes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Insérer un tableau : lignes, colonnes, fusion, bordures.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Images : insertion, redimensionnement, habillage.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Formes, SmartArt et graphiques.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Symboles et équations mathématiques.</a:t>
            </a:r>
          </a:p>
        </p:txBody>
      </p:sp>
      <p:pic>
        <p:nvPicPr>
          <p:cNvPr id="9" name="Picture 8" descr="c04_10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Vérification et révision</a:t>
            </a:r>
          </a:p>
        </p:txBody>
      </p:sp>
      <p:pic>
        <p:nvPicPr>
          <p:cNvPr id="9" name="Picture 8" descr="c04_11_head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6 - Vérification et révision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Orthographe et grammaire : correction automatique (F7).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Synonymes : le thésaurus.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Rechercher et remplacer (Ctrl+F, Ctrl+H).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Commentaires et suivi des modifications.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Comparaison de documents.</a:t>
            </a:r>
          </a:p>
        </p:txBody>
      </p:sp>
      <p:pic>
        <p:nvPicPr>
          <p:cNvPr id="9" name="Picture 8" descr="c04_12_templ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Impression et exportation</a:t>
            </a:r>
          </a:p>
        </p:txBody>
      </p:sp>
      <p:pic>
        <p:nvPicPr>
          <p:cNvPr id="9" name="Picture 8" descr="c04_01_ribb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7 - Impression et exportation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Aperçu avant impression : vérifier la mise en page.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Options : nombre de copies, pages sélectionnées, recto-verso.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Exportation en PDF : format universel non modifiable.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Enregistrement : .docx, .doc (compatibilité), modèles .dotx.</a:t>
            </a:r>
          </a:p>
        </p:txBody>
      </p:sp>
      <p:pic>
        <p:nvPicPr>
          <p:cNvPr id="9" name="Picture 8" descr="c04_02_forma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8C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0B3D2E"/>
                </a:solidFill>
                <a:latin typeface="Calibri"/>
              </a:rPr>
              <a:t>Intérêt pratique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Rédiger rapports, mémoires et CV professionnels.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Créer des documents académiques conformes aux normes.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Produire rapidement des PV, courriers et attestations.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Exporter en PDF pour partager sans risque de modification.</a:t>
            </a:r>
          </a:p>
        </p:txBody>
      </p:sp>
      <p:pic>
        <p:nvPicPr>
          <p:cNvPr id="8" name="Picture 7" descr="c04_03_align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57200"/>
            <a:ext cx="7223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D700"/>
                </a:solidFill>
                <a:latin typeface="Calibri"/>
              </a:rPr>
              <a:t>Auto-évaluation (QCM)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188720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7223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1. Quelle touche lance la vérification orthographique ?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F1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F7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F12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2. L'en-tête se trouve :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En bas de page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En haut de page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Dans la marge droite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3. Pour justifier un texte on utilise :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Ctrl+J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Ctrl+E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Ctrl+U</a:t>
            </a:r>
          </a:p>
        </p:txBody>
      </p:sp>
      <p:pic>
        <p:nvPicPr>
          <p:cNvPr id="9" name="Picture 8" descr="c04_04_sty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D700"/>
                </a:solidFill>
                <a:latin typeface="Calibri"/>
              </a:rPr>
              <a:t>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154680" y="1371600"/>
            <a:ext cx="237744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Word structure, formate et corrige vos documents facilement.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Les styles et la mise en page assurent des documents propres.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L'export PDF sécurise le partage final.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Prochain cours : Microsoft Excel, tableur.</a:t>
            </a:r>
          </a:p>
        </p:txBody>
      </p:sp>
      <p:pic>
        <p:nvPicPr>
          <p:cNvPr id="9" name="Picture 8" descr="c04_05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D700"/>
                </a:solidFill>
                <a:latin typeface="Calibri"/>
              </a:rPr>
              <a:t>Références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7223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Microsoft Support - Guide Word.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P. Rigollet, « Word 2019 pour les nuls », First.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Supports de cours Module TIC, Université de Mostaganem.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www.excel-downloads.com - forums bureautique.</a:t>
            </a:r>
          </a:p>
        </p:txBody>
      </p:sp>
      <p:pic>
        <p:nvPicPr>
          <p:cNvPr id="9" name="Picture 8" descr="c04_06_header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46304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70408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 i="0">
                <a:solidFill>
                  <a:srgbClr val="FFD700"/>
                </a:solidFill>
                <a:latin typeface="Calibri"/>
              </a:rPr>
              <a:t>Merci de votre attention 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7040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Calibri"/>
              </a:rPr>
              <a:t>Des questions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pic>
        <p:nvPicPr>
          <p:cNvPr id="10" name="Picture 9" descr="c04_07_page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