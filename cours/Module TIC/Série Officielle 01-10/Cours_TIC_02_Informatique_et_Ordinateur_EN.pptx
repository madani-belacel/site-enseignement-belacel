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TIC COURSE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Computer Science and Hardware: Architecture and Operation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Computing: Definition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Generations of Computers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Von Neumann Architecture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Hardware: The System Unit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Peripherals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Software: System and Application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Getting Started with a Computer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Computing: Definition</a:t>
            </a:r>
          </a:p>
        </p:txBody>
      </p:sp>
      <p:pic>
        <p:nvPicPr>
          <p:cNvPr id="9" name="Picture 8" descr="c02_01_vonneum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Computing: Definition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Computer science = INFORMATION + AUTOMATIC.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The science of automatic and rational processing of information.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Fields: programming, networks, databases, AI.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Based on algorithms: finite sequences of precise instructions.</a:t>
            </a:r>
          </a:p>
        </p:txBody>
      </p:sp>
      <p:pic>
        <p:nvPicPr>
          <p:cNvPr id="9" name="Picture 8" descr="c02_02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Generations of Computers</a:t>
            </a:r>
          </a:p>
        </p:txBody>
      </p:sp>
      <p:pic>
        <p:nvPicPr>
          <p:cNvPr id="9" name="Picture 8" descr="c02_03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Generations of Computers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1st generation (1945-1955): vacuum tubes, very bulky.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2nd generation (1955-1965): transistors.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3rd generation (1965-1975): integrated circuits.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4th generation (1975-...): microprocessors, PCs.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5th generation: artificial intelligence and parallelism.</a:t>
            </a:r>
          </a:p>
        </p:txBody>
      </p:sp>
      <p:pic>
        <p:nvPicPr>
          <p:cNvPr id="9" name="Picture 8" descr="c02_04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Von Neumann Architecture</a:t>
            </a:r>
          </a:p>
        </p:txBody>
      </p:sp>
      <p:pic>
        <p:nvPicPr>
          <p:cNvPr id="9" name="Picture 8" descr="c02_05_peripher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Von Neumann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Central Processing Unit (CPU): executes instructions.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Main memory: stores programs and data.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Input/output units: communication with the outside.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Buses: transfer channels between components.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Stored-program model: both data and instructions in memory.</a:t>
            </a:r>
          </a:p>
        </p:txBody>
      </p:sp>
      <p:pic>
        <p:nvPicPr>
          <p:cNvPr id="9" name="Picture 8" descr="c02_06_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Hardware: The System Unit</a:t>
            </a:r>
          </a:p>
        </p:txBody>
      </p:sp>
      <p:pic>
        <p:nvPicPr>
          <p:cNvPr id="9" name="Picture 8" descr="c02_07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Hardware: The System Unit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Motherboard: hosts and connects all components.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Processor (CPU): frequency in GHz, multiple cores.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RAM: volatile fast working memory.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Hard disk / SSD: permanent data storage.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Power supply, fans and case.</a:t>
            </a:r>
          </a:p>
        </p:txBody>
      </p:sp>
      <p:pic>
        <p:nvPicPr>
          <p:cNvPr id="9" name="Picture 8" descr="c02_08_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Peripherals</a:t>
            </a:r>
          </a:p>
        </p:txBody>
      </p:sp>
      <p:pic>
        <p:nvPicPr>
          <p:cNvPr id="9" name="Picture 8" descr="c02_09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Peripherals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Input: keyboard, mouse, scanner, microphone, camera.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Output: monitor, printer, speakers, projector.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Input/Output: touch screens, external drives, modems.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Selection criteria: resolution, speed, connectors (USB, HDMI).</a:t>
            </a:r>
          </a:p>
        </p:txBody>
      </p:sp>
      <p:pic>
        <p:nvPicPr>
          <p:cNvPr id="9" name="Picture 8" descr="c02_10_assem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Software: System and Application</a:t>
            </a:r>
          </a:p>
        </p:txBody>
      </p:sp>
      <p:pic>
        <p:nvPicPr>
          <p:cNvPr id="9" name="Picture 8" descr="c02_11_b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Software: System and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System software: the operating system (Windows, Linux, macOS).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Role of the OS: manages resources, files and devices.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Application software: Word, Excel, browsers, games.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Programming languages: Python, C, Java.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Compiler and interpreter: translating source code.</a:t>
            </a:r>
          </a:p>
        </p:txBody>
      </p:sp>
      <p:pic>
        <p:nvPicPr>
          <p:cNvPr id="9" name="Picture 8" descr="c02_12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Getting Started with a Computer</a:t>
            </a:r>
          </a:p>
        </p:txBody>
      </p:sp>
      <p:pic>
        <p:nvPicPr>
          <p:cNvPr id="9" name="Picture 8" descr="c02_01_vonneum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Getting Started with a Computer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Power-on and boot sequence.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User session: login and password.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Desktop: icons, taskbar, start menu.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Correct shutdown: avoid data loss.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Basic maintenance: cleaning, updates, antivirus.</a:t>
            </a:r>
          </a:p>
        </p:txBody>
      </p:sp>
      <p:pic>
        <p:nvPicPr>
          <p:cNvPr id="9" name="Picture 8" descr="c02_02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Practical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Choose a PC rationally according to needs (study, office, gaming).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Diagnose a simple problem: insufficient RAM, full disk.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Read and compare computer technical specifications.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Install and use the software needed for studies.</a:t>
            </a:r>
          </a:p>
        </p:txBody>
      </p:sp>
      <p:pic>
        <p:nvPicPr>
          <p:cNvPr id="8" name="Picture 7" descr="c02_03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Self-Assessment (MCQ)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What does CPU stand for?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Central Process Unit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Central Processing Unit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Both answers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Which memory is volatile?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Hard disk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RAM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SSD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Windows is a(n):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Application software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Operating system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Programming language</a:t>
            </a:r>
          </a:p>
        </p:txBody>
      </p:sp>
      <p:pic>
        <p:nvPicPr>
          <p:cNvPr id="9" name="Picture 8" descr="c02_04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The computer follows the von Neumann architecture: CPU, memory, I/O.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Hardware and software are inseparable in information processing.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Knowing the components helps use and maintain your machine.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Next course: the Windows operating system.</a:t>
            </a:r>
          </a:p>
        </p:txBody>
      </p:sp>
      <p:pic>
        <p:nvPicPr>
          <p:cNvPr id="9" name="Picture 8" descr="c02_05_peripher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A. Tanenbaum, "Structured Computer Organization", Pearson.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J. Fayn and P. Legars, "Micro-computing", Dunod.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ICT Course materials, University of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www.ccmbench.com - hardware basics.</a:t>
            </a:r>
          </a:p>
        </p:txBody>
      </p:sp>
      <p:pic>
        <p:nvPicPr>
          <p:cNvPr id="9" name="Picture 8" descr="c02_06_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Thank you for your attention!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2_07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