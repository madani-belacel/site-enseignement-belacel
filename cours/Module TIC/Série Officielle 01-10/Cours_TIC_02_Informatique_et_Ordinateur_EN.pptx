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02 — Computer Science and Computer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Course 02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Introduction: Why understand computers?</a:t>
            </a:r>
          </a:p>
          <a:p>
            <a:pPr>
              <a:defRPr sz="2000"/>
            </a:pPr>
            <a:r>
              <a:t>Definition of IT</a:t>
            </a:r>
          </a:p>
          <a:p>
            <a:pPr>
              <a:defRPr sz="2000"/>
            </a:pPr>
            <a:r>
              <a:t>The computer: concept and model of von Neumann</a:t>
            </a:r>
          </a:p>
          <a:p>
            <a:pPr>
              <a:defRPr sz="2000"/>
            </a:pPr>
            <a:r>
              <a:t>Hardware components (Hardware)</a:t>
            </a:r>
          </a:p>
          <a:p>
            <a:pPr>
              <a:defRPr sz="2000"/>
            </a:pPr>
            <a:r>
              <a:t>Software and operating systems (Software)</a:t>
            </a:r>
          </a:p>
          <a:p>
            <a:pPr>
              <a:defRPr sz="2000"/>
            </a:pPr>
            <a:r>
              <a:t>Interaction between Hardware and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Hardware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**Processor (CPU)**: the brain of the computer</a:t>
            </a:r>
          </a:p>
          <a:p>
            <a:pPr>
              <a:defRPr sz="2000"/>
            </a:pPr>
            <a:r>
              <a:t>**Motherboard**: interconnection of components</a:t>
            </a:r>
          </a:p>
          <a:p>
            <a:pPr>
              <a:defRPr sz="2000"/>
            </a:pPr>
            <a:r>
              <a:t>**RAM**: volatile RAM, very fast</a:t>
            </a:r>
          </a:p>
          <a:p>
            <a:pPr>
              <a:defRPr sz="2000"/>
            </a:pPr>
            <a:r>
              <a:t>**Storage**: HDD or SSD (faster)</a:t>
            </a:r>
          </a:p>
          <a:p>
            <a:pPr>
              <a:defRPr sz="2000"/>
            </a:pPr>
            <a:r>
              <a:t>**Peripherals**: input (keyboard, mouse), output (screen, printer), external storage (USB key)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**Operating system**: Windows, Linux, macOS</a:t>
            </a:r>
          </a:p>
          <a:p>
            <a:pPr>
              <a:defRPr sz="2000"/>
            </a:pPr>
            <a:r>
              <a:t>**Application software**: Word, PowerPoint, browsers, Moodle</a:t>
            </a:r>
          </a:p>
          <a:p>
            <a:pPr>
              <a:defRPr sz="2000"/>
            </a:pPr>
            <a:r>
              <a:t>**Utility software**: antivirus, compressors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Good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Backup regularly (`Ctrl + S` + Cloud)</a:t>
            </a:r>
          </a:p>
          <a:p>
            <a:pPr>
              <a:defRPr sz="2000"/>
            </a:pPr>
            <a:r>
              <a:t>Organize your files from the start of the semester</a:t>
            </a:r>
          </a:p>
          <a:p>
            <a:pPr>
              <a:defRPr sz="2000"/>
            </a:pPr>
            <a:r>
              <a:t>Update Windows and software</a:t>
            </a:r>
          </a:p>
          <a:p>
            <a:pPr>
              <a:defRPr sz="2000"/>
            </a:pPr>
            <a:r>
              <a:t>Use an antivirus</a:t>
            </a:r>
          </a:p>
          <a:p>
            <a:pPr>
              <a:defRPr sz="2000"/>
            </a:pPr>
            <a:r>
              <a:t>Distinguish between RAM and permanent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