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07 -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07 — Introduction à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Définition et acronymes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Internet vs Web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Connexion à Internet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Adresse IP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Usages et sécurité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Définition et acronymes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:Définir Internet en une phrase et expliquer la signification de TCP/IP.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Internet = réseau mondial interconnectant des réseaux locaux/régionaux/internationaux.</a:t>
            </a:r>
            <a:br/>
            <a:r>
              <a:t>- TCP = Transmission Control Protocol (fiabilité de transmission).</a:t>
            </a:r>
            <a:br/>
            <a:r>
              <a:t>- IP = Internet Protocol (adressage et routage des paquets).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Comprendre la définition des TIC vous aide à parler le même langage que vos futurs collègues enseignants.</a:t>
            </a:r>
          </a:p>
        </p:txBody>
      </p:sp>
      <p:pic>
        <p:nvPicPr>
          <p:cNvPr id="9" name="Picture 8" descr="c07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Internet vs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:Pour chaque élément, indiquer s'il relève d'Internet, du Web, ou des deux : navigateur Chrome, câble fibre, page HTML, protocole HTTP, routeur.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Chrome : Web (client) + Internet (infrastructure).</a:t>
            </a:r>
            <a:br/>
            <a:r>
              <a:t>- Fibre : Internet.</a:t>
            </a:r>
            <a:br/>
            <a:r>
              <a:t>- Page HTML : Web.</a:t>
            </a:r>
            <a:br/>
            <a:r>
              <a:t>- HTTP : Web (service sur Internet).</a:t>
            </a:r>
            <a:br/>
            <a:r>
              <a:t>- Routeur : Internet.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Internet est votre principale source de ressources pédagogiques et de recherche documentaire.</a:t>
            </a:r>
          </a:p>
        </p:txBody>
      </p:sp>
      <p:pic>
        <p:nvPicPr>
          <p:cNvPr id="9" name="Picture 8" descr="c07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Connexion à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:Décrire les étapes pour connecter un portable au Wi-Fi du campus.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:1. Activer le Wi-Fi (icône barre des tâches).</a:t>
            </a:r>
            <a:br/>
            <a:r>
              <a:t>2. Sélectionner le réseau institutionnel.</a:t>
            </a:r>
            <a:br/>
            <a:r>
              <a:t>3. S'authentifier (identifiants universitaires).</a:t>
            </a:r>
            <a:br/>
            <a:r>
              <a:t>4. Vérifier l'accès (ouvrir un site ou Moodle).</a:t>
            </a:r>
            <a:br/>
            <a:r>
              <a:t>5. Verrouiller la session en quittant la salle (Windows+L).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Internet est votre principale source de ressources pédagogiques et de recherche documentaire.</a:t>
            </a:r>
          </a:p>
        </p:txBody>
      </p:sp>
      <p:pic>
        <p:nvPicPr>
          <p:cNvPr id="9" name="Picture 8" descr="c07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Adresse 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:Quelle est la différence entre IPv4 et le rôle du DHCP ? Donner un exemple d'adresse IP.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IPv4 : format 4 octets décimaux (ex.192.168.1.10), identifiant unique sur le réseau.</a:t>
            </a:r>
            <a:br/>
            <a:r>
              <a:t>- DHCP : attribue automatiquement IP, masque et passerelle au poste client.</a:t>
            </a:r>
            <a:br/>
            <a:r>
              <a:t>- Sans DHCP, configuration manuelle nécessaire.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7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Usages et sécurité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:Citer trois usages académiques d'Internet et deux précautions de sécurité sur réseau public.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:- Usages : Moodle, bibliothèque numérique, visioconférence, dépôt de devoirs.</a:t>
            </a:r>
            <a:br/>
            <a:r>
              <a:t>- Sécurité : éviter transactions sensibles ; utiliser HTTPS ; ne pas partager mots de passe ; VPN si disponible.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Protéger vos données personnelles et académiques est une responsabilité numérique essentielle.</a:t>
            </a:r>
          </a:p>
        </p:txBody>
      </p:sp>
      <p:pic>
        <p:nvPicPr>
          <p:cNvPr id="9" name="Picture 8" descr="c07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7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7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7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7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7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7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Définition et acronymes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Internet vs Web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Connexion à Internet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Adresse IP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Usages et sécurité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07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Définition et acronymes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Internet vs Web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Connexion à Internet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Adresse IP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Usages et sécurité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7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07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