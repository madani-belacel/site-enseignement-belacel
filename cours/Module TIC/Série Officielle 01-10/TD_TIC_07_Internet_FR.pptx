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07 — Introduction à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Exercice 1 — Définition TCP/IP : 15 min</a:t>
            </a:r>
          </a:p>
          <a:p>
            <a:pPr>
              <a:defRPr sz="2000"/>
            </a:pPr>
            <a:r>
              <a:t>⏱️ Exercice 2 — Internet vs Web : 18 min</a:t>
            </a:r>
          </a:p>
          <a:p>
            <a:pPr>
              <a:defRPr sz="2000"/>
            </a:pPr>
            <a:r>
              <a:t>⏱️ Exercice 3 — Connexion Wi-Fi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(14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Timing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Exercice 4 — Adresse IP / DHCP : 15 min</a:t>
            </a:r>
          </a:p>
          <a:p>
            <a:pPr>
              <a:defRPr sz="2000"/>
            </a:pPr>
            <a:r>
              <a:t>⏱️ Exercice 5 — Usages et sécurité : 14 min</a:t>
            </a:r>
          </a:p>
          <a:p>
            <a:pPr>
              <a:defRPr sz="2000"/>
            </a:pPr>
            <a:r>
              <a:t>⏱️ Correction : 5 min</a:t>
            </a:r>
          </a:p>
          <a:p>
            <a:pPr>
              <a:defRPr sz="2000"/>
            </a:pPr>
            <a:r>
              <a:t>⏱️ Total :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