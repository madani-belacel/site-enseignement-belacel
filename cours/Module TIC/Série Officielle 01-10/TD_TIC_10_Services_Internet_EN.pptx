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Services Internet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Search engine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Professional email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Email protocols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File transfer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ICT module summary</a:t>
            </a:r>
          </a:p>
        </p:txBody>
      </p:sp>
      <p:pic>
        <p:nvPicPr>
          <p:cNvPr id="4" name="Picture 3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Search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Crawlers: robots that explore the Web and index pages.</a:t>
            </a:r>
            <a:br/>
            <a:r>
              <a:t>- Metamotor: queries several engines, merges and deduplicates the results (e.g. Qwant, Dogpile).</a:t>
            </a:r>
          </a:p>
        </p:txBody>
      </p:sp>
      <p:pic>
        <p:nvPicPr>
          <p:cNvPr id="5" name="Picture 4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Professional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Subject:[L1 Languages] TD TIC report request — Last name First name- Formula: “Madam, Sir,”</a:t>
            </a:r>
            <a:br/>
            <a:r>
              <a:t>- Body: brief reason, desired date, politeness.</a:t>
            </a:r>
            <a:br/>
            <a:r>
              <a:t>- Signature: name, group, institutional email.</a:t>
            </a:r>
            <a:br/>
            <a:r>
              <a:t>- Attachment only if supporting documentation requested.</a:t>
            </a:r>
          </a:p>
        </p:txBody>
      </p:sp>
      <p:pic>
        <p:nvPicPr>
          <p:cNvPr id="5" name="Picture 4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Email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SMTP → sending.</a:t>
            </a:r>
            <a:br/>
            <a:r>
              <a:t>- POP → reception (often local download).</a:t>
            </a:r>
            <a:br/>
            <a:r>
              <a:t>- IMAP → reception with box sync on multiple devices (mobile + PC recommended).</a:t>
            </a:r>
          </a:p>
        </p:txBody>
      </p:sp>
      <p:pic>
        <p:nvPicPr>
          <p:cNvPr id="5" name="Picture 4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File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USB key: fast in person, risk of loss/virus.</a:t>
            </a:r>
            <a:br/>
            <a:r>
              <a:t>- Drive: sharing link, traceability, institutional quota limit.</a:t>
            </a:r>
            <a:br/>
            <a:r>
              <a:t>- Email: attachment limit (~25 MB depending on server), practical for small files.</a:t>
            </a:r>
            <a:br/>
            <a:r>
              <a:t>→ For 15 MB: Drive or Moodle platform preferred.</a:t>
            </a:r>
          </a:p>
        </p:txBody>
      </p:sp>
      <p:pic>
        <p:nvPicPr>
          <p:cNvPr id="5" name="Picture 4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ICT module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correction:| Block | Skills |</a:t>
            </a:r>
            <a:br/>
            <a:r>
              <a:t>|------|-------------|</a:t>
            </a:r>
            <a:br/>
            <a:r>
              <a:t>| 01-04 | Culture ICT, PC, Windows, Word |</a:t>
            </a:r>
            <a:br/>
            <a:r>
              <a:t>| 05-06 | Excel (calculation), PowerPoint (oral) |</a:t>
            </a:r>
            <a:br/>
            <a:r>
              <a:t>| 07-10 | Internet, Web, networks, digital services |</a:t>
            </a:r>
            <a:br/>
            <a:r>
              <a:t>→ Complete digital culture for the Languages ​​Degree.</a:t>
            </a:r>
          </a:p>
        </p:txBody>
      </p:sp>
      <p:pic>
        <p:nvPicPr>
          <p:cNvPr id="5" name="Picture 4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  <p:pic>
        <p:nvPicPr>
          <p:cNvPr id="5" name="Picture 4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  <p:pic>
        <p:nvPicPr>
          <p:cNvPr id="5" name="Picture 4" descr="c10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  <p:pic>
        <p:nvPicPr>
          <p:cNvPr id="5" name="Picture 4" descr="c10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  <p:pic>
        <p:nvPicPr>
          <p:cNvPr id="5" name="Picture 4" descr="c10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</p:txBody>
      </p:sp>
      <p:pic>
        <p:nvPicPr>
          <p:cNvPr id="4" name="Picture 3" descr="c10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10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