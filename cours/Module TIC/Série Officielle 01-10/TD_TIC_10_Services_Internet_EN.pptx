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10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— Search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Crawlers: robots that explore the Web and index pages.</a:t>
            </a:r>
          </a:p>
          <a:p>
            <a:pPr>
              <a:defRPr sz="2000"/>
            </a:pPr>
            <a:r>
              <a:t>Metamotor: queries several engines, merges and deduplicates the results (e.g. Qwant, Dogpile).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— Professional email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Subject: `[L1 Languages] TD TIC report request — Last name First name`</a:t>
            </a:r>
          </a:p>
          <a:p>
            <a:pPr>
              <a:defRPr sz="2000"/>
            </a:pPr>
            <a:r>
              <a:t>Formula: “Madam, Sir,”</a:t>
            </a:r>
          </a:p>
          <a:p>
            <a:pPr>
              <a:defRPr sz="2000"/>
            </a:pPr>
            <a:r>
              <a:t>Body: brief reason, desired date, politeness.</a:t>
            </a:r>
          </a:p>
          <a:p>
            <a:pPr>
              <a:defRPr sz="2000"/>
            </a:pPr>
            <a:r>
              <a:t>Signature: name, group, institutional email.</a:t>
            </a:r>
          </a:p>
          <a:p>
            <a:pPr>
              <a:defRPr sz="2000"/>
            </a:pPr>
            <a:r>
              <a:t>Attachment only if supporting documentation requested.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— Email protocols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SMTP → sending.</a:t>
            </a:r>
          </a:p>
          <a:p>
            <a:pPr>
              <a:defRPr sz="2000"/>
            </a:pPr>
            <a:r>
              <a:t>POP → reception (often local download).</a:t>
            </a:r>
          </a:p>
          <a:p>
            <a:pPr>
              <a:defRPr sz="2000"/>
            </a:pPr>
            <a:r>
              <a:t>IMAP → reception with box sync on multiple devices (mobile + PC recommended).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— File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USB key: fast in person, risk of loss/virus.</a:t>
            </a:r>
          </a:p>
          <a:p>
            <a:pPr>
              <a:defRPr sz="2000"/>
            </a:pPr>
            <a:r>
              <a:t>Drive: sharing link, traceability, institutional quota limit.</a:t>
            </a:r>
          </a:p>
          <a:p>
            <a:pPr>
              <a:defRPr sz="2000"/>
            </a:pPr>
            <a:r>
              <a:t>Email: attachment limit (~25 MB depending on server), practical for small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