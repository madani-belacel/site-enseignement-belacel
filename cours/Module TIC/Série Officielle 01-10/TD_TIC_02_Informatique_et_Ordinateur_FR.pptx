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val="FFFFFF"/&gt;</a:solidFill>
              </a:defRPr>
            </a:pPr>
            <a:r>
              <a:t>COURS TIC 02 - 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02 — Informatique et Architecture de l'Ordinateur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val="EEF1F4"/&gt;</a:solidFill>
              </a:defRPr>
            </a:pPr>
            <a:r>
              <a:t>Module TIC · Licence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val="007A55"/&gt;</a:solidFill>
              </a:defRPr>
            </a:pPr>
            <a:r>
              <a:t>Plan du 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1.  Exercice 1 — Vocabulaire de base(15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2.  Exercice 2 — Entrée / Traitement / Sortie(15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3.  Exercice 3 — RAM vs stockage(18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4.  Exercice 4 — Choix de support(18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5.  Exercice 5 — Bonnes pratiques(14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1 — Vocabulaire de base(15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:Définissez : informatique, hardware, software, CPU, RAM, SSD.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:Informatique = traitement automatique de l'information ; hardware = matériel ; software = logiciels ; CPU = processeur ; RAM = mémoire vive volatile ; SSD = stockage rapide non volatile.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2_01_vonneum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2 — Entrée / Traitement / Sortie(15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:Classez : clavier, écran, processeur, imprimante, micro, disque dur.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:Entrée : clavier, micro ; Traitement : processeur ; Sortie : écran, imprimante ; Stockage : disque dur.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2_02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3 — RAM vs stockage(18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:Pourquoi un document non sauvegardé disparaît-il après une coupure de courant ?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:Les données en cours d'édition sont en RAM (volatile). Sans enregistrement sur disque/SSD/cloud, elles sont perdues à l'arrêt.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2_03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4 — Choix de support(18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:Pour travail quotidien, archive longue durée, transport de fichiers — recommandez un support et justifiez.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:SSD pour usage quotidien ; HDD ou cloud pour archives ; clé USB pour transport ponctuel.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2_04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5 — Bonnes pratiques(14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:Listez 6 bonnes pratiques importantes pour un étudiant.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:Sauvegardes régulières, mises à jour, antivirus, organisation des dossiers, règle 3-2-1, distinction RAM/stockage.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2_05_peripher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2_06_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2_07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2_08_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2_09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2_10_assem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2_11_b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Synthèse : Intérêt pratique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1 — Vocabulaire de base(15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2 — Entrée / Traitement / Sortie(15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3 — RAM vs stockage(18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4 — Choix de support(18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5 — Bonnes pratiques(14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Ensemble, ces compétences numériques vous permettent de travailler efficacement, communiquer professionnellement et résoudre les problèmes courants de la vie universitaire.</a:t>
            </a:r>
          </a:p>
        </p:txBody>
      </p:sp>
      <p:pic>
        <p:nvPicPr>
          <p:cNvPr id="9" name="Picture 8" descr="c02_12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1 — Vocabulaire de base(15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2 — Entrée / Traitement / Sortie(15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3 — RAM vs stockage(18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4 — Choix de support(18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5 — Bonnes pratiques(14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768096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2_01_vonneum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val="69788B"/&gt;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val="69788B"/&gt;</a:solidFill>
              </a:defRPr>
            </a:pPr>
            <a:r>
              <a:t>Références et ressources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Programme national TIC - Ministère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UIT - Définitions TIC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UNESCO - Compétences numériques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Guide Moodle Univ-Mosta</a:t>
            </a:r>
          </a:p>
        </p:txBody>
      </p:sp>
      <p:pic>
        <p:nvPicPr>
          <p:cNvPr id="5" name="Picture 4" descr="c02_02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