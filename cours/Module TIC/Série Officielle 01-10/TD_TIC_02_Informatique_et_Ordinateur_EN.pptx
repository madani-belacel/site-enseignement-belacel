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02 — Computer Science and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Basic vocabulary(15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Input / Processing / Output(15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RAM vs storage(18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Choice of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Good practices(14 min)</a:t>
            </a:r>
          </a:p>
        </p:txBody>
      </p:sp>
      <p:pic>
        <p:nvPicPr>
          <p:cNvPr id="4" name="Picture 3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Basic vocabulary(15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Corrected:Computer science = automatic processing of information; hardware = hardware; software = software; CPU = processor; RAM = volatile random access memory; SSD = fast non-volatile storage.</a:t>
            </a:r>
          </a:p>
        </p:txBody>
      </p:sp>
      <p:pic>
        <p:nvPicPr>
          <p:cNvPr id="5" name="Picture 4" descr="c02_02_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Input / Processing / Output(15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Fixed:Input: keyboard, microphone; Processing: processor; Output: screen, printer; Storage: hard drive.</a:t>
            </a:r>
          </a:p>
        </p:txBody>
      </p:sp>
      <p:pic>
        <p:nvPicPr>
          <p:cNvPr id="5" name="Picture 4" descr="c02_03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RAM vs storage(18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Fixed:The data being edited is in RAM (volatile). Without saving to disk/SSD/cloud, they are lost when shut down.</a:t>
            </a:r>
          </a:p>
        </p:txBody>
      </p:sp>
      <p:pic>
        <p:nvPicPr>
          <p:cNvPr id="5" name="Picture 4" descr="c02_04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Choice of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Fixed:SSD for everyday use; HDD or cloud for archives; USB key for occasional transport.</a:t>
            </a:r>
          </a:p>
        </p:txBody>
      </p:sp>
      <p:pic>
        <p:nvPicPr>
          <p:cNvPr id="5" name="Picture 4" descr="c02_05_periphe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Good practices(14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Statement:List 6 important best practices for a student.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Fixed:Regular backups, updates, antivirus, folder organization, 3-2-1 rule, RAM/storage distinction.</a:t>
            </a:r>
          </a:p>
        </p:txBody>
      </p:sp>
      <p:pic>
        <p:nvPicPr>
          <p:cNvPr id="5" name="Picture 4" descr="c02_06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pic>
        <p:nvPicPr>
          <p:cNvPr id="5" name="Picture 4" descr="c02_07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pic>
        <p:nvPicPr>
          <p:cNvPr id="5" name="Picture 4" descr="c02_08_b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pic>
        <p:nvPicPr>
          <p:cNvPr id="5" name="Picture 4" descr="c02_09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</p:txBody>
      </p:sp>
      <p:pic>
        <p:nvPicPr>
          <p:cNvPr id="5" name="Picture 4" descr="c02_10_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Statement:Define: computing,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Statement:Classify: keyboard, screen, processor, printer, microphone, hard drive.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Statement:Why does an unsaved document disappear after a power outage?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Statement:For daily work, long-term archive, file transport — recommend media and justify.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Statement:List 6 important best practices for a student.</a:t>
            </a:r>
          </a:p>
        </p:txBody>
      </p:sp>
      <p:pic>
        <p:nvPicPr>
          <p:cNvPr id="4" name="Picture 3" descr="c02_11_b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2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2_01_vonneum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