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Internet : Principes et Utilisation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Définition d'Internet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Historique d'Internet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Se connecter à 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Les navigateurs web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Courrier électronique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Recherche d'information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Sécurité sur Internet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Définition d'Internet</a:t>
            </a:r>
          </a:p>
        </p:txBody>
      </p:sp>
      <p:pic>
        <p:nvPicPr>
          <p:cNvPr id="9" name="Picture 8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Définition d'Internet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Réseau mondial interconnectant des millions de réseaux.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Infrastructure physique : câbles, fibres, satellites, routeurs.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Basé sur la famille de protocoles TCP/IP.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Services : Web, courrier, messagerie, streaming, cloud.</a:t>
            </a:r>
          </a:p>
        </p:txBody>
      </p:sp>
      <p:pic>
        <p:nvPicPr>
          <p:cNvPr id="9" name="Picture 8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Historique d'Internet</a:t>
            </a:r>
          </a:p>
        </p:txBody>
      </p:sp>
      <p:pic>
        <p:nvPicPr>
          <p:cNvPr id="9" name="Picture 8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Historique d'Internet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1969 : ARPANET, projet militaire américain.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1983 : adoption de TCP/IP, naissance technique d'Internet.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1991 : ouverture au grand public et au commerce.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Aujourd'hui : plus de 5 milliards d'utilisateurs dans le monde.</a:t>
            </a:r>
          </a:p>
        </p:txBody>
      </p:sp>
      <p:pic>
        <p:nvPicPr>
          <p:cNvPr id="9" name="Picture 8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Se connecter à Internet</a:t>
            </a:r>
          </a:p>
        </p:txBody>
      </p:sp>
      <p:pic>
        <p:nvPicPr>
          <p:cNvPr id="9" name="Picture 8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Se connecter à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Fournisseur d'accès (FAI) : opérateur télécom.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Modes de connexion : ADSL, fibre optique, 4G/5G, satellite.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Équipements : modem, routeur, box Wi-Fi.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Adresse IP : identifiant unique de chaque machine.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DNS : annuaire traduisant les noms de domaines en IP.</a:t>
            </a:r>
          </a:p>
        </p:txBody>
      </p:sp>
      <p:pic>
        <p:nvPicPr>
          <p:cNvPr id="9" name="Picture 8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Les navigateurs web</a:t>
            </a:r>
          </a:p>
        </p:txBody>
      </p:sp>
      <p:pic>
        <p:nvPicPr>
          <p:cNvPr id="9" name="Picture 8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Les navigateurs web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Logiciels d'accès aux sites : Chrome, Firefox, Edge, Safari.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Barre d'adresse : URL du site visité.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Onglets, favoris et historique.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Téléchargements et paramétrage (langue, sécurité).</a:t>
            </a:r>
          </a:p>
        </p:txBody>
      </p:sp>
      <p:pic>
        <p:nvPicPr>
          <p:cNvPr id="9" name="Picture 8" descr="c07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Courrier électronique</a:t>
            </a:r>
          </a:p>
        </p:txBody>
      </p:sp>
      <p:pic>
        <p:nvPicPr>
          <p:cNvPr id="9" name="Picture 8" descr="c07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Courrier électronique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Adresse e-mail : utilisateur@domaine (ex : nom@univ-bechar.dz).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Composition : destinataire, objet, corps, pièces jointes.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Protocoles : SMTP (envoi), POP3/IMAP (réception).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Webmail vs client lourd (Outlook, Thunderbird).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Netiquette : politesse, objet clair, Cci pour groupes.</a:t>
            </a:r>
          </a:p>
        </p:txBody>
      </p:sp>
      <p:pic>
        <p:nvPicPr>
          <p:cNvPr id="9" name="Picture 8" descr="c07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Recherche d'information</a:t>
            </a:r>
          </a:p>
        </p:txBody>
      </p:sp>
      <p:pic>
        <p:nvPicPr>
          <p:cNvPr id="9" name="Picture 8" descr="c07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Recherche d'information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Moteurs de recherche : Google, Bing, Qwant.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Mots-clés efficaces : guillemets, signe -, site: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Évaluer la fiabilité : source, date, auteur.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Bases académiques : Google Scholar, ScienceDirect.</a:t>
            </a:r>
          </a:p>
        </p:txBody>
      </p:sp>
      <p:pic>
        <p:nvPicPr>
          <p:cNvPr id="9" name="Picture 8" descr="c07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Sécurité sur Internet</a:t>
            </a:r>
          </a:p>
        </p:txBody>
      </p:sp>
      <p:pic>
        <p:nvPicPr>
          <p:cNvPr id="9" name="Picture 8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Sécurité sur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Mots de passe robustes et gestionnaires de mots de passe.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Phishing : repérer les faux messages et liens suspects.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HTTPS : connexion chiffrée (cadenas dans la barre).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Antivirus, pare-feu et mises à jour.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Protection des données personnelles.</a:t>
            </a:r>
          </a:p>
        </p:txBody>
      </p:sp>
      <p:pic>
        <p:nvPicPr>
          <p:cNvPr id="9" name="Picture 8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Communiquer gratuitement partout dans le monde.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Accéder à une bibliothèque mondiale de savoirs.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Effectuer démarches administratives et achats en ligne.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Travailler à distance : visioconférence, cloud collaboratif.</a:t>
            </a:r>
          </a:p>
        </p:txBody>
      </p:sp>
      <p:pic>
        <p:nvPicPr>
          <p:cNvPr id="8" name="Picture 7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Quel protocole est le fondement d'Internet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HTTP uniquement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TCP/IP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USB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Que fait le DNS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Il chiffre les données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Il traduit les noms de domaine en adresses IP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Il stocke les e-mails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Un site sécurisé commence par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http://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https://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ftp://</a:t>
            </a:r>
          </a:p>
        </p:txBody>
      </p:sp>
      <p:pic>
        <p:nvPicPr>
          <p:cNvPr id="9" name="Picture 8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Internet relie les hommes et les machines à l'échelle planétaire.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TCP/IP, FAI, DNS et navigateurs en sont les briques essentielles.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 vigilance est indispensable : sécurité et protection des données.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le World Wide Web en détail.</a:t>
            </a:r>
          </a:p>
        </p:txBody>
      </p:sp>
      <p:pic>
        <p:nvPicPr>
          <p:cNvPr id="9" name="Picture 8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O. Martinot, « Comprendre Internet », Ellipses.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CNIL - guides pratiques sur la vie privée en ligne.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www.internetlivestats.com</a:t>
            </a:r>
          </a:p>
        </p:txBody>
      </p:sp>
      <p:pic>
        <p:nvPicPr>
          <p:cNvPr id="9" name="Picture 8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