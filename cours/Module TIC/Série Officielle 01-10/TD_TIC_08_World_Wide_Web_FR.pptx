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08 -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— World Wide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Analyse d'une URL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Navigateurs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HTTP vs HTTPS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Recherche académique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Évaluation de source Web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Analyse d'une URL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:Décomposer l'URLhttps://www.univ-exemple.dz/cours/tic/chap2.html(protocole, domaine, chemin).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:-https://— protocole sécurisé HTTP.</a:t>
            </a:r>
            <a:br/>
            <a:r>
              <a:t>-www.univ-exemple.dz— nom de domaine (serveur).</a:t>
            </a:r>
            <a:br/>
            <a:r>
              <a:t>-/cours/tic/chap2.html— chemin vers la ressource (page HTML).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Navigateurs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:Comparer deux navigateurs (Chrome et Firefox) : un avantage et un usage pédagogique pour chacun.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Chrome : extensions nombreuses ; synchronisation compte Google.</a:t>
            </a:r>
            <a:br/>
            <a:r>
              <a:t>- Firefox : vie privée renforcée ; développement open source.</a:t>
            </a:r>
            <a:br/>
            <a:r>
              <a:t>- Usage : recherche documentaire, accès Moodle, lecture PDF en ligne.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HTTP vs HTTPS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:Pourquoi privilégier HTTPS pour se connecter à la plateforme universitaire ?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Chiffrement des données échangées (identifiants, notes).</a:t>
            </a:r>
            <a:br/>
            <a:r>
              <a:t>- Authentification du serveur (certificat SSL/TLS).</a:t>
            </a:r>
            <a:br/>
            <a:r>
              <a:t>- Protection contre l'écoute sur réseau public (Wi-Fi).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Recherche académique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:Formuler une requête avancée pour trouver des articles sur « TIC et enseignement des langues » (guillemets, opérateurs).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:-"TIC" AND "enseignement des langues"(Google académique ou moteur institutionnel).</a:t>
            </a:r>
            <a:br/>
            <a:r>
              <a:t>- Filtrer par date (5 dernières années).</a:t>
            </a:r>
            <a:br/>
            <a:r>
              <a:t>- Privilégier domaines.edu, bases bibliographiques universitaires.</a:t>
            </a:r>
            <a:br/>
            <a:r>
              <a:t>- Noter auteur, titre, URL, date de consultation pour citation.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Évaluation de source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:Évaluer la fiabilité d'un blog anonyme vs une page.edu: 4 critères.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:1.Auteuridentifié et qualifié ?</a:t>
            </a:r>
            <a:br/>
            <a:r>
              <a:t>2.Datede publication récente ?</a:t>
            </a:r>
            <a:br/>
            <a:r>
              <a:t>3.Objectivitéet références bibliographiques ?</a:t>
            </a:r>
            <a:br/>
            <a:r>
              <a:t>4.Domaineinstitutionnel ou commercial ?</a:t>
            </a:r>
            <a:br/>
            <a:r>
              <a:t>→ Le blog anonyme est à écarter pour un devoir universitaire sans recoupement.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Savoir naviguer efficacement vous permet de trouver des sources fiables pour vos recherches.</a:t>
            </a:r>
          </a:p>
        </p:txBody>
      </p:sp>
      <p:pic>
        <p:nvPicPr>
          <p:cNvPr id="9" name="Picture 8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8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Analyse d'une URL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Navigateurs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HTTP vs HTTPS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Recherche académique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Évaluation de source Web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8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Analyse d'une URL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Navigateurs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Recherche académique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Évaluation de source Web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