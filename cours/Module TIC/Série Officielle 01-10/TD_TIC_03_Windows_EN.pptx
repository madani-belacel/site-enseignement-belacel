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03 — Windows: Interface, Files and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Interface identification(15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Creating a tree(18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Professional naming(15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Keyboard shortcuts(15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Safety(17 min)</a:t>
            </a:r>
          </a:p>
        </p:txBody>
      </p:sp>
      <p:pic>
        <p:nvPicPr>
          <p:cNvPr id="4" name="Picture 3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Interface identification(15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Fixed:Desktop, icons, taskbar, start menu, notification area, active window, trash, search bar.</a:t>
            </a:r>
          </a:p>
        </p:txBody>
      </p:sp>
      <p:pic>
        <p:nvPicPr>
          <p:cNvPr id="5" name="Picture 4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Creating a tree(18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Corrected:Structure conforms to the course convention with dated subfolders.</a:t>
            </a:r>
          </a:p>
        </p:txBody>
      </p:sp>
      <p:pic>
        <p:nvPicPr>
          <p:cNvPr id="5" name="Picture 4" descr="c03_03_start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Professional naming(15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Corrected:Ex.2026-06-04_TIC_TD3_BELACEL_v1.docx— no prohibited characters.</a:t>
            </a:r>
          </a:p>
        </p:txBody>
      </p:sp>
      <p:pic>
        <p:nvPicPr>
          <p:cNvPr id="5" name="Picture 4" descr="c03_04_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Keyboard shortcuts(15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Fixed:Ctrl+C, Ctrl+X, Ctrl+V, Ctrl+Z, Windows+L.</a:t>
            </a:r>
          </a:p>
        </p:txBody>
      </p:sp>
      <p:pic>
        <p:nvPicPr>
          <p:cNvPr id="5" name="Picture 4" descr="c03_05_control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Safety(17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safety rules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Fixed:Session lock, 3-2-1 backups, updates, antivirus, USB caution, strong passwords.</a:t>
            </a:r>
          </a:p>
        </p:txBody>
      </p:sp>
      <p:pic>
        <p:nvPicPr>
          <p:cNvPr id="5" name="Picture 4" descr="c03_0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pic>
        <p:nvPicPr>
          <p:cNvPr id="5" name="Picture 4" descr="c03_07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pic>
        <p:nvPicPr>
          <p:cNvPr id="5" name="Picture 4" descr="c03_08_file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pic>
        <p:nvPicPr>
          <p:cNvPr id="5" name="Picture 4" descr="c03_09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pic>
        <p:nvPicPr>
          <p:cNvPr id="5" name="Picture 4" descr="c03_10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safety rules for a student.</a:t>
            </a:r>
          </a:p>
        </p:txBody>
      </p:sp>
      <p:pic>
        <p:nvPicPr>
          <p:cNvPr id="4" name="Picture 3" descr="c03_11_r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3_12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