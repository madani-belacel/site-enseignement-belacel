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Course 08 — World Wide Web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ICT Course 08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Introduction to the Web (WWW)</a:t>
            </a:r>
          </a:p>
          <a:p>
            <a:pPr>
              <a:defRPr sz="2000"/>
            </a:pPr>
            <a:r>
              <a:t>Web Browsers</a:t>
            </a:r>
          </a:p>
          <a:p>
            <a:pPr>
              <a:defRPr sz="2000"/>
            </a:pPr>
            <a:r>
              <a:t>Pages, sites and hyperlinks</a:t>
            </a:r>
          </a:p>
          <a:p>
            <a:pPr>
              <a:defRPr sz="2000"/>
            </a:pPr>
            <a:r>
              <a:t>URL and structure of an address</a:t>
            </a:r>
          </a:p>
          <a:p>
            <a:pPr>
              <a:defRPr sz="2000"/>
            </a:pPr>
            <a:r>
              <a:t>HTTP and HTTPS protocols</a:t>
            </a:r>
          </a:p>
          <a:p>
            <a:pPr>
              <a:defRPr sz="2000"/>
            </a:pPr>
            <a:r>
              <a:t>Searching for information on the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08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08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08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08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08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