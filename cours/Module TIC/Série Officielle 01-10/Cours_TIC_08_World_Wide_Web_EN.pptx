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TIC COURSE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The World Wide 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Course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Web Is Not the Internet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Core Concepts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Web Languages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Hosting and Publishing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From Web 1.0 to Web 3.0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Effective Browsing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Content Quality and Reliability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Web Is Not the Internet</a:t>
            </a:r>
          </a:p>
        </p:txBody>
      </p:sp>
      <p:pic>
        <p:nvPicPr>
          <p:cNvPr id="9" name="Picture 8" descr="c08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Web Is Not the Internet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The Internet = the worldwide network infrastructure.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The Web = a service running ON the Internet (hypertext).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Other services: email, FTP, instant messaging.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Invented by Tim Berners-Lee at CERN in 1989-1991.</a:t>
            </a:r>
          </a:p>
        </p:txBody>
      </p:sp>
      <p:pic>
        <p:nvPicPr>
          <p:cNvPr id="9" name="Picture 8" descr="c08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Core Concepts</a:t>
            </a:r>
          </a:p>
        </p:txBody>
      </p:sp>
      <p:pic>
        <p:nvPicPr>
          <p:cNvPr id="9" name="Picture 8" descr="c08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Core Concepts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Website: pages connected by hyperlinks.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URL: address of a resource (protocol://domain/path).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HTTP/HTTPS: protocol for transferring web pages.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Client (browser) / web server: request-response model.</a:t>
            </a:r>
          </a:p>
        </p:txBody>
      </p:sp>
      <p:pic>
        <p:nvPicPr>
          <p:cNvPr id="9" name="Picture 8" descr="c08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Web Languages</a:t>
            </a:r>
          </a:p>
        </p:txBody>
      </p:sp>
      <p:pic>
        <p:nvPicPr>
          <p:cNvPr id="9" name="Picture 8" descr="c08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Web Languages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HTML: page structure and content.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CSS: styling and visual design.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JavaScript: browser-side interactivity.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PHP, Python, ASP.NET: server-side programming.</a:t>
            </a:r>
          </a:p>
        </p:txBody>
      </p:sp>
      <p:pic>
        <p:nvPicPr>
          <p:cNvPr id="9" name="Picture 8" descr="c08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Hosting and Publishing</a:t>
            </a:r>
          </a:p>
        </p:txBody>
      </p:sp>
      <p:pic>
        <p:nvPicPr>
          <p:cNvPr id="9" name="Picture 8" descr="c08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Hosting and Publishing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Domain name: registration (.dz, .com, .org...).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Hoster: always-on server available 24/7.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File transfer via FTP/SFTP.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CMS: WordPress, Joomla to build without coding.</a:t>
            </a:r>
          </a:p>
        </p:txBody>
      </p:sp>
      <p:pic>
        <p:nvPicPr>
          <p:cNvPr id="9" name="Picture 8" descr="c08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From Web 1.0 to Web 3.0</a:t>
            </a:r>
          </a:p>
        </p:txBody>
      </p:sp>
      <p:pic>
        <p:nvPicPr>
          <p:cNvPr id="9" name="Picture 8" descr="c08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From Web 1.0 to Web 3.0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Web 1.0: static read-only pages.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Web 2.0: participative, social networks, wikis, blogs.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Semantic Web (3.0): structured data, AI.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Rich applications: SPAs, cloud, real time.</a:t>
            </a:r>
          </a:p>
        </p:txBody>
      </p:sp>
      <p:pic>
        <p:nvPicPr>
          <p:cNvPr id="9" name="Picture 8" descr="c08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Effective Browsing</a:t>
            </a:r>
          </a:p>
        </p:txBody>
      </p:sp>
      <p:pic>
        <p:nvPicPr>
          <p:cNvPr id="9" name="Picture 8" descr="c08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Effective Browsing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Tabs and bookmarks to manage multiple sources.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Advanced search and filters.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Useful extensions: ad blocker, translator.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Private mode and clearing history.</a:t>
            </a:r>
          </a:p>
        </p:txBody>
      </p:sp>
      <p:pic>
        <p:nvPicPr>
          <p:cNvPr id="9" name="Picture 8" descr="c08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Content Quality and Reliability</a:t>
            </a:r>
          </a:p>
        </p:txBody>
      </p:sp>
      <p:pic>
        <p:nvPicPr>
          <p:cNvPr id="9" name="Picture 8" descr="c08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Content Quality and Reliability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Check the author, date and source of the site.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Cross-check information with several references.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Watch out for fake news.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Cite your sources: respect copyright.</a:t>
            </a:r>
          </a:p>
        </p:txBody>
      </p:sp>
      <p:pic>
        <p:nvPicPr>
          <p:cNvPr id="9" name="Picture 8" descr="c08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Practical Interest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Build your own professional website or online portfolio.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Use the Web as a scientific monitoring tool.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Understand what happens behind every click.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Essential foundation for learning web development.</a:t>
            </a:r>
          </a:p>
        </p:txBody>
      </p:sp>
      <p:pic>
        <p:nvPicPr>
          <p:cNvPr id="8" name="Picture 7" descr="c08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Self-Assessment (MCQ)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Who invented the Web?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Bill Gates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Tim Berners-Lee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Steve Jobs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HTML is used to: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Style the page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Structure content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Manage the database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Web 2.0 is characterized by: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Static pages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User participation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No hyperlinks</a:t>
            </a:r>
          </a:p>
        </p:txBody>
      </p:sp>
      <p:pic>
        <p:nvPicPr>
          <p:cNvPr id="9" name="Picture 8" descr="c08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The Web is the most used Internet service.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URL, HTTP, HTML/CSS form its technical foundation.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Critical thinking remains essential with online information.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Next course: computer networks.</a:t>
            </a:r>
          </a:p>
        </p:txBody>
      </p:sp>
      <p:pic>
        <p:nvPicPr>
          <p:cNvPr id="9" name="Picture 8" descr="c08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T. Berners-Lee, "Weaving the Web", HarperBusiness.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MDN Web Docs (developer.mozilla.org).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ICT Course materials, University of Mostaganem.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www.w3.org - the Web Consortium.</a:t>
            </a:r>
          </a:p>
        </p:txBody>
      </p:sp>
      <p:pic>
        <p:nvPicPr>
          <p:cNvPr id="9" name="Picture 8" descr="c08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Thank you for your attention!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08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