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Réseaux Informatiques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Qu'est-ce qu'un réseau 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Types de réseaux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Topologies de réseaux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Le modèle OSI et TCP/IP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Adressage IP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Outils et diagnostic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Sécurité des réseaux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Qu'est-ce qu'un réseau ?</a:t>
            </a:r>
          </a:p>
        </p:txBody>
      </p:sp>
      <p:pic>
        <p:nvPicPr>
          <p:cNvPr id="9" name="Picture 8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Qu'est-ce qu'un réseau 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Ensemble d'équipements interconnectés échangeant des données.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Objectifs : partage de ressources, fichiers, imprimantes, Internet.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Communication : supports filaires (cuivre, fibre) ou sans fil.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Équipements : cartes réseau, switchs, routeurs, points d'accès.</a:t>
            </a:r>
          </a:p>
        </p:txBody>
      </p:sp>
      <p:pic>
        <p:nvPicPr>
          <p:cNvPr id="9" name="Picture 8" descr="c09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Types de réseaux</a:t>
            </a:r>
          </a:p>
        </p:txBody>
      </p:sp>
      <p:pic>
        <p:nvPicPr>
          <p:cNvPr id="9" name="Picture 8" descr="c09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Types de réseaux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PAN : réseau personnel (Bluetooth), quelques mètres.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LAN : réseau local (domicile, laboratoire, entreprise).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MAN : réseau métropolitain (ville).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WAN : réseau étendu (Internet relie des millions de LAN).</a:t>
            </a:r>
          </a:p>
        </p:txBody>
      </p:sp>
      <p:pic>
        <p:nvPicPr>
          <p:cNvPr id="9" name="Picture 8" descr="c09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Topologies de réseaux</a:t>
            </a:r>
          </a:p>
        </p:txBody>
      </p:sp>
      <p:pic>
        <p:nvPicPr>
          <p:cNvPr id="9" name="Picture 8" descr="c09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Topologies de réseaux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Bus : un seul câble partagé (ancien).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Étoile : tout passe par un switch central (standard actuel).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Anneau : transmission en boucle (Token Ring).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Maillé : redondance maximale pour la fiabilité.</a:t>
            </a:r>
          </a:p>
        </p:txBody>
      </p:sp>
      <p:pic>
        <p:nvPicPr>
          <p:cNvPr id="9" name="Picture 8" descr="c09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Le modèle OSI et TCP/IP</a:t>
            </a:r>
          </a:p>
        </p:txBody>
      </p:sp>
      <p:pic>
        <p:nvPicPr>
          <p:cNvPr id="9" name="Picture 8" descr="c09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Le modèle OSI et TCP/IP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OSI : 7 couches, du câble physique à l'application.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TCP/IP : 4 couches, modèle réel d'Internet.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Couche physique, liaison, réseau (IP), transport (TCP/UDP).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Chaque couche apporte un service à la couche supérieure.</a:t>
            </a:r>
          </a:p>
        </p:txBody>
      </p:sp>
      <p:pic>
        <p:nvPicPr>
          <p:cNvPr id="9" name="Picture 8" descr="c09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Adressage IP</a:t>
            </a:r>
          </a:p>
        </p:txBody>
      </p:sp>
      <p:pic>
        <p:nvPicPr>
          <p:cNvPr id="9" name="Picture 8" descr="c09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Adressage IP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IPv4 : adresse sur 32 bits (ex : 192.168.1.10).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Classes et masque de sous-réseau (/24, /16...).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Adresses privées vs publiques ; NAT pour sortir sur Internet.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IPv6 : 128 bits, espace quasi illimité.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DHCP : attribution automatique des adresses.</a:t>
            </a:r>
          </a:p>
        </p:txBody>
      </p:sp>
      <p:pic>
        <p:nvPicPr>
          <p:cNvPr id="9" name="Picture 8" descr="c09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Outils et diagnostic</a:t>
            </a:r>
          </a:p>
        </p:txBody>
      </p:sp>
      <p:pic>
        <p:nvPicPr>
          <p:cNvPr id="9" name="Picture 8" descr="c09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Outils et diagnostic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ping : tester l'accessibilité d'une machine.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ipconfig / ifconfig : afficher sa configuration IP.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tracert : suivre le chemin jusqu'à une destination.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nslookup : interroger le DNS.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Câble testeur et voyants des équipements.</a:t>
            </a:r>
          </a:p>
        </p:txBody>
      </p:sp>
      <p:pic>
        <p:nvPicPr>
          <p:cNvPr id="9" name="Picture 8" descr="c09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Sécurité des réseaux</a:t>
            </a:r>
          </a:p>
        </p:txBody>
      </p:sp>
      <p:pic>
        <p:nvPicPr>
          <p:cNvPr id="9" name="Picture 8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Sécurité des réseaux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Pare-feu : filtrer les flux entrants et sortants.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Wi-Fi sécurisé : WPA2/WPA3 avec mot de passe fort.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VPN : tunnel chiffré pour l'accès distant.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Surveillance : journaux, détection d'intrusion.</a:t>
            </a:r>
          </a:p>
        </p:txBody>
      </p:sp>
      <p:pic>
        <p:nvPicPr>
          <p:cNvPr id="9" name="Picture 8" descr="c09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Installer et configurer un petit réseau local (domicile, labo).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Partager imprimantes et fichiers entre collègues.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Diagnostiquer une panne réseau avec ping et ipconfig.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Comprendre la base nécessaire aux certifications réseau (CCNA...).</a:t>
            </a:r>
          </a:p>
        </p:txBody>
      </p:sp>
      <p:pic>
        <p:nvPicPr>
          <p:cNvPr id="8" name="Picture 7" descr="c09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Un LAN désigne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Un réseau local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Un réseau mondial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Un type de câble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Combien de couches compte le modèle OSI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4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5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7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Quelle commande teste la connexion vers une machine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ping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dir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copy</a:t>
            </a:r>
          </a:p>
        </p:txBody>
      </p:sp>
      <p:pic>
        <p:nvPicPr>
          <p:cNvPr id="9" name="Picture 8" descr="c09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Les réseaux permettent le partage universel des ressources.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Topologie, adressage et protocoles en sont les fondements.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La sécurité réseau doit être pensée dès la conception.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les services Internet.</a:t>
            </a:r>
          </a:p>
        </p:txBody>
      </p:sp>
      <p:pic>
        <p:nvPicPr>
          <p:cNvPr id="9" name="Picture 8" descr="c09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A. Tanenbaum, « Réseaux », Pearson Education.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J.-F. Pillou, « Réseaux TCP/IP », Dunod.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www.cisco.com - ressources CCNA.</a:t>
            </a:r>
          </a:p>
        </p:txBody>
      </p:sp>
      <p:pic>
        <p:nvPicPr>
          <p:cNvPr id="9" name="Picture 8" descr="c09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9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