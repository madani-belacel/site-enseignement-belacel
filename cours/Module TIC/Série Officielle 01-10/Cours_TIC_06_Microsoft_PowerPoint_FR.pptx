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Présentations : Microsoft PowerPoint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Qu'est-ce qu'une présentation ?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Créer et organiser les diapositives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Texte et objets multimédias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Animations et transitions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Mode diaporama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Concevoir un bon support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Partager et diffuser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Qu'est-ce qu'une présentation ?</a:t>
            </a:r>
          </a:p>
        </p:txBody>
      </p:sp>
      <p:pic>
        <p:nvPicPr>
          <p:cNvPr id="9" name="Picture 8" descr="c06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Qu'est-ce qu'une présentation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Logiciel de création de diaporamas animés.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Support visuel pour accompagner un exposé oral.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Diapositives combinant texte, images, sons et vidéos.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Formats : .pptx, .ppsx (diaporama), export PDF/vidéo.</a:t>
            </a:r>
          </a:p>
        </p:txBody>
      </p:sp>
      <p:pic>
        <p:nvPicPr>
          <p:cNvPr id="9" name="Picture 8" descr="c06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Créer et organiser les diapositives</a:t>
            </a:r>
          </a:p>
        </p:txBody>
      </p:sp>
      <p:pic>
        <p:nvPicPr>
          <p:cNvPr id="9" name="Picture 8" descr="c06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Créer et organiser les diapositives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Nouvelle diapo : choix d'un modèle (titre, contenu...).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Masques de diapositives : cohérence graphique globale.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Réorganiser : copier, déplacer, dupliquer, supprimer.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Sections pour structurer une longue présentation.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Thèmes et variantes de couleurs.</a:t>
            </a:r>
          </a:p>
        </p:txBody>
      </p:sp>
      <p:pic>
        <p:nvPicPr>
          <p:cNvPr id="9" name="Picture 8" descr="c06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Texte et objets multimédias</a:t>
            </a:r>
          </a:p>
        </p:txBody>
      </p:sp>
      <p:pic>
        <p:nvPicPr>
          <p:cNvPr id="9" name="Picture 8" descr="c06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Texte et objets multimédias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Zones de texte : titres et puces concises (règle 6x6).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Images, icônes et captures d'écran.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Vidéo et audio intégrés ou liés.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Tableaux et graphiques SmartArt.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Liens hypertextes entre diapositives ou vers le Web.</a:t>
            </a:r>
          </a:p>
        </p:txBody>
      </p:sp>
      <p:pic>
        <p:nvPicPr>
          <p:cNvPr id="9" name="Picture 8" descr="c06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Animations et transitions</a:t>
            </a:r>
          </a:p>
        </p:txBody>
      </p:sp>
      <p:pic>
        <p:nvPicPr>
          <p:cNvPr id="9" name="Picture 8" descr="c06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Animations et transitions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Transitions : effets entre deux diapositives (fondu, balayage).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Animations : apparition des objets (entrée, emphase, sortie).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Ordre des animations et minutages.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Règle d'or : sobriété pour rester professionnel.</a:t>
            </a:r>
          </a:p>
        </p:txBody>
      </p:sp>
      <p:pic>
        <p:nvPicPr>
          <p:cNvPr id="9" name="Picture 8" descr="c06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Mode diaporama</a:t>
            </a:r>
          </a:p>
        </p:txBody>
      </p:sp>
      <p:pic>
        <p:nvPicPr>
          <p:cNvPr id="9" name="Picture 8" descr="c06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Mode diaporama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Lancer : F5 (depuis le début) / Maj+F5 (diapo courante).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Naviguer : clic, flèches, molette ; Échap pour quitter.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Stylet virtuel, annotations et écran noir/blanc.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Mode présentateur : notes et minuteur privés.</a:t>
            </a:r>
          </a:p>
        </p:txBody>
      </p:sp>
      <p:pic>
        <p:nvPicPr>
          <p:cNvPr id="9" name="Picture 8" descr="c06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Concevoir un bon support</a:t>
            </a:r>
          </a:p>
        </p:txBody>
      </p:sp>
      <p:pic>
        <p:nvPicPr>
          <p:cNvPr id="9" name="Picture 8" descr="c06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Concevoir un bon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Structure claire : titre, plan, développement, conclusion.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Peu de texte, beaucoup d'exemples visuels.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Contraste lisible : fond sombre + texte clair.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Cohérence des polices et couleurs.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Répéter et chronométrer sa présentation.</a:t>
            </a:r>
          </a:p>
        </p:txBody>
      </p:sp>
      <p:pic>
        <p:nvPicPr>
          <p:cNvPr id="9" name="Picture 8" descr="c06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Partager et diffuser</a:t>
            </a:r>
          </a:p>
        </p:txBody>
      </p:sp>
      <p:pic>
        <p:nvPicPr>
          <p:cNvPr id="9" name="Picture 8" descr="c06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Partager et diffuser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Export PDF : diffusion universelle sans animation.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Vidéo MP4 : présentation autonome.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Diffusion en ligne : Teams, Zoom, SharePoint.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Compression du fichier : images et médias.</a:t>
            </a:r>
          </a:p>
        </p:txBody>
      </p:sp>
      <p:pic>
        <p:nvPicPr>
          <p:cNvPr id="9" name="Picture 8" descr="c06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Présenter vos projets et exposés avec professionnalisme.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Soutenances : un bon diaporama valorise votre travail.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Enseignement : supports visuels pédagogiques.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Communication d'entreprise : réunions et rapports annuels.</a:t>
            </a:r>
          </a:p>
        </p:txBody>
      </p:sp>
      <p:pic>
        <p:nvPicPr>
          <p:cNvPr id="8" name="Picture 7" descr="c06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Quelle touche lance le diaporama depuis le début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F2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F5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F9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Une transition s'applique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Aux objets d'une diapo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Entre deux diapositives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Au fichier entier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Le mode présentateur permet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De voir ses notes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De chronométrer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Les deux</a:t>
            </a:r>
          </a:p>
        </p:txBody>
      </p:sp>
      <p:pic>
        <p:nvPicPr>
          <p:cNvPr id="9" name="Picture 8" descr="c06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PowerPoint transforme vos idées en supports visuels percutants.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Sobriété, structure et lisibilité font la qualité d'un diaporama.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Les animations doivent servir le message, pas le distraire.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Prochain cours : Internet, principes de base.</a:t>
            </a:r>
          </a:p>
        </p:txBody>
      </p:sp>
      <p:pic>
        <p:nvPicPr>
          <p:cNvPr id="9" name="Picture 8" descr="c06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Guide PowerPoint.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G. Reynolds, « Presentation Zen », Pearson.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Université de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www.ppt-technologie.fr</a:t>
            </a:r>
          </a:p>
        </p:txBody>
      </p:sp>
      <p:pic>
        <p:nvPicPr>
          <p:cNvPr id="9" name="Picture 8" descr="c06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6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