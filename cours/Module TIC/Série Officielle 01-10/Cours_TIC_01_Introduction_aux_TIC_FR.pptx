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COURS TIC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Introduction aux Technologies de l'Information et de la Communication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Plan du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Définition des TIC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Historique et évolution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Composantes des TIC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Impact des TIC sur la société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TIC dans l'éducation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Numérique : concepts de base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Perspectives et tendances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Définition des TIC</a:t>
            </a:r>
          </a:p>
        </p:txBody>
      </p:sp>
      <p:pic>
        <p:nvPicPr>
          <p:cNvPr id="9" name="Picture 8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Définition des TIC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TIC = ensemble des technologies de traitement et transmission de l'information.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Comprend : informatique, électronique, télécommunications et réseaux.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Outils : ordinateurs, smartphones, Internet, logiciels et applications.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Objectif : collecter, traiter, stocker et diffuser l'information.</a:t>
            </a:r>
          </a:p>
        </p:txBody>
      </p:sp>
      <p:pic>
        <p:nvPicPr>
          <p:cNvPr id="9" name="Picture 8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Historique et évolution</a:t>
            </a:r>
          </a:p>
        </p:txBody>
      </p:sp>
      <p:pic>
        <p:nvPicPr>
          <p:cNvPr id="9" name="Picture 8" descr="c01_03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Historique et évolution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Écriture et imprimerie : premières révolutions de l'information.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Télégraphe (1837), téléphone (1876), radio et télévision.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Premier ordinateur électronique ENIAC (1946).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Invention du transistor (1947) puis des microprocesseurs (1971).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Naissance d'Internet (ARPANET, 1969) et du Web (1990).</a:t>
            </a:r>
          </a:p>
        </p:txBody>
      </p:sp>
      <p:pic>
        <p:nvPicPr>
          <p:cNvPr id="9" name="Picture 8" descr="c01_04_e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Composantes des TIC</a:t>
            </a:r>
          </a:p>
        </p:txBody>
      </p:sp>
      <p:pic>
        <p:nvPicPr>
          <p:cNvPr id="9" name="Picture 8" descr="c01_05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Composantes des TIC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Matériel (hardware) : machines et périphériques.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Logiciel (software) : programmes et systèmes d'exploitation.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Réseaux : infrastructures de communication filaires et sans fil.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Données : information numérisée et structurée.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Ressources humaines : utilisateurs et spécialistes.</a:t>
            </a:r>
          </a:p>
        </p:txBody>
      </p:sp>
      <p:pic>
        <p:nvPicPr>
          <p:cNvPr id="9" name="Picture 8" descr="c01_06_l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Impact des TIC sur la société</a:t>
            </a:r>
          </a:p>
        </p:txBody>
      </p:sp>
      <p:pic>
        <p:nvPicPr>
          <p:cNvPr id="9" name="Picture 8" descr="c01_07_advan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Impact des TIC sur la société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Communication instantanée à l'échelle mondiale.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Accès au savoir : bibliothèques numériques, cours en ligne (MOOC).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Transformation du travail : télétravail, bureautique, automatisation.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Nouveaux métiers : développeur, administrateur réseau, data scientist.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Défis : fracture numérique, protection des données, dépendance.</a:t>
            </a:r>
          </a:p>
        </p:txBody>
      </p:sp>
      <p:pic>
        <p:nvPicPr>
          <p:cNvPr id="9" name="Picture 8" descr="c01_08_div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TIC dans l'éducation</a:t>
            </a:r>
          </a:p>
        </p:txBody>
      </p:sp>
      <p:pic>
        <p:nvPicPr>
          <p:cNvPr id="9" name="Picture 8" descr="c01_09_pedag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TIC dans l'éducation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Tableaux interactifs et vidéoprojections en classe.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Plateformes e-learning : Moodle, Google Classroom, Teams.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Ressources pédagogiques numériques : vidéos, simulations, quiz.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Enseignement à distance et classes hybrides.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Suivi individualisé des apprentissages grâce aux outils numériques.</a:t>
            </a:r>
          </a:p>
        </p:txBody>
      </p:sp>
      <p:pic>
        <p:nvPicPr>
          <p:cNvPr id="9" name="Picture 8" descr="c01_10_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Numérique : concepts de base</a:t>
            </a:r>
          </a:p>
        </p:txBody>
      </p:sp>
      <p:pic>
        <p:nvPicPr>
          <p:cNvPr id="9" name="Picture 8" descr="c01_11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Numérique : concepts de 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Information analogique vs numérique.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 bit (0 ou 1) : unité élémentaire d'information.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Octet (byte) = 8 bits ; multiples : Ko, Mo, Go, To.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Codage binaire de toutes les données : textes, images, sons.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Capacité de stockage et vitesse de traitement.</a:t>
            </a:r>
          </a:p>
        </p:txBody>
      </p:sp>
      <p:pic>
        <p:nvPicPr>
          <p:cNvPr id="9" name="Picture 8" descr="c01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Perspectives et tendances</a:t>
            </a:r>
          </a:p>
        </p:txBody>
      </p:sp>
      <p:pic>
        <p:nvPicPr>
          <p:cNvPr id="9" name="Picture 8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Perspectives et tendances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Intelligence artificielle et apprentissage automatique.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Cloud computing : stockage et services en ligne.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Objets connectés (IoT) et villes intelligentes.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Big data : analyse de masses de données.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Cybersécurité : un enjeu majeur du numérique.</a:t>
            </a:r>
          </a:p>
        </p:txBody>
      </p:sp>
      <p:pic>
        <p:nvPicPr>
          <p:cNvPr id="9" name="Picture 8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Intérêt pratique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Les TIC sont présentes dans tous les domaines : santé, banque, commerce, éducation.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Maîtriser les TIC est une compétence professionnelle indispensable.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Elles permettent de gagner du temps, réduire les coûts et améliorer la qualité.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Exemples : paiement en ligne, télémédecine, e-gouvernement, e-learning.</a:t>
            </a:r>
          </a:p>
        </p:txBody>
      </p:sp>
      <p:pic>
        <p:nvPicPr>
          <p:cNvPr id="8" name="Picture 7" descr="c01_03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Auto-évaluation (QCM)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Que signifie TIC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Techniques Industriels et Commerciaux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Technologies de l'Information et de la Communication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Traitement Informatique des Calculs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Quel événement a marqué la naissance d'Internet 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L'invention du transistor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La création d'ARPANET en 1969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L'apparition du Web en 1990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Un octet contient 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4 bits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8 bits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16 bits</a:t>
            </a:r>
          </a:p>
        </p:txBody>
      </p:sp>
      <p:pic>
        <p:nvPicPr>
          <p:cNvPr id="9" name="Picture 8" descr="c01_04_e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Les TIC regroupent l'informatique, les réseaux et les télécommunications.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Elles ont transformé profondément la société, le travail et l'éducation.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Comprendre leurs fondements est la première étape vers la maîtrise du numérique.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Prochain cours : l'ordinateur et ses composants.</a:t>
            </a:r>
          </a:p>
        </p:txBody>
      </p:sp>
      <p:pic>
        <p:nvPicPr>
          <p:cNvPr id="9" name="Picture 8" descr="c01_05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Références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C. Balpe et al., « Initiation à l'informatique », Ellipses.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 Baudouin, « Introduction aux sciences de l'information », Armand Colin.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Supports de cours Module TIC, Département MI, Université de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Sites officiels : www.education.dz, www.w3schools.com.</a:t>
            </a:r>
          </a:p>
        </p:txBody>
      </p:sp>
      <p:pic>
        <p:nvPicPr>
          <p:cNvPr id="9" name="Picture 8" descr="c01_06_l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Merci de votre attention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Des questions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1_07_advan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