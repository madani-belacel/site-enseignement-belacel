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Tableur : Microsoft Excel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Qu'est-ce qu'un tableur ?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Classeur, feuilles et cellules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Formules et fonctions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Mise en forme et tableaux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Graphiques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Analyse des données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Impression et bonnes pratiques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Qu'est-ce qu'un tableur ?</a:t>
            </a:r>
          </a:p>
        </p:txBody>
      </p:sp>
      <p:pic>
        <p:nvPicPr>
          <p:cNvPr id="9" name="Picture 8" descr="c05_01_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Qu'est-ce qu'un tableur 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Logiciel de calcul automatique sur des feuilles de calcul.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Grille de cellules organisées en lignes et colonnes.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Recalcul automatique quand les données changent.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Usages : budgets, notes, statistiques, factures.</a:t>
            </a:r>
          </a:p>
        </p:txBody>
      </p:sp>
      <p:pic>
        <p:nvPicPr>
          <p:cNvPr id="9" name="Picture 8" descr="c05_02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Classeur, feuilles et cellules</a:t>
            </a:r>
          </a:p>
        </p:txBody>
      </p:sp>
      <p:pic>
        <p:nvPicPr>
          <p:cNvPr id="9" name="Picture 8" descr="c05_03_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Classeur, feuilles et cellules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Classeur = fichier Excel contenant plusieurs feuilles.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Cellule : intersection ligne/colonne (ex : B4).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Plage : ensemble continu de cellules (ex : A1:C10).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Types de contenu : nombres, textes, dates, formules.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Références relatives ($A$1) et absolues (A1).</a:t>
            </a:r>
          </a:p>
        </p:txBody>
      </p:sp>
      <p:pic>
        <p:nvPicPr>
          <p:cNvPr id="9" name="Picture 8" descr="c05_04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Formules et fonctions</a:t>
            </a:r>
          </a:p>
        </p:txBody>
      </p:sp>
      <p:pic>
        <p:nvPicPr>
          <p:cNvPr id="9" name="Picture 8" descr="c05_05_piv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Formules et fonctions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Toute formule commence par le signe =.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Opérateurs : + - * / % ^ ; priorités de calcul.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Fonctions usuelles : SOMME, MOYENNE, MAX, MIN, NB.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Fonctions conditionnelles : SI, NB.SI, SOMME.SI.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Assistant fx : recherche des fonctions.</a:t>
            </a:r>
          </a:p>
        </p:txBody>
      </p:sp>
      <p:pic>
        <p:nvPicPr>
          <p:cNvPr id="9" name="Picture 8" descr="c05_06_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Mise en forme et tableaux</a:t>
            </a:r>
          </a:p>
        </p:txBody>
      </p:sp>
      <p:pic>
        <p:nvPicPr>
          <p:cNvPr id="9" name="Picture 8" descr="c05_07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Mise en forme et tableaux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Formats de nombres : monétaire, pourcentage, décimales.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Couleurs, bordures, fusion de cellules.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Mise en forme conditionnelle : seuils colorés.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Tableaux structurés et tri/filtre des données.</a:t>
            </a:r>
          </a:p>
        </p:txBody>
      </p:sp>
      <p:pic>
        <p:nvPicPr>
          <p:cNvPr id="9" name="Picture 8" descr="c05_08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Graphiques</a:t>
            </a:r>
          </a:p>
        </p:txBody>
      </p:sp>
      <p:pic>
        <p:nvPicPr>
          <p:cNvPr id="9" name="Picture 8" descr="c05_09_spread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Graphiques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Visualiser les données : histogrammes, courbes, secteurs.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Création : sélectionner les données &gt; Insertion &gt; Graphique.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Éléments : titre, axes, légende, étiquettes.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Modifier type, couleurs et source de données.</a:t>
            </a:r>
          </a:p>
        </p:txBody>
      </p:sp>
      <p:pic>
        <p:nvPicPr>
          <p:cNvPr id="9" name="Picture 8" descr="c05_10_v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Analyse des données</a:t>
            </a:r>
          </a:p>
        </p:txBody>
      </p:sp>
      <p:pic>
        <p:nvPicPr>
          <p:cNvPr id="9" name="Picture 8" descr="c05_11_if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Analyse des données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Tri croissant/décroissant selon une ou plusieurs colonnes.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Filtres automatiques pour extraire des sous-ensembles.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Tableaux croisés dynamiques : synthèses rapides.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Valeur cible et tables d'hypothèses.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Validation des données : listes déroulantes, contraintes.</a:t>
            </a:r>
          </a:p>
        </p:txBody>
      </p:sp>
      <p:pic>
        <p:nvPicPr>
          <p:cNvPr id="9" name="Picture 8" descr="c05_1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Impression et bonnes pratiques</a:t>
            </a:r>
          </a:p>
        </p:txBody>
      </p:sp>
      <p:pic>
        <p:nvPicPr>
          <p:cNvPr id="9" name="Picture 8" descr="c05_01_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Impression et bonnes pratiques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Zone d'impression, mise en page, ajuster à une page.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Figer les volets et masquer lignes/colonnes inutiles.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Nommer les feuilles et utiliser des commentaires.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Protéger les cellules par mot de passe.</a:t>
            </a:r>
          </a:p>
        </p:txBody>
      </p:sp>
      <p:pic>
        <p:nvPicPr>
          <p:cNvPr id="9" name="Picture 8" descr="c05_02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Calculer automatiquement les moyennes et classements des étudiants.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Gérer un budget ou un inventaire sans erreurs manuelles.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Produire des graphiques pour présenter des résultats.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Analyser de grands volumes de données avec TCD et filtres.</a:t>
            </a:r>
          </a:p>
        </p:txBody>
      </p:sp>
      <p:pic>
        <p:nvPicPr>
          <p:cNvPr id="8" name="Picture 7" descr="c05_03_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Une formule commence toujours par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Le signe =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Le signe +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La lettre F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La fonction MOYENNE(A1:A10) calcule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La somme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La moyenne des cellules A1 à A10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Le maximum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$A$1 est une référence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Relative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Absolue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Mixte</a:t>
            </a:r>
          </a:p>
        </p:txBody>
      </p:sp>
      <p:pic>
        <p:nvPicPr>
          <p:cNvPr id="9" name="Picture 8" descr="c05_04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Excel automatise les calculs et la visualisation des données.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Formules, fonctions et graphiques sont les outils clés.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Les TCD permettent des analyses professionnelles.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PowerPoint, présentations.</a:t>
            </a:r>
          </a:p>
        </p:txBody>
      </p:sp>
      <p:pic>
        <p:nvPicPr>
          <p:cNvPr id="9" name="Picture 8" descr="c05_05_piv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Microsoft Support - Guide Excel.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J. Walkenbach, « Excel 2019 Bible », Wiley.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www.excel-pratique.com</a:t>
            </a:r>
          </a:p>
        </p:txBody>
      </p:sp>
      <p:pic>
        <p:nvPicPr>
          <p:cNvPr id="9" name="Picture 8" descr="c05_06_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5_07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