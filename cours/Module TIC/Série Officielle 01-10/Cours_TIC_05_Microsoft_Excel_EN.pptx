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Spreadsheet: Microsoft 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What Is a Spreadsheet?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Workbook, Sheets and Cells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Formulas and Functions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Formatting and Tables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Charts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Data Analysis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Printing and Best Practices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What Is a Spreadsheet?</a:t>
            </a:r>
          </a:p>
        </p:txBody>
      </p:sp>
      <p:pic>
        <p:nvPicPr>
          <p:cNvPr id="9" name="Picture 8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What Is a Spreadsheet?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Software for automatic calculation on worksheets.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Grid of cells organized in rows and columns.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Automatic recalculation when data changes.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Uses: budgets, grades, statistics, invoices.</a:t>
            </a:r>
          </a:p>
        </p:txBody>
      </p:sp>
      <p:pic>
        <p:nvPicPr>
          <p:cNvPr id="9" name="Picture 8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Workbook, Sheets and Cells</a:t>
            </a:r>
          </a:p>
        </p:txBody>
      </p:sp>
      <p:pic>
        <p:nvPicPr>
          <p:cNvPr id="9" name="Picture 8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Workbook, Sheets and Cells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Workbook = an Excel file containing several sheets.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Cell: row/column intersection (e.g., B4).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Range: continuous set of cells (e.g., A1:C10).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Content types: numbers, text, dates, formulas.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Relative (A1) and absolute ($A$1) references.</a:t>
            </a:r>
          </a:p>
        </p:txBody>
      </p:sp>
      <p:pic>
        <p:nvPicPr>
          <p:cNvPr id="9" name="Picture 8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Formulas and Functions</a:t>
            </a:r>
          </a:p>
        </p:txBody>
      </p:sp>
      <p:pic>
        <p:nvPicPr>
          <p:cNvPr id="9" name="Picture 8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Formulas and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Every formula starts with =.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Operators: + - * / % ^ ; calculation precedence.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Common functions: SUM, AVERAGE, MAX, MIN, COUNT.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Conditional functions: IF, COUNTIF, SUMIF.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Function wizard fx: finding functions.</a:t>
            </a:r>
          </a:p>
        </p:txBody>
      </p:sp>
      <p:pic>
        <p:nvPicPr>
          <p:cNvPr id="9" name="Picture 8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Formatting and Tables</a:t>
            </a:r>
          </a:p>
        </p:txBody>
      </p:sp>
      <p:pic>
        <p:nvPicPr>
          <p:cNvPr id="9" name="Picture 8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Formatting and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Number formats: currency, percentage, decimals.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Colors, borders, cell merging.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Conditional formatting: colored thresholds.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Structured tables and data sort/filter.</a:t>
            </a:r>
          </a:p>
        </p:txBody>
      </p:sp>
      <p:pic>
        <p:nvPicPr>
          <p:cNvPr id="9" name="Picture 8" descr="c05_08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Charts</a:t>
            </a:r>
          </a:p>
        </p:txBody>
      </p:sp>
      <p:pic>
        <p:nvPicPr>
          <p:cNvPr id="9" name="Picture 8" descr="c05_09_spread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Visualize data: column charts, line charts, pie charts.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Creation: select data &gt; Insert &gt; Chart.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Elements: title, axes, legend, labels.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Change chart type, colors and data source.</a:t>
            </a:r>
          </a:p>
        </p:txBody>
      </p:sp>
      <p:pic>
        <p:nvPicPr>
          <p:cNvPr id="9" name="Picture 8" descr="c05_10_v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Data Analysis</a:t>
            </a:r>
          </a:p>
        </p:txBody>
      </p:sp>
      <p:pic>
        <p:nvPicPr>
          <p:cNvPr id="9" name="Picture 8" descr="c05_11_if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Data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Ascending/descending sort by one or more columns.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Auto-filters to extract subsets.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Pivot tables: quick summaries.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Goal Seek and what-if tables.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Data validation: drop-down lists, constraints.</a:t>
            </a:r>
          </a:p>
        </p:txBody>
      </p:sp>
      <p:pic>
        <p:nvPicPr>
          <p:cNvPr id="9" name="Picture 8" descr="c05_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Printing and Best Practices</a:t>
            </a:r>
          </a:p>
        </p:txBody>
      </p:sp>
      <p:pic>
        <p:nvPicPr>
          <p:cNvPr id="9" name="Picture 8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Printing and Best Practices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Print area, page setup, fit to one page.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Freeze panes and hide unnecessary rows/columns.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Name sheets and add comments.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Protect cells with a password.</a:t>
            </a:r>
          </a:p>
        </p:txBody>
      </p:sp>
      <p:pic>
        <p:nvPicPr>
          <p:cNvPr id="9" name="Picture 8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Automatically compute student averages and rankings.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Manage a budget or inventory without manual errors.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Produce charts to present results.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Analyze large datasets with pivot tables and filters.</a:t>
            </a:r>
          </a:p>
        </p:txBody>
      </p:sp>
      <p:pic>
        <p:nvPicPr>
          <p:cNvPr id="8" name="Picture 7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A formula always starts with: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The = sign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The + sign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The letter F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AVERAGE(A1:A10) computes: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The sum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The average of cells A1 to A10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The maximum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$A$1 is a(n) reference: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Relative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Absolute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Mixed</a:t>
            </a:r>
          </a:p>
        </p:txBody>
      </p:sp>
      <p:pic>
        <p:nvPicPr>
          <p:cNvPr id="9" name="Picture 8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Excel automates calculations and data visualization.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Formulas, functions and charts are the key tools.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Pivot tables enable professional analysis.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PowerPoint presentations.</a:t>
            </a:r>
          </a:p>
        </p:txBody>
      </p:sp>
      <p:pic>
        <p:nvPicPr>
          <p:cNvPr id="9" name="Picture 8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Excel Guide.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Walkenbach, "Excel 2019 Bible", Wiley.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excel-easy.com</a:t>
            </a:r>
          </a:p>
        </p:txBody>
      </p:sp>
      <p:pic>
        <p:nvPicPr>
          <p:cNvPr id="9" name="Picture 8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