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05 — Microsoft Excel: Basics and Academic Uses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05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Introduction: Why use Excel at university?</a:t>
            </a:r>
          </a:p>
          <a:p>
            <a:pPr>
              <a:defRPr sz="2000"/>
            </a:pPr>
            <a:r>
              <a:t>Interface and basic concepts</a:t>
            </a:r>
          </a:p>
          <a:p>
            <a:pPr>
              <a:defRPr sz="2000"/>
            </a:pPr>
            <a:r>
              <a:t>Data entry, formatting and organization</a:t>
            </a:r>
          </a:p>
          <a:p>
            <a:pPr>
              <a:defRPr sz="2000"/>
            </a:pPr>
            <a:r>
              <a:t>Essential formulas and functions</a:t>
            </a:r>
          </a:p>
          <a:p>
            <a:pPr>
              <a:defRPr sz="2000"/>
            </a:pPr>
            <a:r>
              <a:t>Relative and absolute references</a:t>
            </a:r>
          </a:p>
          <a:p>
            <a:pPr>
              <a:defRPr sz="2000"/>
            </a:pPr>
            <a:r>
              <a:t>Creating and Customizing Charts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