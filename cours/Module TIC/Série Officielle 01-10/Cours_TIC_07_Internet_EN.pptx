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07 — Introduction to the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Course 07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 to Chapter 2: Web technology</a:t>
            </a:r>
          </a:p>
          <a:p>
            <a:pPr>
              <a:defRPr sz="2000"/>
            </a:pPr>
            <a:r>
              <a:t>Definition and history of the Internet</a:t>
            </a:r>
          </a:p>
          <a:p>
            <a:pPr>
              <a:defRPr sz="2000"/>
            </a:pPr>
            <a:r>
              <a:t>Global network and TCP/IP protocol</a:t>
            </a:r>
          </a:p>
          <a:p>
            <a:pPr>
              <a:defRPr sz="2000"/>
            </a:pPr>
            <a:r>
              <a:t>Connecting to the Internet</a:t>
            </a:r>
          </a:p>
          <a:p>
            <a:pPr>
              <a:defRPr sz="2000"/>
            </a:pPr>
            <a:r>
              <a:t>Internet and Web Differences</a:t>
            </a:r>
          </a:p>
          <a:p>
            <a:pPr>
              <a:defRPr sz="2000"/>
            </a:pPr>
            <a:r>
              <a:t>IP addressing (concepts)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