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Tutorial 05 — Microsoft Excel: Basics and Academic Uses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Tutorial 05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