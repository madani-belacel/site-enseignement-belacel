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05 — Microsoft Excel: Basics and Academic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Note table(18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Formulas(18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Absolute references(15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Graph(15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Export(14 min)</a:t>
            </a:r>
          </a:p>
        </p:txBody>
      </p:sp>
      <p:pic>
        <p:nvPicPr>
          <p:cNvPr id="4" name="Picture 3" descr="c05_01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Note table(18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Fixed:Bold headers, aligned columns, thin borders.</a:t>
            </a:r>
          </a:p>
        </p:txBody>
      </p:sp>
      <p:pic>
        <p:nvPicPr>
          <p:cNvPr id="5" name="Picture 4" descr="c05_02_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Formulas(18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Fixed:=AVERAGE(),=MIN(),=MAX()on correct ranges.</a:t>
            </a:r>
          </a:p>
        </p:txBody>
      </p:sp>
      <p:pic>
        <p:nvPicPr>
          <p:cNvPr id="5" name="Picture 4" descr="c05_03_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Absolute references(15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Statement:Add a fixed exam coefficient and calculate weighted score.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Corrected:Coefficient in $G$1, formula with absolute reference F4.</a:t>
            </a:r>
          </a:p>
        </p:txBody>
      </p:sp>
      <p:pic>
        <p:nvPicPr>
          <p:cNvPr id="5" name="Picture 4" descr="c05_04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Graph(15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Statement:Histogram of student averages.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Corrected:Insertion → Histogram, title, legends, no 3D effect.</a:t>
            </a:r>
          </a:p>
        </p:txBody>
      </p:sp>
      <p:pic>
        <p:nvPicPr>
          <p:cNvPr id="5" name="Picture 4" descr="c05_05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Statement:Save as .xlsx and export as PDF.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Corrected:Naming2026-06-04_TIC_TD5_BELACEL_v1.xlsx+ PDF.</a:t>
            </a:r>
          </a:p>
        </p:txBody>
      </p:sp>
      <p:pic>
        <p:nvPicPr>
          <p:cNvPr id="5" name="Picture 4" descr="c05_06_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pic>
        <p:nvPicPr>
          <p:cNvPr id="5" name="Picture 4" descr="c05_07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pic>
        <p:nvPicPr>
          <p:cNvPr id="5" name="Picture 4" descr="c05_08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pic>
        <p:nvPicPr>
          <p:cNvPr id="5" name="Picture 4" descr="c05_09_spread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pic>
        <p:nvPicPr>
          <p:cNvPr id="5" name="Picture 4" descr="c05_10_v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Statement:Histogram of student averages.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Statement:Save as .xlsx and export as PDF.</a:t>
            </a:r>
          </a:p>
        </p:txBody>
      </p:sp>
      <p:pic>
        <p:nvPicPr>
          <p:cNvPr id="4" name="Picture 3" descr="c05_11_if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05_1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05_01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