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10 — Internet Services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Course 10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Overview of Internet services</a:t>
            </a:r>
          </a:p>
          <a:p>
            <a:pPr>
              <a:defRPr sz="2000"/>
            </a:pPr>
            <a:r>
              <a:t>Search engines and metasearch engines</a:t>
            </a:r>
          </a:p>
          <a:p>
            <a:pPr>
              <a:defRPr sz="2000"/>
            </a:pPr>
            <a:r>
              <a:t>Email (SMTP, POP, IMAP)</a:t>
            </a:r>
          </a:p>
          <a:p>
            <a:pPr>
              <a:defRPr sz="2000"/>
            </a:pPr>
            <a:r>
              <a:t>File transfer (Drive, Dropbox)</a:t>
            </a:r>
          </a:p>
          <a:p>
            <a:pPr>
              <a:defRPr sz="2000"/>
            </a:pPr>
            <a:r>
              <a:t>Instant messaging and video conferencing</a:t>
            </a:r>
          </a:p>
          <a:p>
            <a:pPr>
              <a:defRPr sz="2000"/>
            </a:pPr>
            <a:r>
              <a:t>Security and cleanliness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10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10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10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10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10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