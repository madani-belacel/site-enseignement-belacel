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TIC COURSE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Internet Services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Course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Service Overview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Cloud Computing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Collaborative Work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E-commerce and Online Services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Social Media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Security of Online Services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Toward Responsible Use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Service Overview</a:t>
            </a:r>
          </a:p>
        </p:txBody>
      </p:sp>
      <p:pic>
        <p:nvPicPr>
          <p:cNvPr id="9" name="Picture 8" descr="c10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Service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The Web: browsing pages and websites.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Email: asynchronous communication.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File transfer: FTP, cloud storage.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Instant messaging and video conferencing.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Streaming, e-commerce, e-government, e-learning.</a:t>
            </a:r>
          </a:p>
        </p:txBody>
      </p:sp>
      <p:pic>
        <p:nvPicPr>
          <p:cNvPr id="9" name="Picture 8" descr="c10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Cloud Computing</a:t>
            </a:r>
          </a:p>
        </p:txBody>
      </p:sp>
      <p:pic>
        <p:nvPicPr>
          <p:cNvPr id="9" name="Picture 8" descr="c10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Cloud Computing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Storage and computing on remote servers.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Access from any connected device.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Examples: Google Drive, OneDrive, Dropbox, iCloud.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Models: SaaS, PaaS, IaaS.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Benefits: backup, collaboration; limit: requires connectivity.</a:t>
            </a:r>
          </a:p>
        </p:txBody>
      </p:sp>
      <p:pic>
        <p:nvPicPr>
          <p:cNvPr id="9" name="Picture 8" descr="c10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Collaborative Work</a:t>
            </a:r>
          </a:p>
        </p:txBody>
      </p:sp>
      <p:pic>
        <p:nvPicPr>
          <p:cNvPr id="9" name="Picture 8" descr="c10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Collaborative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Shared documents edited simultaneously (Google Docs, Office 365).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Project platforms: Trello, Teams, Slack.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Video conferencing: Meet, Zoom, Teams.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Wikis and co-writing spaces.</a:t>
            </a:r>
          </a:p>
        </p:txBody>
      </p:sp>
      <p:pic>
        <p:nvPicPr>
          <p:cNvPr id="9" name="Picture 8" descr="c10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E-commerce and Online Services</a:t>
            </a:r>
          </a:p>
        </p:txBody>
      </p:sp>
      <p:pic>
        <p:nvPicPr>
          <p:cNvPr id="9" name="Picture 8" descr="c10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E-commerce and Online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Online shopping: Amazon, Jumia, local stores.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Electronic payment: CIB, EDAHABIA, bank cards.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Online banking and digital wallets.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Digital government: taxes, university registration.</a:t>
            </a:r>
          </a:p>
        </p:txBody>
      </p:sp>
      <p:pic>
        <p:nvPicPr>
          <p:cNvPr id="9" name="Picture 8" descr="c10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Social Media</a:t>
            </a:r>
          </a:p>
        </p:txBody>
      </p:sp>
      <p:pic>
        <p:nvPicPr>
          <p:cNvPr id="9" name="Picture 8" descr="c10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Social Media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Facebook, Instagram, X (Twitter), LinkedIn, TikTok.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Personal and professional uses (LinkedIn = virtual CV).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Recommendation algorithms and filter bubbles.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Risks: disinformation, cyberbullying, privacy invasion.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Good practice: configure privacy settings.</a:t>
            </a:r>
          </a:p>
        </p:txBody>
      </p:sp>
      <p:pic>
        <p:nvPicPr>
          <p:cNvPr id="9" name="Picture 8" descr="c10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Security of Online Services</a:t>
            </a:r>
          </a:p>
        </p:txBody>
      </p:sp>
      <p:pic>
        <p:nvPicPr>
          <p:cNvPr id="9" name="Picture 8" descr="c10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Security of Online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Two-factor authentication (2FA).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Managing third-party app permissions.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Regular backups of your data.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GDPR / law 18-07: rights over personal data.</a:t>
            </a:r>
          </a:p>
        </p:txBody>
      </p:sp>
      <p:pic>
        <p:nvPicPr>
          <p:cNvPr id="9" name="Picture 8" descr="c10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Toward Responsible Use</a:t>
            </a:r>
          </a:p>
        </p:txBody>
      </p:sp>
      <p:pic>
        <p:nvPicPr>
          <p:cNvPr id="9" name="Picture 8" descr="c10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Toward Responsible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Controlled screen time and digital hygiene.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Verify sources before sharing.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Respect for others: netiquette and digital citizenship.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Digital carbon footprint: digital sobriety.</a:t>
            </a:r>
          </a:p>
        </p:txBody>
      </p:sp>
      <p:pic>
        <p:nvPicPr>
          <p:cNvPr id="9" name="Picture 8" descr="c10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Practical 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Use the cloud so you never lose your documents again.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Collaborate remotely on student projects.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Handle your administrative tasks online.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Build your professional profile on LinkedIn.</a:t>
            </a:r>
          </a:p>
        </p:txBody>
      </p:sp>
      <p:pic>
        <p:nvPicPr>
          <p:cNvPr id="8" name="Picture 7" descr="c10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Self-Assessment (MCQ)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What does SaaS stand for?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Software as a Service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System as an Application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Storage and Access Service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2FA is used to: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Speed up connection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Strengthen authentication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Compress files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Google Drive is a: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Cloud storage service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Email-only service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Social network</a:t>
            </a:r>
          </a:p>
        </p:txBody>
      </p:sp>
      <p:pic>
        <p:nvPicPr>
          <p:cNvPr id="9" name="Picture 8" descr="c10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Internet services transform work, commerce and government.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Cloud, collaboration and e-services offer huge gains.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Safe and responsible use is what makes these benefits real.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End of the module: put every concept into practice!</a:t>
            </a:r>
          </a:p>
        </p:txBody>
      </p:sp>
      <p:pic>
        <p:nvPicPr>
          <p:cNvPr id="9" name="Picture 8" descr="c10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Microsoft Support - OneDrive and Office 365.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GDPR - data protection guidelines.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Algerian Law 18-07 on personal data protection.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ICT Course materials, University of Mostaganem.</a:t>
            </a:r>
          </a:p>
        </p:txBody>
      </p:sp>
      <p:pic>
        <p:nvPicPr>
          <p:cNvPr id="9" name="Picture 8" descr="c10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Thank you for your attention!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10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