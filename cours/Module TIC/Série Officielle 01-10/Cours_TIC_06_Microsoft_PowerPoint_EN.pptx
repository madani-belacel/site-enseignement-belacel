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06 — Microsoft PowerPoint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Course 06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Introduction to PowerPoint</a:t>
            </a:r>
          </a:p>
          <a:p>
            <a:pPr>
              <a:defRPr sz="2000"/>
            </a:pPr>
            <a:r>
              <a:t>Interface and display modes</a:t>
            </a:r>
          </a:p>
          <a:p>
            <a:pPr>
              <a:defRPr sz="2000"/>
            </a:pPr>
            <a:r>
              <a:t>Architecture of a presentation (10 slides)</a:t>
            </a:r>
          </a:p>
          <a:p>
            <a:pPr>
              <a:defRPr sz="2000"/>
            </a:pPr>
            <a:r>
              <a:t>Professional design and template</a:t>
            </a:r>
          </a:p>
          <a:p>
            <a:pPr>
              <a:defRPr sz="2000"/>
            </a:pPr>
            <a:r>
              <a:t>Transitions and animations</a:t>
            </a:r>
          </a:p>
          <a:p>
            <a:pPr>
              <a:defRPr sz="2000"/>
            </a:pPr>
            <a:r>
              <a:t>Word and Excel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