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051560"/>
            <a:ext cx="7040880" cy="2743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7040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FFD700"/>
                </a:solidFill>
                <a:latin typeface="Calibri"/>
              </a:rPr>
              <a:t>TIC COURSE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7589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Presentations: Microsoft PowerPoint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154680" y="3703320"/>
            <a:ext cx="2377440" cy="2286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77639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BBBBBB"/>
                </a:solidFill>
                <a:latin typeface="Calibri"/>
              </a:rPr>
              <a:t>Dr. BELACEL Madani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526280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BBBBBB"/>
                </a:solidFill>
                <a:latin typeface="Calibri"/>
              </a:rPr>
              <a:t>Année universitaire 2026-2027 / Academic Year 2026-2027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806440"/>
            <a:ext cx="7040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BBBBBB"/>
                </a:solidFill>
                <a:latin typeface="Calibri"/>
              </a:rPr>
              <a:t>Université de Mostaganem - Département Mathématiques et Informatique</a:t>
            </a:r>
          </a:p>
        </p:txBody>
      </p:sp>
      <p:pic>
        <p:nvPicPr>
          <p:cNvPr id="13" name="Picture 12" descr="Université_de_Mostagan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00000"/>
            <a:ext cx="1400000" cy="14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1" i="0">
                <a:solidFill>
                  <a:srgbClr val="FFD700"/>
                </a:solidFill>
                <a:latin typeface="Calibri"/>
              </a:rPr>
              <a:t>Course Outline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1. What Is a Presentation?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2. Creating and Organizing Slides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3. Text and Multimedia Objects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4. Animations and Transitions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5. Slideshow Mode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6. Designing Good Slides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7. Sharing and Distributing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What Is a Presentation?</a:t>
            </a:r>
          </a:p>
        </p:txBody>
      </p:sp>
      <p:pic>
        <p:nvPicPr>
          <p:cNvPr id="9" name="Picture 8" descr="c06_0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1 - What Is a Presentation?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Software for creating animated slideshows.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Visual support for an oral presentation.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Slides combining text, images, sound and video.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Formats: .pptx, .ppsx (slideshow), PDF/video export.</a:t>
            </a:r>
          </a:p>
        </p:txBody>
      </p:sp>
      <p:pic>
        <p:nvPicPr>
          <p:cNvPr id="9" name="Picture 8" descr="c06_0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Creating and Organizing Slides</a:t>
            </a:r>
          </a:p>
        </p:txBody>
      </p:sp>
      <p:pic>
        <p:nvPicPr>
          <p:cNvPr id="9" name="Picture 8" descr="c06_03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2 - Creating and Organizing Slides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New slide: choose a layout (title, content...).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Slide master: overall visual consistency.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Reorganize: copy, move, duplicate, delete.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Sections to structure a long presentation.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Themes and color variants.</a:t>
            </a:r>
          </a:p>
        </p:txBody>
      </p:sp>
      <p:pic>
        <p:nvPicPr>
          <p:cNvPr id="9" name="Picture 8" descr="c06_04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Text and Multimedia Objects</a:t>
            </a:r>
          </a:p>
        </p:txBody>
      </p:sp>
      <p:pic>
        <p:nvPicPr>
          <p:cNvPr id="9" name="Picture 8" descr="c06_05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3 - Text and Multimedia Objects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Text boxes: concise titles and bullets (6x6 rule).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Pictures, icons and screenshots.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Embedded or linked video and audio.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Tables and SmartArt graphics.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Hyperlinks between slides or to the Web.</a:t>
            </a:r>
          </a:p>
        </p:txBody>
      </p:sp>
      <p:pic>
        <p:nvPicPr>
          <p:cNvPr id="9" name="Picture 8" descr="c06_06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Animations and Transitions</a:t>
            </a:r>
          </a:p>
        </p:txBody>
      </p:sp>
      <p:pic>
        <p:nvPicPr>
          <p:cNvPr id="9" name="Picture 8" descr="c06_07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4 - Animations and Transitions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Transitions: effects between two slides (fade, wipe).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Animations: object effects (entrance, emphasis, exit).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Animation order and timing.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Golden rule: keep it sober to stay professional.</a:t>
            </a:r>
          </a:p>
        </p:txBody>
      </p:sp>
      <p:pic>
        <p:nvPicPr>
          <p:cNvPr id="9" name="Picture 8" descr="c06_08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Slideshow Mode</a:t>
            </a:r>
          </a:p>
        </p:txBody>
      </p:sp>
      <p:pic>
        <p:nvPicPr>
          <p:cNvPr id="9" name="Picture 8" descr="c06_09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5 - Slideshow Mode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Start: F5 (from beginning) / Shift+F5 (current slide).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Navigate: click, arrows, wheel; Esc to quit.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Virtual pen, annotations, black/white screen.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Presenter view: private notes and timer.</a:t>
            </a:r>
          </a:p>
        </p:txBody>
      </p:sp>
      <p:pic>
        <p:nvPicPr>
          <p:cNvPr id="9" name="Picture 8" descr="c06_10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Designing Good Slides</a:t>
            </a:r>
          </a:p>
        </p:txBody>
      </p:sp>
      <p:pic>
        <p:nvPicPr>
          <p:cNvPr id="9" name="Picture 8" descr="c06_1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6 - Designing Good Slides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Clear structure: title, outline, body, conclusion.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Little text, many visual examples.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Readable contrast: dark background + light text.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Consistent fonts and colors.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Rehearse and time your presentation.</a:t>
            </a:r>
          </a:p>
        </p:txBody>
      </p:sp>
      <p:pic>
        <p:nvPicPr>
          <p:cNvPr id="9" name="Picture 8" descr="c06_1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Sharing and Distributing</a:t>
            </a:r>
          </a:p>
        </p:txBody>
      </p:sp>
      <p:pic>
        <p:nvPicPr>
          <p:cNvPr id="9" name="Picture 8" descr="c06_0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7 - Sharing and Distributing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PDF export: universal sharing without animation.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MP4 video: self-running presentation.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Online delivery: Teams, Zoom, SharePoint.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File compression: images and media.</a:t>
            </a:r>
          </a:p>
        </p:txBody>
      </p:sp>
      <p:pic>
        <p:nvPicPr>
          <p:cNvPr id="9" name="Picture 8" descr="c06_0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8C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0B3D2E"/>
                </a:solidFill>
                <a:latin typeface="Calibri"/>
              </a:rPr>
              <a:t>Practical Interest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Present your projects and talks professionally.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Defenses: a good slideshow highlights your work.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Teaching: pedagogical visual aids.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Business communication: meetings and annual reports.</a:t>
            </a:r>
          </a:p>
        </p:txBody>
      </p:sp>
      <p:pic>
        <p:nvPicPr>
          <p:cNvPr id="8" name="Picture 7" descr="c06_03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57200"/>
            <a:ext cx="72237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D700"/>
                </a:solidFill>
                <a:latin typeface="Calibri"/>
              </a:rPr>
              <a:t>Self-Assessment (MCQ)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188720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7223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1. Which key starts the slideshow from the beginning?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F2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F5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F9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2. A transition applies: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To objects on one slide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Between two slides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To the whole file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3. Presenter view lets you: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See your notes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Use a timer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Both</a:t>
            </a:r>
          </a:p>
        </p:txBody>
      </p:sp>
      <p:pic>
        <p:nvPicPr>
          <p:cNvPr id="9" name="Picture 8" descr="c06_04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D700"/>
                </a:solidFill>
                <a:latin typeface="Calibri"/>
              </a:rPr>
              <a:t>Conclusion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154680" y="1371600"/>
            <a:ext cx="237744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PowerPoint turns ideas into striking visual aids.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Simplicity, structure and readability make quality slides.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Animations must serve the message, not distract from it.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Next course: Internet basics.</a:t>
            </a:r>
          </a:p>
        </p:txBody>
      </p:sp>
      <p:pic>
        <p:nvPicPr>
          <p:cNvPr id="9" name="Picture 8" descr="c06_05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D700"/>
                </a:solidFill>
                <a:latin typeface="Calibri"/>
              </a:rPr>
              <a:t>References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7223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Microsoft Support - PowerPoint Guide.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G. Reynolds, "Presentation Zen", Peachpit Press.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ICT Course materials, University of Mostaganem.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Presentation community resources.</a:t>
            </a:r>
          </a:p>
        </p:txBody>
      </p:sp>
      <p:pic>
        <p:nvPicPr>
          <p:cNvPr id="9" name="Picture 8" descr="c06_06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463040"/>
            <a:ext cx="7040880" cy="2743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70408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800" b="1" i="0">
                <a:solidFill>
                  <a:srgbClr val="FFD700"/>
                </a:solidFill>
                <a:latin typeface="Calibri"/>
              </a:rPr>
              <a:t>Thank you for your attention!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7040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20640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BBBBBB"/>
                </a:solidFill>
                <a:latin typeface="Calibri"/>
              </a:rPr>
              <a:t>Dr. BELACEL Madani</a:t>
            </a:r>
          </a:p>
        </p:txBody>
      </p:sp>
      <p:pic>
        <p:nvPicPr>
          <p:cNvPr id="10" name="Picture 9" descr="c06_07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