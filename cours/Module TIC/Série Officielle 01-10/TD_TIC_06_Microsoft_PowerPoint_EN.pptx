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Tutorial 06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ICT Tutorial 06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 — Structure 10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Slide 1: title.</a:t>
            </a:r>
          </a:p>
          <a:p>
            <a:pPr>
              <a:defRPr sz="2000"/>
            </a:pPr>
            <a:r>
              <a:t>Slide 2: objectives or problem.</a:t>
            </a:r>
          </a:p>
          <a:p>
            <a:pPr>
              <a:defRPr sz="2000"/>
            </a:pPr>
            <a:r>
              <a:t>Slide 3: plan in 3 parts.</a:t>
            </a:r>
          </a:p>
          <a:p>
            <a:pPr>
              <a:defRPr sz="2000"/>
            </a:pPr>
            <a:r>
              <a:t>Slides 4–7: one idea per slide.</a:t>
            </a:r>
          </a:p>
          <a:p>
            <a:pPr>
              <a:defRPr sz="2000"/>
            </a:pPr>
            <a:r>
              <a:t>Slide 8: concrete example.</a:t>
            </a:r>
          </a:p>
          <a:p>
            <a:pPr>
              <a:defRPr sz="2000"/>
            </a:pPr>
            <a:r>
              <a:t>Slide 9: summary.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06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 — Text reduction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Identify the central idea.</a:t>
            </a:r>
          </a:p>
          <a:p>
            <a:pPr>
              <a:defRPr sz="2000"/>
            </a:pPr>
            <a:r>
              <a:t>Remove redundancies and unnecessary adverbs.</a:t>
            </a:r>
          </a:p>
          <a:p>
            <a:pPr>
              <a:defRPr sz="2000"/>
            </a:pPr>
            <a:r>
              <a:t>Use nominalizations (“growth” vs “there has been an increase”).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 — Bland transition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Transitions → Fondu → Appliquer à tout.</a:t>
            </a:r>
          </a:p>
          <a:p>
            <a:pPr>
              <a:defRPr sz="2000"/>
            </a:pPr>
            <a:r>
              <a:t>Durée : 0,7 s dans le volet Transitions.</a:t>
            </a:r>
          </a:p>
          <a:p>
            <a:pPr>
              <a:defRPr sz="2000"/>
            </a:pPr>
            <a:r>
              <a:t>Tester en mode Diaporama (`F5`).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06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Insertion graphique Excel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Excel : sélectionner graphique → Copier.</a:t>
            </a:r>
          </a:p>
          <a:p>
            <a:pPr>
              <a:defRPr sz="2000"/>
            </a:pPr>
            <a:r>
              <a:t>PowerPoint slide 8 → Coller → Coller spécial → Image (bitmap) si stabilité requise.</a:t>
            </a:r>
          </a:p>
          <a:p>
            <a:pPr>
              <a:defRPr sz="2000"/>
            </a:pPr>
            <a:r>
              <a:t>Redimensionner en conservant les proportions (`Maj` + glisser coin).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— Export et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Fichier → Exporter → Créer PDF.</a:t>
            </a:r>
          </a:p>
          <a:p>
            <a:pPr>
              <a:defRPr sz="2000"/>
            </a:pPr>
            <a:r>
              <a:t>Ouvrir PDF : texte lisible, pas de coupure.</a:t>
            </a:r>
          </a:p>
          <a:p>
            <a:pPr>
              <a:defRPr sz="2000"/>
            </a:pPr>
            <a:r>
              <a:t>Vérifier numérotation et titre sur chaque slide si prévus par le modèle.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06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06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06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