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06 Microsoft PowerPoint 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  <p:pic>
        <p:nvPicPr>
          <p:cNvPr id="5" name="Picture 4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Structure 10 slides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Text reduction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Bland transition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Insertion graphique Excel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Export et checklist</a:t>
            </a:r>
          </a:p>
        </p:txBody>
      </p:sp>
      <p:pic>
        <p:nvPicPr>
          <p:cNvPr id="4" name="Picture 3" descr="c06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Structure 10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Slide 1: title.</a:t>
            </a:r>
            <a:br/>
            <a:r>
              <a:t>- Slide 2: objectives or problem.</a:t>
            </a:r>
            <a:br/>
            <a:r>
              <a:t>- Slide 3: plan in 3 parts.</a:t>
            </a:r>
            <a:br/>
            <a:r>
              <a:t>- Slides 4–7: one idea per slide.</a:t>
            </a:r>
            <a:br/>
            <a:r>
              <a:t>- Slide 8: concrete example.</a:t>
            </a:r>
            <a:br/>
            <a:r>
              <a:t>- Slide 9: summary.</a:t>
            </a:r>
            <a:br/>
            <a:r>
              <a:t>- Slide 10: conclusion / questions.</a:t>
            </a:r>
          </a:p>
        </p:txBody>
      </p:sp>
      <p:pic>
        <p:nvPicPr>
          <p:cNvPr id="5" name="Picture 4" descr="c06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Text reduction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Identify the central idea.</a:t>
            </a:r>
            <a:br/>
            <a:r>
              <a:t>- Remove redundancies and unnecessary adverbs.</a:t>
            </a:r>
            <a:br/>
            <a:r>
              <a:t>- Use nominalizations (“growth” vs “there has been an increase”).</a:t>
            </a:r>
          </a:p>
        </p:txBody>
      </p:sp>
      <p:pic>
        <p:nvPicPr>
          <p:cNvPr id="5" name="Picture 4" descr="c06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Bland transition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Transitions → Fondu → Appliquer à tout.</a:t>
            </a:r>
            <a:br/>
            <a:r>
              <a:t>- Durée : 0,7 s dans le volet Transitions.</a:t>
            </a:r>
            <a:br/>
            <a:r>
              <a:t>- Tester en mode Diaporama (F5).</a:t>
            </a:r>
          </a:p>
        </p:txBody>
      </p:sp>
      <p:pic>
        <p:nvPicPr>
          <p:cNvPr id="5" name="Picture 4" descr="c06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Insertion graphique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:Coller un graphique créé en TD Excel dans la slide 8 d'une présentation.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Excel : sélectionner graphique → Copier.</a:t>
            </a:r>
            <a:br/>
            <a:r>
              <a:t>- PowerPoint slide 8 → Coller → Coller spécial → Image (bitmap) si stabilité requise.</a:t>
            </a:r>
            <a:br/>
            <a:r>
              <a:t>- Redimensionner en conservant les proportions (Maj+ glisser coin).</a:t>
            </a:r>
          </a:p>
        </p:txBody>
      </p:sp>
      <p:pic>
        <p:nvPicPr>
          <p:cNvPr id="5" name="Picture 4" descr="c06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Export et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:Exporter en PDF et vérifier la checklist qualité (lisibilité, 10 slides, pied de page).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Fichier → Exporter → Créer PDF.</a:t>
            </a:r>
            <a:br/>
            <a:r>
              <a:t>- Ouvrir PDF : texte lisible, pas de coupure.</a:t>
            </a:r>
            <a:br/>
            <a:r>
              <a:t>- Vérifier numérotation et titre sur chaque slide si prévus par le modèle.</a:t>
            </a:r>
          </a:p>
        </p:txBody>
      </p:sp>
      <p:pic>
        <p:nvPicPr>
          <p:cNvPr id="5" name="Picture 4" descr="c06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  <p:pic>
        <p:nvPicPr>
          <p:cNvPr id="5" name="Picture 4" descr="c06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  <p:pic>
        <p:nvPicPr>
          <p:cNvPr id="5" name="Picture 4" descr="c06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  <p:pic>
        <p:nvPicPr>
          <p:cNvPr id="5" name="Picture 4" descr="c06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</p:txBody>
      </p:sp>
      <p:pic>
        <p:nvPicPr>
          <p:cNvPr id="5" name="Picture 4" descr="c06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Statement:Sketch on paper the structure of a presentation of 10 slides on a theme from the ICT module.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Statement:Rewrite a paragraph of 80 words in 4 bullet points of 6 words maximum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la transitionFonduà toutes les slides et régler la durée à 0,7 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:Coller un graphique créé en TD Excel dans la slide 8 d'une présentation.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:Exporter en PDF et vérifier la checklist qualité (lisibilité, 10 slides, pied de page).</a:t>
            </a:r>
          </a:p>
        </p:txBody>
      </p:sp>
      <p:pic>
        <p:nvPicPr>
          <p:cNvPr id="4" name="Picture 3" descr="c06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  <p:pic>
        <p:nvPicPr>
          <p:cNvPr id="4" name="Picture 3" descr="c06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pic>
        <p:nvPicPr>
          <p:cNvPr id="4" name="Picture 3" descr="c06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