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Microsoft PowerPoint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Text reduction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Bland transition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</p:txBody>
      </p:sp>
      <p:pic>
        <p:nvPicPr>
          <p:cNvPr id="4" name="Picture 3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Slide 1: title.</a:t>
            </a:r>
            <a:br/>
            <a:r>
              <a:t>- Slide 2: objectives or problem.</a:t>
            </a:r>
            <a:br/>
            <a:r>
              <a:t>- Slide 3: plan in 3 parts.</a:t>
            </a:r>
            <a:br/>
            <a:r>
              <a:t>- Slides 4–7: one idea per slide.</a:t>
            </a:r>
            <a:br/>
            <a:r>
              <a:t>- Slide 8: concrete example.</a:t>
            </a:r>
            <a:br/>
            <a:r>
              <a:t>- Slide 9: summary.</a:t>
            </a:r>
            <a:br/>
            <a:r>
              <a:t>- Slide 10: conclusion / questions.</a:t>
            </a:r>
          </a:p>
        </p:txBody>
      </p:sp>
      <p:pic>
        <p:nvPicPr>
          <p:cNvPr id="5" name="Picture 4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Text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Identify the central idea.</a:t>
            </a:r>
            <a:br/>
            <a:r>
              <a:t>- Remove redundancies and unnecessary adverbs.</a:t>
            </a:r>
            <a:br/>
            <a:r>
              <a:t>- Use nominalizations (“growth” vs “there has been an increase”).</a:t>
            </a:r>
          </a:p>
        </p:txBody>
      </p:sp>
      <p:pic>
        <p:nvPicPr>
          <p:cNvPr id="5" name="Picture 4" descr="c06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Bland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pic>
        <p:nvPicPr>
          <p:cNvPr id="5" name="Picture 4" descr="c06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pic>
        <p:nvPicPr>
          <p:cNvPr id="5" name="Picture 4" descr="c06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pic>
        <p:nvPicPr>
          <p:cNvPr id="5" name="Picture 4" descr="c06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pic>
        <p:nvPicPr>
          <p:cNvPr id="5" name="Picture 4" descr="c06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pic>
        <p:nvPicPr>
          <p:cNvPr id="5" name="Picture 4" descr="c06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pic>
        <p:nvPicPr>
          <p:cNvPr id="5" name="Picture 4" descr="c06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pic>
        <p:nvPicPr>
          <p:cNvPr id="5" name="Picture 4" descr="c06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pic>
        <p:nvPicPr>
          <p:cNvPr id="4" name="Picture 3" descr="c06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6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