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Les Services Internet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Panorama des services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Le cloud computing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Travail collaboratif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E-commerce et services en ligne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Réseaux sociaux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Sécurité des services en ligne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Vers un usage responsable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Panorama des services</a:t>
            </a:r>
          </a:p>
        </p:txBody>
      </p:sp>
      <p:pic>
        <p:nvPicPr>
          <p:cNvPr id="9" name="Picture 8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Panorama des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Le Web : consultation de pages et sites.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Courrier électronique : communication asynchrone.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Transfert de fichiers : FTP, cloud storage.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Messagerie instantanée et visioconférence.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Streaming, e-commerce, e-gouvernement, e-learning.</a:t>
            </a:r>
          </a:p>
        </p:txBody>
      </p:sp>
      <p:pic>
        <p:nvPicPr>
          <p:cNvPr id="9" name="Picture 8" descr="c10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Le cloud computing</a:t>
            </a:r>
          </a:p>
        </p:txBody>
      </p:sp>
      <p:pic>
        <p:nvPicPr>
          <p:cNvPr id="9" name="Picture 8" descr="c10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Le cloud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Stockage et calcul sur des serveurs distants.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Accès depuis n'importe quel appareil connecté.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Exemples : Google Drive, OneDrive, Dropbox, iCloud.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Modèles SaaS, PaaS, IaaS.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Avantages : sauvegarde, collaboration ; limite : connexion requise.</a:t>
            </a:r>
          </a:p>
        </p:txBody>
      </p:sp>
      <p:pic>
        <p:nvPicPr>
          <p:cNvPr id="9" name="Picture 8" descr="c10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Travail collaboratif</a:t>
            </a:r>
          </a:p>
        </p:txBody>
      </p:sp>
      <p:pic>
        <p:nvPicPr>
          <p:cNvPr id="9" name="Picture 8" descr="c10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Travail collaboratif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Documents partagés édités simultanément (Google Docs, Office 365).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Plateformes de projet : Trello, Teams, Slack.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Visioconférences : Meet, Zoom, Teams.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Wikis et espaces de co-écriture.</a:t>
            </a:r>
          </a:p>
        </p:txBody>
      </p:sp>
      <p:pic>
        <p:nvPicPr>
          <p:cNvPr id="9" name="Picture 8" descr="c10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E-commerce et services en ligne</a:t>
            </a:r>
          </a:p>
        </p:txBody>
      </p:sp>
      <p:pic>
        <p:nvPicPr>
          <p:cNvPr id="9" name="Picture 8" descr="c10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E-commerce et services en ligne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Achats en ligne : Amazon, Jumia, boutiques locales.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Paiement électronique : CIB, EDAHABIA, cartes bancaires.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Banque en ligne et portefeuilles digitaux.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Administrations numériques : impôts, inscriptions universitaires.</a:t>
            </a:r>
          </a:p>
        </p:txBody>
      </p:sp>
      <p:pic>
        <p:nvPicPr>
          <p:cNvPr id="9" name="Picture 8" descr="c10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Réseaux sociaux</a:t>
            </a:r>
          </a:p>
        </p:txBody>
      </p:sp>
      <p:pic>
        <p:nvPicPr>
          <p:cNvPr id="9" name="Picture 8" descr="c10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Réseaux sociaux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Facebook, Instagram, X (Twitter), LinkedIn, TikTok.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Usages personnels et professionnels (LinkedIn = carnet virtuel).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Algorithmes de recommandation et bulles informationnelles.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Risques : désinformation, cyberharcèlement, atteinte vie privée.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Bonne pratique : paramétrer la confidentialité.</a:t>
            </a:r>
          </a:p>
        </p:txBody>
      </p:sp>
      <p:pic>
        <p:nvPicPr>
          <p:cNvPr id="9" name="Picture 8" descr="c10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Sécurité des services en ligne</a:t>
            </a:r>
          </a:p>
        </p:txBody>
      </p:sp>
      <p:pic>
        <p:nvPicPr>
          <p:cNvPr id="9" name="Picture 8" descr="c10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Sécurité des services en ligne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Authentification à deux facteurs (2FA).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Gestion des autorisations des applications tierces.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Sauvegardes régulières de ses données.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RGPD / loi 18-07 : droits sur les données personnelles.</a:t>
            </a:r>
          </a:p>
        </p:txBody>
      </p:sp>
      <p:pic>
        <p:nvPicPr>
          <p:cNvPr id="9" name="Picture 8" descr="c10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Vers un usage responsable</a:t>
            </a:r>
          </a:p>
        </p:txBody>
      </p:sp>
      <p:pic>
        <p:nvPicPr>
          <p:cNvPr id="9" name="Picture 8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Vers un usage responsable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Temps d'écran maîtrisé et hygiène numérique.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Vérification des sources avant partage.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Respect d'autrui : netiquette et citoyenneté numérique.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Empreinte carbone du numérique : sobriété.</a:t>
            </a:r>
          </a:p>
        </p:txBody>
      </p:sp>
      <p:pic>
        <p:nvPicPr>
          <p:cNvPr id="9" name="Picture 8" descr="c10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Utiliser le cloud pour ne plus jamais perdre vos documents.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Collaborer à distance sur des projets étudiants.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Effectuer vos démarches administratives en ligne.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Valoriser votre profil professionnel sur LinkedIn.</a:t>
            </a:r>
          </a:p>
        </p:txBody>
      </p:sp>
      <p:pic>
        <p:nvPicPr>
          <p:cNvPr id="8" name="Picture 7" descr="c10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Que signifie SaaS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Software as a Service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System as an Application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Storage and Access Service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La 2FA sert à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Accélérer la connexion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Renforcer l'authentification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Compresser les fichiers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Google Drive est un service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De cloud storage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De messagerie uniquement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De réseau social</a:t>
            </a:r>
          </a:p>
        </p:txBody>
      </p:sp>
      <p:pic>
        <p:nvPicPr>
          <p:cNvPr id="9" name="Picture 8" descr="c10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Les services Internet transforment travail, commerce et administration.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Cloud, collaboration et e-services offrent des gains énormes.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Un usage sûr et responsable conditionne ces bénéfices.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Fin du module : mettez en pratique chaque notion vue !</a:t>
            </a:r>
          </a:p>
        </p:txBody>
      </p:sp>
      <p:pic>
        <p:nvPicPr>
          <p:cNvPr id="9" name="Picture 8" descr="c10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OneDrive et Office 365.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CNIL - RGPD et protection des données.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Loi algérienne 18-07 sur la protection des données personnelles.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</p:txBody>
      </p:sp>
      <p:pic>
        <p:nvPicPr>
          <p:cNvPr id="9" name="Picture 8" descr="c10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10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