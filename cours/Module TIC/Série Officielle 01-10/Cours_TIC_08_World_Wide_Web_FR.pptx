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 World Wide Web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Web ≠ 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Concepts fondamentaux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Langages du Web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Hébergement et publication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Du Web 1.0 au Web 3.0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Navigation efficace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Qualité et fiabilité des contenus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Web ≠ Internet</a:t>
            </a:r>
          </a:p>
        </p:txBody>
      </p:sp>
      <p:pic>
        <p:nvPicPr>
          <p:cNvPr id="9" name="Picture 8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Web ≠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Internet = infrastructure réseau mondiale.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= service fonctionnant SUR Internet (hypertexte).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Autres services : e-mail, FTP, messagerie instantanée.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Inventé par Tim Berners-Lee au CERN en 1989-1991.</a:t>
            </a:r>
          </a:p>
        </p:txBody>
      </p:sp>
      <p:pic>
        <p:nvPicPr>
          <p:cNvPr id="9" name="Picture 8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Concepts fondamentaux</a:t>
            </a:r>
          </a:p>
        </p:txBody>
      </p:sp>
      <p:pic>
        <p:nvPicPr>
          <p:cNvPr id="9" name="Picture 8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Concepts fondamentaux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Site web : ensemble de pages reliées par des liens hypertextes.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URL : adresse d'une ressource (protocole://domaine/chemin).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HTTP/HTTPS : protocole de transfert des pages web.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Client (navigateur) / serveur web : modèle requête-réponse.</a:t>
            </a:r>
          </a:p>
        </p:txBody>
      </p:sp>
      <p:pic>
        <p:nvPicPr>
          <p:cNvPr id="9" name="Picture 8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Langages du Web</a:t>
            </a:r>
          </a:p>
        </p:txBody>
      </p:sp>
      <p:pic>
        <p:nvPicPr>
          <p:cNvPr id="9" name="Picture 8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Langages du Web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HTML : structure et contenu des pages.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CSS : mise en forme et style visuel.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JavaScript : interactivité côté navigateur.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PHP, Python, ASP.NET : programmation côté serveur.</a:t>
            </a:r>
          </a:p>
        </p:txBody>
      </p:sp>
      <p:pic>
        <p:nvPicPr>
          <p:cNvPr id="9" name="Picture 8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Hébergement et publication</a:t>
            </a:r>
          </a:p>
        </p:txBody>
      </p:sp>
      <p:pic>
        <p:nvPicPr>
          <p:cNvPr id="9" name="Picture 8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Hébergement et publication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Nom de domaine : enregistrement (.dz, .com, .org...).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Hébergeur : serveur permanent connecté 24h/24.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Transfert des fichiers via FTP/SFTP.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CMS : WordPress, Joomla pour créer sans coder.</a:t>
            </a:r>
          </a:p>
        </p:txBody>
      </p:sp>
      <p:pic>
        <p:nvPicPr>
          <p:cNvPr id="9" name="Picture 8" descr="c08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Du Web 1.0 au Web 3.0</a:t>
            </a:r>
          </a:p>
        </p:txBody>
      </p:sp>
      <p:pic>
        <p:nvPicPr>
          <p:cNvPr id="9" name="Picture 8" descr="c08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Du Web 1.0 au Web 3.0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1.0 : pages statiques en lecture seule.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2.0 : participatif, réseaux sociaux, wikis, blogs.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sémantique (3.0) : données structurées, IA.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Applications riches : SPA, cloud, temps réel.</a:t>
            </a:r>
          </a:p>
        </p:txBody>
      </p:sp>
      <p:pic>
        <p:nvPicPr>
          <p:cNvPr id="9" name="Picture 8" descr="c08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Navigation efficace</a:t>
            </a:r>
          </a:p>
        </p:txBody>
      </p:sp>
      <p:pic>
        <p:nvPicPr>
          <p:cNvPr id="9" name="Picture 8" descr="c08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Navigation efficace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Onglets et favoris pour gérer plusieurs sources.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Recherche avancée et filtres.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Extensions utiles : bloqueur de pub, traducteur.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Mode privé et effacement de l'historique.</a:t>
            </a:r>
          </a:p>
        </p:txBody>
      </p:sp>
      <p:pic>
        <p:nvPicPr>
          <p:cNvPr id="9" name="Picture 8" descr="c08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Qualité et fiabilité des contenus</a:t>
            </a:r>
          </a:p>
        </p:txBody>
      </p:sp>
      <p:pic>
        <p:nvPicPr>
          <p:cNvPr id="9" name="Picture 8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Qualité et fiabilité des contenus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Vérifier l'auteur, la date et la source du site.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Croiser l'information avec plusieurs références.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Attention aux fausses informations (fake news).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Citer ses sources : respect du droit d'auteur.</a:t>
            </a:r>
          </a:p>
        </p:txBody>
      </p:sp>
      <p:pic>
        <p:nvPicPr>
          <p:cNvPr id="9" name="Picture 8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Créer son propre site ou portfolio professionnel en ligne.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Utiliser le Web comme outil de veille scientifique.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Comprendre le fonctionnement derrière chaque clic.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Base indispensable pour apprendre le développement web.</a:t>
            </a:r>
          </a:p>
        </p:txBody>
      </p:sp>
      <p:pic>
        <p:nvPicPr>
          <p:cNvPr id="8" name="Picture 7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Qui a inventé le Web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Bill Gates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Tim Berners-Lee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Steve Jobs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HTML sert à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Styliser la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Structurer le contenu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Gérer la base de données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Le Web 2.0 se caractérise par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Des pages statiques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La participation des utilisateurs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L'absence de liens</a:t>
            </a:r>
          </a:p>
        </p:txBody>
      </p:sp>
      <p:pic>
        <p:nvPicPr>
          <p:cNvPr id="9" name="Picture 8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 Web est le service le plus utilisé d'Internet.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URL, HTTP, HTML/CSS forment le socle technique.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L'esprit critique reste essentiel face à l'information en ligne.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les réseaux informatiques.</a:t>
            </a:r>
          </a:p>
        </p:txBody>
      </p:sp>
      <p:pic>
        <p:nvPicPr>
          <p:cNvPr id="9" name="Picture 8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T. Berners-Lee, « Weaving the Web », HarperBusiness.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MDN Web Docs (developer.mozilla.org).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www.w3.org - consortium du Web.</a:t>
            </a:r>
          </a:p>
        </p:txBody>
      </p:sp>
      <p:pic>
        <p:nvPicPr>
          <p:cNvPr id="9" name="Picture 8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