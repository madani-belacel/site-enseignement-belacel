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The Windows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Role of the Operating System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Windows Overview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Desktop and Taskbar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Managing Files and Folders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Settings and Personalization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Useful Keyboard Shortcuts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Maintenance and Security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Role of the Operating System</a:t>
            </a:r>
          </a:p>
        </p:txBody>
      </p:sp>
      <p:pic>
        <p:nvPicPr>
          <p:cNvPr id="9" name="Picture 8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Role of the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Intermediate layer between user and hardware.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Manages CPU, memory, files and peripherals.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Provides a friendly graphical interface (GUI).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Examples: Windows, Linux, macOS, Android, iOS.</a:t>
            </a:r>
          </a:p>
        </p:txBody>
      </p:sp>
      <p:pic>
        <p:nvPicPr>
          <p:cNvPr id="9" name="Picture 8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Windows Overview</a:t>
            </a:r>
          </a:p>
        </p:txBody>
      </p:sp>
      <p:pic>
        <p:nvPicPr>
          <p:cNvPr id="9" name="Picture 8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Windows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Developed by Microsoft since 1985.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Versions: XP, 7, 8, 10, 11.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Graphical interface: windows, icons, menus, pointer (WIMP).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Multitasking and multi-user.</a:t>
            </a:r>
          </a:p>
        </p:txBody>
      </p:sp>
      <p:pic>
        <p:nvPicPr>
          <p:cNvPr id="9" name="Picture 8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Desktop and Taskbar</a:t>
            </a:r>
          </a:p>
        </p:txBody>
      </p:sp>
      <p:pic>
        <p:nvPicPr>
          <p:cNvPr id="9" name="Picture 8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Desktop and Taskbar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Desktop: main workspace with icons and shortcuts.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Taskbar: open applications and notification area.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Start menu: access to programs and settings.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Recycle Bin: restore or permanently delete files.</a:t>
            </a:r>
          </a:p>
        </p:txBody>
      </p:sp>
      <p:pic>
        <p:nvPicPr>
          <p:cNvPr id="9" name="Picture 8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Managing Files and Folders</a:t>
            </a:r>
          </a:p>
        </p:txBody>
      </p:sp>
      <p:pic>
        <p:nvPicPr>
          <p:cNvPr id="9" name="Picture 8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Managing Files and Folders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Hierarchy: drive &gt; folder &gt; subfolder &gt; file.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File Explorer: browsing and organizing.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Operations: create, copy, move, rename, delete.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Extensions: .txt, .docx, .xlsx, .pdf, .jpg, .exe.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Searching and sorting files.</a:t>
            </a:r>
          </a:p>
        </p:txBody>
      </p:sp>
      <p:pic>
        <p:nvPicPr>
          <p:cNvPr id="9" name="Picture 8" descr="c03_08_file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Settings and Personalization</a:t>
            </a:r>
          </a:p>
        </p:txBody>
      </p:sp>
      <p:pic>
        <p:nvPicPr>
          <p:cNvPr id="9" name="Picture 8" descr="c03_09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Settings and Personalization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Control Panel / Settings: system configuration.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Personalization: wallpaper, theme, colors.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User accounts: administrator vs standard user.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Date/time, language, keyboard, display and sound.</a:t>
            </a:r>
          </a:p>
        </p:txBody>
      </p:sp>
      <p:pic>
        <p:nvPicPr>
          <p:cNvPr id="9" name="Picture 8" descr="c03_10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Useful Keyboard Shortcuts</a:t>
            </a:r>
          </a:p>
        </p:txBody>
      </p:sp>
      <p:pic>
        <p:nvPicPr>
          <p:cNvPr id="9" name="Picture 8" descr="c03_11_r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Useful Keyboard Shortcuts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Ctrl+C / Ctrl+X / Ctrl+V: copy / cut / paste.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Ctrl+Z: undo; Ctrl+S: save.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Alt+Tab: switch between windows.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Win+D: show desktop; Win+E: file explorer.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Ctrl+Alt+Del: task manager.</a:t>
            </a:r>
          </a:p>
        </p:txBody>
      </p:sp>
      <p:pic>
        <p:nvPicPr>
          <p:cNvPr id="9" name="Picture 8" descr="c03_12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Maintenance and Security</a:t>
            </a:r>
          </a:p>
        </p:txBody>
      </p:sp>
      <p:pic>
        <p:nvPicPr>
          <p:cNvPr id="9" name="Picture 8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Maintenance and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Regular updates via Windows Update.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Antivirus: protection against viruses and malware.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Disk cleanup and defragmentation.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Backing up important data.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Task Manager: monitoring processes.</a:t>
            </a:r>
          </a:p>
        </p:txBody>
      </p:sp>
      <p:pic>
        <p:nvPicPr>
          <p:cNvPr id="9" name="Picture 8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Organize course documents efficiently in folders.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Use shortcuts to work faster.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Fix a frozen PC with the task manager.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Secure your data: password, backups, antivirus.</a:t>
            </a:r>
          </a:p>
        </p:txBody>
      </p:sp>
      <p:pic>
        <p:nvPicPr>
          <p:cNvPr id="8" name="Picture 7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What is the main role of an OS?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Drawing pictures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Managing hardware and software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Only connecting to the Internet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Which extension belongs to a Word document?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.xlsx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.docx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.mp3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Ctrl+Z is used to: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Copy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Undo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Paste</a:t>
            </a:r>
          </a:p>
        </p:txBody>
      </p:sp>
      <p:pic>
        <p:nvPicPr>
          <p:cNvPr id="9" name="Picture 8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Windows provides a simple yet powerful graphical interface.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Mastering files, folders and shortcuts is essential.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Good maintenance ensures performance and security.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Microsoft Word word processing.</a:t>
            </a:r>
          </a:p>
        </p:txBody>
      </p:sp>
      <p:pic>
        <p:nvPicPr>
          <p:cNvPr id="9" name="Picture 8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Windows 10/11 documentation.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"Windows 10 for Dummies", Wiley.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support.microsoft.com</a:t>
            </a:r>
          </a:p>
        </p:txBody>
      </p:sp>
      <p:pic>
        <p:nvPicPr>
          <p:cNvPr id="9" name="Picture 8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