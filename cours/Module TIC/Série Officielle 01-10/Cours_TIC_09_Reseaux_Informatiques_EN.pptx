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Computer Networks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What Is a Network?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Network Types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Network Topologies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The OSI and TCP/IP Models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IP Addressing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Tools and Troubleshooting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Network Security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What Is a Network?</a:t>
            </a:r>
          </a:p>
        </p:txBody>
      </p:sp>
      <p:pic>
        <p:nvPicPr>
          <p:cNvPr id="9" name="Picture 8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What Is a Network?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Interconnected devices exchanging data.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Goals: sharing resources, files, printers, Internet access.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Media: wired (copper, fiber) or wireless links.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Equipment: network cards, switches, routers, access points.</a:t>
            </a:r>
          </a:p>
        </p:txBody>
      </p:sp>
      <p:pic>
        <p:nvPicPr>
          <p:cNvPr id="9" name="Picture 8" descr="c09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Network Types</a:t>
            </a:r>
          </a:p>
        </p:txBody>
      </p:sp>
      <p:pic>
        <p:nvPicPr>
          <p:cNvPr id="9" name="Picture 8" descr="c09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Network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PAN: personal network (Bluetooth), a few meters.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LAN: local area network (home, lab, company).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MAN: metropolitan area network (city).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WAN: wide area network (the Internet connects millions of LANs).</a:t>
            </a:r>
          </a:p>
        </p:txBody>
      </p:sp>
      <p:pic>
        <p:nvPicPr>
          <p:cNvPr id="9" name="Picture 8" descr="c09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Network Topologies</a:t>
            </a:r>
          </a:p>
        </p:txBody>
      </p:sp>
      <p:pic>
        <p:nvPicPr>
          <p:cNvPr id="9" name="Picture 8" descr="c09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Network Topologies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Bus: one shared cable (legacy).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Star: everything goes through a central switch (today's standard).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Ring: loop transmission (Token Ring).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Mesh: maximum redundancy for reliability.</a:t>
            </a:r>
          </a:p>
        </p:txBody>
      </p:sp>
      <p:pic>
        <p:nvPicPr>
          <p:cNvPr id="9" name="Picture 8" descr="c09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The OSI and TCP/IP Models</a:t>
            </a:r>
          </a:p>
        </p:txBody>
      </p:sp>
      <p:pic>
        <p:nvPicPr>
          <p:cNvPr id="9" name="Picture 8" descr="c09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The OSI and TCP/IP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OSI: 7 layers, from physical cable to application.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TCP/IP: 4 layers, the real Internet model.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Physical, link, network (IP) and transport (TCP/UDP) layers.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Each layer provides a service to the layer above.</a:t>
            </a:r>
          </a:p>
        </p:txBody>
      </p:sp>
      <p:pic>
        <p:nvPicPr>
          <p:cNvPr id="9" name="Picture 8" descr="c09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IP Addressing</a:t>
            </a:r>
          </a:p>
        </p:txBody>
      </p:sp>
      <p:pic>
        <p:nvPicPr>
          <p:cNvPr id="9" name="Picture 8" descr="c09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IP Addressing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IPv4: 32-bit address (e.g., 192.168.1.10).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Classes and subnet mask (/24, /16...).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Private vs public addresses; NAT for Internet access.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IPv6: 128 bits, virtually unlimited space.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DHCP: automatic address assignment.</a:t>
            </a:r>
          </a:p>
        </p:txBody>
      </p:sp>
      <p:pic>
        <p:nvPicPr>
          <p:cNvPr id="9" name="Picture 8" descr="c09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Tools and Troubleshooting</a:t>
            </a:r>
          </a:p>
        </p:txBody>
      </p:sp>
      <p:pic>
        <p:nvPicPr>
          <p:cNvPr id="9" name="Picture 8" descr="c09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Tools and Troubleshooting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ping: test whether a machine is reachable.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ipconfig / ifconfig: display your IP configuration.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tracert: trace the route to a destination.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nslookup: query the DNS.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Cable tester and equipment LEDs.</a:t>
            </a:r>
          </a:p>
        </p:txBody>
      </p:sp>
      <p:pic>
        <p:nvPicPr>
          <p:cNvPr id="9" name="Picture 8" descr="c09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Network Security</a:t>
            </a:r>
          </a:p>
        </p:txBody>
      </p:sp>
      <p:pic>
        <p:nvPicPr>
          <p:cNvPr id="9" name="Picture 8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Network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Firewall: filter inbound and outbound traffic.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Secured Wi-Fi: WPA2/WPA3 with a strong password.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VPN: encrypted tunnel for remote access.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Monitoring: logs and intrusion detection.</a:t>
            </a:r>
          </a:p>
        </p:txBody>
      </p:sp>
      <p:pic>
        <p:nvPicPr>
          <p:cNvPr id="9" name="Picture 8" descr="c09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Install and configure a small LAN (home, lab).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Share printers and files among colleagues.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Troubleshoot a network issue with ping and ipconfig.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Understand the basis for network certifications (CCNA...).</a:t>
            </a:r>
          </a:p>
        </p:txBody>
      </p:sp>
      <p:pic>
        <p:nvPicPr>
          <p:cNvPr id="8" name="Picture 7" descr="c09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A LAN is: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A local area network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A worldwide network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A cable type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How many layers does the OSI model have?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4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5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7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Which command tests connectivity to a machine?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ping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dir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copy</a:t>
            </a:r>
          </a:p>
        </p:txBody>
      </p:sp>
      <p:pic>
        <p:nvPicPr>
          <p:cNvPr id="9" name="Picture 8" descr="c09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Networks enable universal resource sharing.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Topology, addressing and protocols are their foundations.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Network security must be planned from the design stage.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Internet services.</a:t>
            </a:r>
          </a:p>
        </p:txBody>
      </p:sp>
      <p:pic>
        <p:nvPicPr>
          <p:cNvPr id="9" name="Picture 8" descr="c09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A. Tanenbaum, "Computer Networks", Pearson.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J.-F. Pillou, "TCP/IP Networks", Dunod.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www.cisco.com - CCNA resources.</a:t>
            </a:r>
          </a:p>
        </p:txBody>
      </p:sp>
      <p:pic>
        <p:nvPicPr>
          <p:cNvPr id="9" name="Picture 8" descr="c09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9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