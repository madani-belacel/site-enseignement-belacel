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ICT course 09 — Computer networks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ICT Course 09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09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Course 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Introduction to Networks</a:t>
            </a:r>
          </a:p>
          <a:p>
            <a:pPr>
              <a:defRPr sz="2000"/>
            </a:pPr>
            <a:r>
              <a:t>Types of networks (LAN, MAN, WAN)</a:t>
            </a:r>
          </a:p>
          <a:p>
            <a:pPr>
              <a:defRPr sz="2000"/>
            </a:pPr>
            <a:r>
              <a:t>Topologies: bus, ring, star</a:t>
            </a:r>
          </a:p>
          <a:p>
            <a:pPr>
              <a:defRPr sz="2000"/>
            </a:pPr>
            <a:r>
              <a:t>Topologies: mesh and tree</a:t>
            </a:r>
          </a:p>
          <a:p>
            <a:pPr>
              <a:defRPr sz="2000"/>
            </a:pPr>
            <a:r>
              <a:t>Components of a network</a:t>
            </a:r>
          </a:p>
          <a:p>
            <a:pPr>
              <a:defRPr sz="2000"/>
            </a:pPr>
            <a:r>
              <a:t>IP and DHCP addressing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09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09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09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09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09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09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09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09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09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