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05 — Microsoft Excel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 TD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Accueil et consignes : 5 min</a:t>
            </a:r>
          </a:p>
          <a:p>
            <a:pPr>
              <a:defRPr sz="2000"/>
            </a:pPr>
            <a:r>
              <a:t>⏱️ Exercice 1 — Tableau de notes : 18 min</a:t>
            </a:r>
          </a:p>
          <a:p>
            <a:pPr>
              <a:defRPr sz="2000"/>
            </a:pPr>
            <a:r>
              <a:t>⏱️ Exercice 2 — Formules de base : 18 min</a:t>
            </a:r>
          </a:p>
          <a:p>
            <a:pPr>
              <a:defRPr sz="2000"/>
            </a:pPr>
            <a:r>
              <a:t>⏱️ Exercice 3 — Références absolues : 15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polycopié TD</a:t>
            </a:r>
          </a:p>
          <a:p>
            <a:pPr>
              <a:defRPr sz="2000"/>
            </a:pPr>
            <a:r>
              <a:t>1️⃣ Travail guidé</a:t>
            </a:r>
          </a:p>
          <a:p>
            <a:pPr>
              <a:defRPr sz="2000"/>
            </a:pPr>
            <a:r>
              <a:t>1️⃣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Énoncé polycopié TD</a:t>
            </a:r>
          </a:p>
          <a:p>
            <a:pPr>
              <a:defRPr sz="2000"/>
            </a:pPr>
            <a:r>
              <a:t>2️⃣ Travail guidé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Énoncé polycopié TD</a:t>
            </a:r>
          </a:p>
          <a:p>
            <a:pPr>
              <a:defRPr sz="2000"/>
            </a:pPr>
            <a:r>
              <a:t>3️⃣ Travail guidé</a:t>
            </a:r>
          </a:p>
          <a:p>
            <a:pPr>
              <a:defRPr sz="2000"/>
            </a:pPr>
            <a:r>
              <a:t>3️⃣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Énoncé polycopié TD</a:t>
            </a:r>
          </a:p>
          <a:p>
            <a:pPr>
              <a:defRPr sz="2000"/>
            </a:pPr>
            <a:r>
              <a:t>4️⃣ Travail guidé</a:t>
            </a:r>
          </a:p>
          <a:p>
            <a:pPr>
              <a:defRPr sz="2000"/>
            </a:pPr>
            <a:r>
              <a:t>4️⃣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(14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Énoncé polycopié TD</a:t>
            </a:r>
          </a:p>
          <a:p>
            <a:pPr>
              <a:defRPr sz="2000"/>
            </a:pPr>
            <a:r>
              <a:t>5️⃣ Travail guidé</a:t>
            </a:r>
          </a:p>
          <a:p>
            <a:pPr>
              <a:defRPr sz="2000"/>
            </a:pPr>
            <a:r>
              <a:t>5️⃣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Timing (suite)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Exercice 4 — Graphique : 15 min</a:t>
            </a:r>
          </a:p>
          <a:p>
            <a:pPr>
              <a:defRPr sz="2000"/>
            </a:pPr>
            <a:r>
              <a:t>⏱️ Exercice 5 — Export et bonnes pratiques : 14 min</a:t>
            </a:r>
          </a:p>
          <a:p>
            <a:pPr>
              <a:defRPr sz="2000"/>
            </a:pPr>
            <a:r>
              <a:t>⏱️ Correction collective et synthèse : 5 min</a:t>
            </a:r>
          </a:p>
          <a:p>
            <a:pPr>
              <a:defRPr sz="2000"/>
            </a:pPr>
            <a:r>
              <a:t>⏱️ Total : 90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Relire cours PDF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