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Le Système d'Exploitation Windows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Rôle du système d'exploitation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Présentation de Windows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Le Bureau et la Barre des tâches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Gestion des fichiers et dossiers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Paramètres et personnalisation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Raccourcis clavier utiles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Maintenance et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Rôle du système d'exploitation</a:t>
            </a:r>
          </a:p>
        </p:txBody>
      </p:sp>
      <p:pic>
        <p:nvPicPr>
          <p:cNvPr id="9" name="Picture 8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Rôle du système d'exploitation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Intermédiaire entre l'utilisateur et le matériel.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Gère le processeur, la mémoire, les fichiers et les périphériques.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Fournit une interface graphique conviviale (GUI).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Exemples : Windows, Linux, macOS, Android, iOS.</a:t>
            </a:r>
          </a:p>
        </p:txBody>
      </p:sp>
      <p:pic>
        <p:nvPicPr>
          <p:cNvPr id="9" name="Picture 8" descr="c03_02_file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Présentation de Windows</a:t>
            </a:r>
          </a:p>
        </p:txBody>
      </p:sp>
      <p:pic>
        <p:nvPicPr>
          <p:cNvPr id="9" name="Picture 8" descr="c03_03_start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Présentation de Windows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Développé par Microsoft depuis 1985.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Versions : XP, 7, 8, 10, 11.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Interface graphique : fenêtres, icônes, menus, pointeur (WIMP).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Multi-tâches et multi-utilisateurs.</a:t>
            </a:r>
          </a:p>
        </p:txBody>
      </p:sp>
      <p:pic>
        <p:nvPicPr>
          <p:cNvPr id="9" name="Picture 8" descr="c03_04_task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Le Bureau et la Barre des tâches</a:t>
            </a:r>
          </a:p>
        </p:txBody>
      </p:sp>
      <p:pic>
        <p:nvPicPr>
          <p:cNvPr id="9" name="Picture 8" descr="c03_05_control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Le Bureau et la Barre des tâches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Bureau : espace de travail principal avec icônes et raccourcis.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Barre des tâches : applications ouvertes, zone de notification.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Menu Démarrer : accès aux programmes et réglages.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Corbeille : récupération ou suppression définitive de fichiers.</a:t>
            </a:r>
          </a:p>
        </p:txBody>
      </p:sp>
      <p:pic>
        <p:nvPicPr>
          <p:cNvPr id="9" name="Picture 8" descr="c03_06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Gestion des fichiers et dossiers</a:t>
            </a:r>
          </a:p>
        </p:txBody>
      </p:sp>
      <p:pic>
        <p:nvPicPr>
          <p:cNvPr id="9" name="Picture 8" descr="c03_07_short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Gestion des fichiers et dossiers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Hiérarchie : lecteur &gt; dossier &gt; sous-dossier &gt; fichier.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Explorateur de fichiers : navigation et organisation.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Opérations : créer, copier, déplacer, renommer, supprimer.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Extensions : .txt, .docx, .xlsx, .pdf, .jpg, .exe.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Recherche et tri des fichiers.</a:t>
            </a:r>
          </a:p>
        </p:txBody>
      </p:sp>
      <p:pic>
        <p:nvPicPr>
          <p:cNvPr id="9" name="Picture 8" descr="c03_08_file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Paramètres et personnalisation</a:t>
            </a:r>
          </a:p>
        </p:txBody>
      </p:sp>
      <p:pic>
        <p:nvPicPr>
          <p:cNvPr id="9" name="Picture 8" descr="c03_09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Paramètres et personnalisation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Panneau de configuration / Paramètres : réglages système.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Personnalisation : fond d'écran, thème, couleurs.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Comptes utilisateurs : administrateur vs utilisateur standard.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Date/heure, langue, clavier, écran et son.</a:t>
            </a:r>
          </a:p>
        </p:txBody>
      </p:sp>
      <p:pic>
        <p:nvPicPr>
          <p:cNvPr id="9" name="Picture 8" descr="c03_10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Raccourcis clavier utiles</a:t>
            </a:r>
          </a:p>
        </p:txBody>
      </p:sp>
      <p:pic>
        <p:nvPicPr>
          <p:cNvPr id="9" name="Picture 8" descr="c03_11_r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Raccourcis clavier utiles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Ctrl+C / Ctrl+X / Ctrl+V : copier / couvrir / coller.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Ctrl+Z : annuler ; Ctrl+S : enregistrer.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Alt+Tab : basculer entre les fenêtres.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Windows+D : afficher le bureau ; Windows+E : explorateur.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Ctrl+Alt+Suppr : gestionnaire des tâches.</a:t>
            </a:r>
          </a:p>
        </p:txBody>
      </p:sp>
      <p:pic>
        <p:nvPicPr>
          <p:cNvPr id="9" name="Picture 8" descr="c03_12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Maintenance et sécurité</a:t>
            </a:r>
          </a:p>
        </p:txBody>
      </p:sp>
      <p:pic>
        <p:nvPicPr>
          <p:cNvPr id="9" name="Picture 8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Maintenance et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Mises à jour régulières de Windows Update.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Antivirus : protection contre malwares et virus.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Nettoyage du disque et défragmentation.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Sauvegarde des données importantes.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Gestionnaire des tâches : surveiller les processus.</a:t>
            </a:r>
          </a:p>
        </p:txBody>
      </p:sp>
      <p:pic>
        <p:nvPicPr>
          <p:cNvPr id="9" name="Picture 8" descr="c03_02_file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Organiser efficacement ses documents de cours dans des dossiers.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Utiliser les raccourcis pour travailler plus vite.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Résoudre un PC bloqué via le gestionnaire des tâches.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Sécuriser ses données : mot de passe, sauvegardes, antivirus.</a:t>
            </a:r>
          </a:p>
        </p:txBody>
      </p:sp>
      <p:pic>
        <p:nvPicPr>
          <p:cNvPr id="8" name="Picture 7" descr="c03_03_start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Quel est le rôle principal d'un OS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Dessiner des images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Gérer le matériel et les logiciels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Se connecter à Internet uniquement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Quelle extension correspond à un document Word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.xlsx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.docx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.mp3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Ctrl+Z permet de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Copier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Annuler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Coller</a:t>
            </a:r>
          </a:p>
        </p:txBody>
      </p:sp>
      <p:pic>
        <p:nvPicPr>
          <p:cNvPr id="9" name="Picture 8" descr="c03_04_task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Windows fournit une interface graphique simple et puissante.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La maîtrise des fichiers, dossiers et raccourcis est essentielle.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Une bonne maintenance garantit performance et sécurité.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Microsoft Word, traitement de texte.</a:t>
            </a:r>
          </a:p>
        </p:txBody>
      </p:sp>
      <p:pic>
        <p:nvPicPr>
          <p:cNvPr id="9" name="Picture 8" descr="c03_05_control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documentation Windows 10/11.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M. Bideaud et al., « Windows 10 pour les nuls », First Interactive.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support.microsoft.com</a:t>
            </a:r>
          </a:p>
        </p:txBody>
      </p:sp>
      <p:pic>
        <p:nvPicPr>
          <p:cNvPr id="9" name="Picture 8" descr="c03_06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3_07_short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