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04 — Microsoft Word: Academic Office Automation and Page Layout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ICT Course 04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Importance of Microsoft Word in the university career</a:t>
            </a:r>
          </a:p>
          <a:p>
            <a:pPr>
              <a:defRPr sz="2000"/>
            </a:pPr>
            <a:r>
              <a:t>Word interface and main areas</a:t>
            </a:r>
          </a:p>
          <a:p>
            <a:pPr>
              <a:defRPr sz="2000"/>
            </a:pPr>
            <a:r>
              <a:t>Academic layout (university standards)</a:t>
            </a:r>
          </a:p>
          <a:p>
            <a:pPr>
              <a:defRPr sz="2000"/>
            </a:pPr>
            <a:r>
              <a:t>Professional use of Styles</a:t>
            </a:r>
          </a:p>
          <a:p>
            <a:pPr>
              <a:defRPr sz="2000"/>
            </a:pPr>
            <a:r>
              <a:t>Automatic table of contents</a:t>
            </a:r>
          </a:p>
          <a:p>
            <a:pPr>
              <a:defRPr sz="2000"/>
            </a:pPr>
            <a:r>
              <a:t>Tables, lists and visual elements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