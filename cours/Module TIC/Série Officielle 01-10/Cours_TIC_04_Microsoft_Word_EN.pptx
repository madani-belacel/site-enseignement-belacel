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Word Processing: Microsoft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What Is Word Processing?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The Word Interface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Text Formatting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Page Layout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Objects: Tables, Images, Shapes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Checking and Reviewing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Printing and Exporting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What Is Word Processing?</a:t>
            </a:r>
          </a:p>
        </p:txBody>
      </p:sp>
      <p:pic>
        <p:nvPicPr>
          <p:cNvPr id="9" name="Picture 8" descr="c04_01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What Is Word Processing?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Software for creating and formatting text documents.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Advantages over paper: easy editing, correction, duplication.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Word is the world's most used editor (.docx format).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Alternatives: LibreOffice Writer, Google Docs.</a:t>
            </a:r>
          </a:p>
        </p:txBody>
      </p:sp>
      <p:pic>
        <p:nvPicPr>
          <p:cNvPr id="9" name="Picture 8" descr="c04_02_forma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The Word Interface</a:t>
            </a:r>
          </a:p>
        </p:txBody>
      </p:sp>
      <p:pic>
        <p:nvPicPr>
          <p:cNvPr id="9" name="Picture 8" descr="c04_03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The Word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Ribbon: Home, Insert, Layout, References tabs...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Editing area with rulers and scroll bars.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Status bar: page count, word count, language.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Quick Access Toolbar: save, undo, redo.</a:t>
            </a:r>
          </a:p>
        </p:txBody>
      </p:sp>
      <p:pic>
        <p:nvPicPr>
          <p:cNvPr id="9" name="Picture 8" descr="c04_04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Text Formatting</a:t>
            </a:r>
          </a:p>
        </p:txBody>
      </p:sp>
      <p:pic>
        <p:nvPicPr>
          <p:cNvPr id="9" name="Picture 8" descr="c04_05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Text Formatting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Font: type, size, bold, italic, underline, color.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Alignment: left, center, right, justified.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Bulleted and numbered lists.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Line spacing and paragraph spacing.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Format Painter: copying formats.</a:t>
            </a:r>
          </a:p>
        </p:txBody>
      </p:sp>
      <p:pic>
        <p:nvPicPr>
          <p:cNvPr id="9" name="Picture 8" descr="c04_06_header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Page Layout</a:t>
            </a:r>
          </a:p>
        </p:txBody>
      </p:sp>
      <p:pic>
        <p:nvPicPr>
          <p:cNvPr id="9" name="Picture 8" descr="c04_07_page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Page 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Margins, orientation (portrait/landscape), A4 paper size.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Headers and footers: titles, page numbers, date.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Inserting page and section breaks.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Columns and text boxes.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Themes and quick styles.</a:t>
            </a:r>
          </a:p>
        </p:txBody>
      </p:sp>
      <p:pic>
        <p:nvPicPr>
          <p:cNvPr id="9" name="Picture 8" descr="c04_08_mail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Objects: Tables, Images, Shapes</a:t>
            </a:r>
          </a:p>
        </p:txBody>
      </p:sp>
      <p:pic>
        <p:nvPicPr>
          <p:cNvPr id="9" name="Picture 8" descr="c04_09_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Objects: Tables, Images, Shapes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Insert a table: rows, columns, merge, borders.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Pictures: insert, resize, text wrapping.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Shapes, SmartArt and charts.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Symbols and mathematical equations.</a:t>
            </a:r>
          </a:p>
        </p:txBody>
      </p:sp>
      <p:pic>
        <p:nvPicPr>
          <p:cNvPr id="9" name="Picture 8" descr="c04_10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Checking and Reviewing</a:t>
            </a:r>
          </a:p>
        </p:txBody>
      </p:sp>
      <p:pic>
        <p:nvPicPr>
          <p:cNvPr id="9" name="Picture 8" descr="c04_11_h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Checking and Reviewing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Spelling and grammar checking (F7).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Synonyms: the thesaurus.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Find and replace (Ctrl+F, Ctrl+H).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Comments and track changes.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Document comparison.</a:t>
            </a:r>
          </a:p>
        </p:txBody>
      </p:sp>
      <p:pic>
        <p:nvPicPr>
          <p:cNvPr id="9" name="Picture 8" descr="c04_12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Printing and Exporting</a:t>
            </a:r>
          </a:p>
        </p:txBody>
      </p:sp>
      <p:pic>
        <p:nvPicPr>
          <p:cNvPr id="9" name="Picture 8" descr="c04_01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Printing and Exporting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Print preview: check the layout first.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Options: number of copies, selected pages, duplex.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Export to PDF: universal read-only format.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Saving: .docx, .doc (compatibility), templates .dotx.</a:t>
            </a:r>
          </a:p>
        </p:txBody>
      </p:sp>
      <p:pic>
        <p:nvPicPr>
          <p:cNvPr id="9" name="Picture 8" descr="c04_02_forma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Write professional reports, theses and CVs.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Create academic documents that meet standards.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Produce minutes, letters and certificates quickly.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Export to PDF to share safely without edits.</a:t>
            </a:r>
          </a:p>
        </p:txBody>
      </p:sp>
      <p:pic>
        <p:nvPicPr>
          <p:cNvPr id="8" name="Picture 7" descr="c04_03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Which key starts spell checking?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F1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F7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F12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The header is located: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At the bottom of the page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At the top of the page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In the right margin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To justify text use: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Ctrl+J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Ctrl+E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Ctrl+U</a:t>
            </a:r>
          </a:p>
        </p:txBody>
      </p:sp>
      <p:pic>
        <p:nvPicPr>
          <p:cNvPr id="9" name="Picture 8" descr="c04_04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Word easily structures, formats and corrects your documents.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Styles and page layout ensure clean documents.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PDF export secures final sharing.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Microsoft Excel spreadsheets.</a:t>
            </a:r>
          </a:p>
        </p:txBody>
      </p:sp>
      <p:pic>
        <p:nvPicPr>
          <p:cNvPr id="9" name="Picture 8" descr="c04_05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Word Guide.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"Word 2019 for Dummies", Wiley.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Office community forums.</a:t>
            </a:r>
          </a:p>
        </p:txBody>
      </p:sp>
      <p:pic>
        <p:nvPicPr>
          <p:cNvPr id="9" name="Picture 8" descr="c04_06_header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4_07_page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