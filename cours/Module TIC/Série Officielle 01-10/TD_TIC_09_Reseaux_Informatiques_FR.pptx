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1097280"/>
            <a:ext cx="2743200" cy="548640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1097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val="FFFFFF"/&gt;</a:solidFill>
              </a:defRPr>
            </a:pPr>
            <a:r>
              <a:t>COURS TIC 09 - 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09 — Réseaux informatiques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val="EEF1F4"/&gt;</a:solidFill>
              </a:defRPr>
            </a:pPr>
            <a:r>
              <a:t>Module TIC · Licence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val="93B39E"/&gt;</a:solidFill>
              </a:defRPr>
            </a:pPr>
            <a:r>
              <a:t>Dr. BELACEL Madani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niversité_de_Mostagan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00000"/>
            <a:ext cx="1400000" cy="14000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402336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val="007A55"/&gt;</a:solidFill>
              </a:defRPr>
            </a:pPr>
            <a:r>
              <a:t>Plan du cours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27432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1.  Exercice 1 — Types de réseaux</a:t>
            </a:r>
          </a:p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2.  Exercice 2 — Topologies</a:t>
            </a:r>
          </a:p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3.  Exercice 3 — Composants réseau</a:t>
            </a:r>
          </a:p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4.  Exercice 4 — Adressage et DHCP</a:t>
            </a:r>
          </a:p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5.  Exercice 5 — Cas campus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1 — Types de réseaux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:Associer LAN, MAN, WAN à : salle informatique, réseau ville, Internet mondial.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détaillé :- Salle informatique → LAN (Local Area Network).</a:t>
            </a:r>
            <a:br/>
            <a:r>
              <a:t>- Réseau ville → MAN (Metropolitan Area Network).</a:t>
            </a:r>
            <a:br/>
            <a:r>
              <a:t>- Internet mondial → WAN (Wide Area Network).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Comprendre les réseaux vous aide à résoudre les problèmes de connexion en cours.</a:t>
            </a:r>
          </a:p>
        </p:txBody>
      </p:sp>
      <p:pic>
        <p:nvPicPr>
          <p:cNvPr id="9" name="Picture 8" descr="c09_0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2 — Topologies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:Dessiner une topologie en étoile avec 4 postes et un switch central. Citer un avantage.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détaillé :- 4 PC reliés individuellement au switch (hub central).</a:t>
            </a:r>
            <a:br/>
            <a:r>
              <a:t>- Avantage : panne d'un câble n'affecte qu'un poste ; dépannage facilité.</a:t>
            </a:r>
            <a:br/>
            <a:r>
              <a:t>- Très courante en Wi-Fi (point d'accès = centre).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9_0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3 — Composants réseau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:Relier composant et rôle : switch, routeur, carte réseau, câble Ethernet.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détaillé :- Switch : interconnecte machines en LAN.</a:t>
            </a:r>
            <a:br/>
            <a:r>
              <a:t>- Routeur : relie LAN à Internet (routage IP).</a:t>
            </a:r>
            <a:br/>
            <a:r>
              <a:t>- Carte réseau (NIC) : interface machine/réseau.</a:t>
            </a:r>
            <a:br/>
            <a:r>
              <a:t>- Câble Ethernet : support de transmission filaire.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Comprendre les réseaux vous aide à résoudre les problèmes de connexion en cours.</a:t>
            </a:r>
          </a:p>
        </p:txBody>
      </p:sp>
      <p:pic>
        <p:nvPicPr>
          <p:cNvPr id="9" name="Picture 8" descr="c09_03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4 — Adressage et DHCP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:Un poste affiche169.254.x.x. Quel problème probable ? Quel protocole résout l'attribution d'IP ?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détaillé :- Adresse APIPA : pas de serveur DHCP joignable (Wi-Fi non connecté ou box éteinte).</a:t>
            </a:r>
            <a:br/>
            <a:r>
              <a:t>- DHCP doit attribuer IP, masque, passerelle, DNS.</a:t>
            </a:r>
            <a:br/>
            <a:r>
              <a:t>- Solution : vérifier connexion Wi-Fi/Ethernet, redémarrer box, contacter support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9_04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5 — Cas campus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:Proposer 3 règles de bon usage du réseau universitaire.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détaillé :1. Usage pédagogique et recherche (pas de téléchargements illégaux).</a:t>
            </a:r>
            <a:br/>
            <a:r>
              <a:t>2. Ne pas partager identifiants Wi-Fi institutionnels.</a:t>
            </a:r>
            <a:br/>
            <a:r>
              <a:t>3. Respecter charte informatique (sécurité, bande passante, imprimantes partagées).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9_05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9_06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9_07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9_08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9_09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9_10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9_1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Synthèse : Intérêt pratique global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1 — Types de réseaux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2 — Topologies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3 — Composants réseau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4 — Adressage et DHCP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5 — Cas campus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Ensemble, ces compétences numériques vous permettent de travailler efficacement, communiquer professionnellement et résoudre les problèmes courants de la vie universitaire.</a:t>
            </a:r>
          </a:p>
        </p:txBody>
      </p:sp>
      <p:pic>
        <p:nvPicPr>
          <p:cNvPr id="9" name="Picture 8" descr="c09_1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1 — Types de réseaux</a:t>
            </a:r>
          </a:p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2 — Topologies</a:t>
            </a:r>
          </a:p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3 — Composants réseau</a:t>
            </a:r>
          </a:p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4 — Adressage et DHCP</a:t>
            </a:r>
          </a:p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5 — Cas campus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0"/>
            <a:ext cx="768096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val="93B39E"/&gt;</a:solidFill>
              </a:defRPr>
            </a:pPr>
            <a:r>
              <a:t>Dr. BELACEL Madani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09_0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402336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val="69788B"/&gt;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val="69788B"/&gt;</a:solidFill>
              </a:defRPr>
            </a:pPr>
            <a:r>
              <a:t>Références et ressources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val="69788B"/&gt;</a:solidFill>
              </a:defRPr>
            </a:pPr>
            <a:r>
              <a:t>•  Programme national TIC - Ministère</a:t>
            </a:r>
          </a:p>
          <a:p>
            <a:pPr>
              <a:spcAft>
                <a:spcPts val="600"/>
              </a:spcAft>
              <a:defRPr sz="1400">
                <a:solidFill>val="69788B"/&gt;</a:solidFill>
              </a:defRPr>
            </a:pPr>
            <a:r>
              <a:t>•  UIT - Définitions TIC</a:t>
            </a:r>
          </a:p>
          <a:p>
            <a:pPr>
              <a:spcAft>
                <a:spcPts val="600"/>
              </a:spcAft>
              <a:defRPr sz="1400">
                <a:solidFill>val="69788B"/&gt;</a:solidFill>
              </a:defRPr>
            </a:pPr>
            <a:r>
              <a:t>•  UNESCO - Compétences numériques</a:t>
            </a:r>
          </a:p>
          <a:p>
            <a:pPr>
              <a:spcAft>
                <a:spcPts val="600"/>
              </a:spcAft>
              <a:defRPr sz="1400">
                <a:solidFill>val="69788B"/&gt;</a:solidFill>
              </a:defRPr>
            </a:pPr>
            <a:r>
              <a:t>•  Guide Moodle Univ-Mosta</a:t>
            </a:r>
          </a:p>
        </p:txBody>
      </p:sp>
      <p:pic>
        <p:nvPicPr>
          <p:cNvPr id="5" name="Picture 4" descr="c09_0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