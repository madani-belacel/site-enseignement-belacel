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03 -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03 — Windows : Interface, Fichiers et Personnalisation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Identification de l'interface(15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Création d'arborescence(18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Nommage professionnel(15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Raccourcis clavier(15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Sécurité(17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Identification de l'interface(15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:Sur une capture d'écran, identifiez 8 éléments du Bureau Windows.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:Bureau, icônes, barre des tâches, menu Démarrer, zone de notification, fenêtre active, corbeille, barre de recherche.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Création d'arborescence(18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:Structure conforme à la convention du cours avec sous-dossiers datés.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Nommage professionnel(15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:Renommez 5 fichiers selonAAAA-MM-JJ_Module_Type_Nom_vX.ext.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:Ex.2026-06-04_TIC_TD3_BELACEL_v1.docx— pas de caractères interdits.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3_start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Raccourcis clavier(15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:Ctrl+C, Ctrl+X, Ctrl+V, Ctrl+Z, Windows+L.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4_task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Sécurité(17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:Listez 6 règles de sécurité importantes pour un étudiant.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:Verrouillage session, sauvegardes 3-2-1, mises à jour, antivirus, prudence USB, mots de passe forts.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Protéger vos données personnelles et académiques est une responsabilité numérique essentielle.</a:t>
            </a:r>
          </a:p>
        </p:txBody>
      </p:sp>
      <p:pic>
        <p:nvPicPr>
          <p:cNvPr id="9" name="Picture 8" descr="c03_05_control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6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7_shortc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8_file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09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10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3_11_r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Identification de l'interface(15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Création d'arborescence(18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Nommage professionnel(15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Raccourcis clavier(15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Sécurité(17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3_12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Identification de l'interface(15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Création d'arborescence(18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Nommage professionnel(15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Raccourcis clavier(15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Sécurité(17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3_01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3_02_file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