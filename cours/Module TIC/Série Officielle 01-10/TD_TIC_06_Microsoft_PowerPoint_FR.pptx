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val="FFFFFF"/&gt;</a:solidFill>
              </a:defRPr>
            </a:pPr>
            <a:r>
              <a:t>COURS TIC 06 - 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06 — Microsoft PowerPoint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val="EEF1F4"/&gt;</a:solidFill>
              </a:defRPr>
            </a:pPr>
            <a:r>
              <a:t>Module TIC · Licence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val="007A55"/&gt;</a:solidFill>
              </a:defRPr>
            </a:pPr>
            <a:r>
              <a:t>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1.  Exercice 1 — Structure 10 slides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2.  Exercice 2 — Réduction de texte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3.  Exercice 3 — Transition fade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4.  Exercice 4 — Insertion graphique Excel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5.  Exercice 5 — Export et checklist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1 — Structure 10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Slide 1 : titre.</a:t>
            </a:r>
            <a:br/>
            <a:r>
              <a:t>- Slide 2 : objectifs ou problématique.</a:t>
            </a:r>
            <a:br/>
            <a:r>
              <a:t>- Slide 3 : plan en 3 parties.</a:t>
            </a:r>
            <a:br/>
            <a:r>
              <a:t>- Slides 4–7 : une idée par slide.</a:t>
            </a:r>
            <a:br/>
            <a:r>
              <a:t>- Slide 8 : exemple concret.</a:t>
            </a:r>
            <a:br/>
            <a:r>
              <a:t>- Slide 9 : synthèse.</a:t>
            </a:r>
            <a:br/>
            <a:r>
              <a:t>- Slide 10 : conclusion / questions.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6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2 — Réduction de texte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Identifier l'idée centrale.</a:t>
            </a:r>
            <a:br/>
            <a:r>
              <a:t>- Supprimer redondances et adverbes inutiles.</a:t>
            </a:r>
            <a:br/>
            <a:r>
              <a:t>- Utiliser nominalisations (« croissance » vs « il y a eu une augmentation »).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6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3 — Transition fade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Transitions → Fondu → Appliquer à tout.</a:t>
            </a:r>
            <a:br/>
            <a:r>
              <a:t>- Durée : 0,7 s dans le volet Transitions.</a:t>
            </a:r>
            <a:br/>
            <a:r>
              <a:t>- Tester en mode Diaporama (F5).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6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4 — Insertion graphique Excel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Excel : sélectionner graphique → Copier.</a:t>
            </a:r>
            <a:br/>
            <a:r>
              <a:t>- PowerPoint slide 8 → Coller → Coller spécial → Image (bitmap) si stabilité requise.</a:t>
            </a:r>
            <a:br/>
            <a:r>
              <a:t>- Redimensionner en conservant les proportions (Maj+ glisser coin).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Excel vous aide à organiser et analyser des données, compétence utile dans de nombreux domaines.</a:t>
            </a:r>
          </a:p>
        </p:txBody>
      </p:sp>
      <p:pic>
        <p:nvPicPr>
          <p:cNvPr id="9" name="Picture 8" descr="c06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5 — Export et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:Exporter en PDF et vérifier la checklist qualité (lisibilité, 10 slides, pied de page).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Fichier → Exporter → Créer PDF.</a:t>
            </a:r>
            <a:br/>
            <a:r>
              <a:t>- Ouvrir PDF : texte lisible, pas de coupure.</a:t>
            </a:r>
            <a:br/>
            <a:r>
              <a:t>- Vérifier numérotation et titre sur chaque slide si prévus par le modèle.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6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6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6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6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6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6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6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Synthèse : Intérêt pratique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1 — Structure 10 slides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2 — Réduction de texte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3 — Transition fade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4 — Insertion graphique Excel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5 — Export et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Ensemble, ces compétences numériques vous permettent de travailler efficacement, communiquer professionnellement et résoudre les problèmes courants de la vie universitaire.</a:t>
            </a:r>
          </a:p>
        </p:txBody>
      </p:sp>
      <p:pic>
        <p:nvPicPr>
          <p:cNvPr id="9" name="Picture 8" descr="c06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1 — Structure 10 slides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2 — Réduction de texte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3 — Transition fade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4 — Insertion graphique Excel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5 — Export et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768096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6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val="69788B"/&gt;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val="69788B"/&gt;</a:solidFill>
              </a:defRPr>
            </a:pPr>
            <a:r>
              <a:t>Références et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Programme national TIC - Ministère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UIT - Définitions TIC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UNESCO - Compétences numériques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Guide Moodle Univ-Mosta</a:t>
            </a:r>
          </a:p>
        </p:txBody>
      </p:sp>
      <p:pic>
        <p:nvPicPr>
          <p:cNvPr id="5" name="Picture 4" descr="c06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