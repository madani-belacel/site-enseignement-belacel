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Tutorial 08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— Parsing a URL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`https://` — secure HTTP protocol.</a:t>
            </a:r>
          </a:p>
          <a:p>
            <a:pPr>
              <a:defRPr sz="2000"/>
            </a:pPr>
            <a:r>
              <a:t>`www.univ-example.dz` — domain name (server).</a:t>
            </a:r>
          </a:p>
          <a:p>
            <a:pPr>
              <a:defRPr sz="2000"/>
            </a:pPr>
            <a:r>
              <a:t>`/cours/tic/chap2.html` — path to the resource (HTML page).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— Browsers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Chrome: numerous extensions; synchronization Google account.</a:t>
            </a:r>
          </a:p>
          <a:p>
            <a:pPr>
              <a:defRPr sz="2000"/>
            </a:pPr>
            <a:r>
              <a:t>Firefox: enhanced privacy; open source development.</a:t>
            </a:r>
          </a:p>
          <a:p>
            <a:pPr>
              <a:defRPr sz="2000"/>
            </a:pPr>
            <a:r>
              <a:t>Use: documentary research, Moodle access, online PDF reading.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— HTTP vs HTTPS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Encryption of exchanged data (identifiers, notes).</a:t>
            </a:r>
          </a:p>
          <a:p>
            <a:pPr>
              <a:defRPr sz="2000"/>
            </a:pPr>
            <a:r>
              <a:t>Server authentication (SSL/TLS certificate).</a:t>
            </a:r>
          </a:p>
          <a:p>
            <a:pPr>
              <a:defRPr sz="2000"/>
            </a:pPr>
            <a:r>
              <a:t>Protection against eavesdropping on public network (Wi-Fi).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— Academic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`"ICT" AND "language teaching"` (Google academic or institutional engine).</a:t>
            </a:r>
          </a:p>
          <a:p>
            <a:pPr>
              <a:defRPr sz="2000"/>
            </a:pPr>
            <a:r>
              <a:t>Filter by date (last 5 years).</a:t>
            </a:r>
          </a:p>
          <a:p>
            <a:pPr>
              <a:defRPr sz="2000"/>
            </a:pPr>
            <a:r>
              <a:t>Favor `.edu` domains, university bibliographic bases.</a:t>
            </a:r>
          </a:p>
          <a:p>
            <a:pPr>
              <a:defRPr sz="2000"/>
            </a:pPr>
            <a:r>
              <a:t>Note author, title, URL, date of consultation for citation.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— Web source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**Author** identified and qualified?</a:t>
            </a:r>
          </a:p>
          <a:p>
            <a:pPr>
              <a:defRPr sz="2000"/>
            </a:pPr>
            <a:r>
              <a:t>**Date** of recent publication?</a:t>
            </a:r>
          </a:p>
          <a:p>
            <a:pPr>
              <a:defRPr sz="2000"/>
            </a:pPr>
            <a:r>
              <a:t>**Objectivity** and bibliographic references?</a:t>
            </a:r>
          </a:p>
          <a:p>
            <a:pPr>
              <a:defRPr sz="2000"/>
            </a:pPr>
            <a:r>
              <a:t>**Institutional or commercial domain**?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