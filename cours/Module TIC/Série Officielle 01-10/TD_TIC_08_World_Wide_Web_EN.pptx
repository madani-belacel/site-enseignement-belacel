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08 World Wide Web 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  <p:pic>
        <p:nvPicPr>
          <p:cNvPr id="5" name="Picture 4" descr="Université_de_Mostagan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00000"/>
            <a:ext cx="1400000" cy="14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1 — Parsing a URL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2 — Browsers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3 — HTTP vs HTTPS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4 — Academic research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5 — Web source evaluation</a:t>
            </a:r>
          </a:p>
        </p:txBody>
      </p:sp>
      <p:pic>
        <p:nvPicPr>
          <p:cNvPr id="4" name="Picture 3" descr="c08_0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1 — Parsing a URL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Statement:Break down the URLhttps://www.univ-example.dz/cours/tic/chap2.html(protocol, domain, path).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correction:-https://— secure HTTP protocol.</a:t>
            </a:r>
            <a:br/>
            <a:r>
              <a:t>-www.univ-example.dz— domain name (server).</a:t>
            </a:r>
            <a:br/>
            <a:r>
              <a:t>-/cours/tic/chap2.html— path to the resource (HTML page).</a:t>
            </a:r>
          </a:p>
        </p:txBody>
      </p:sp>
      <p:pic>
        <p:nvPicPr>
          <p:cNvPr id="5" name="Picture 4" descr="c08_0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2 — Browsers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Statement:Comparing two browsers (Chrome and Firefox): an advantage and an educational use for each.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 Chrome: numerous extensions; synchronization Google account.</a:t>
            </a:r>
            <a:br/>
            <a:r>
              <a:t>- Firefox: enhanced privacy; open source development.</a:t>
            </a:r>
            <a:br/>
            <a:r>
              <a:t>- Use: documentary research, Moodle access, online PDF reading.</a:t>
            </a:r>
          </a:p>
        </p:txBody>
      </p:sp>
      <p:pic>
        <p:nvPicPr>
          <p:cNvPr id="5" name="Picture 4" descr="c08_03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3 — HTTP vs HTTPS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Statement:Why choose HTTPS to connect to the university platform?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 Encryption of exchanged data (identifiers, notes).</a:t>
            </a:r>
            <a:br/>
            <a:r>
              <a:t>- Server authentication (SSL/TLS certificate).</a:t>
            </a:r>
            <a:br/>
            <a:r>
              <a:t>- Protection against eavesdropping on public network (Wi-Fi).</a:t>
            </a:r>
          </a:p>
        </p:txBody>
      </p:sp>
      <p:pic>
        <p:nvPicPr>
          <p:cNvPr id="5" name="Picture 4" descr="c08_04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4 — Academic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Statement:Formulate an advanced query to find articles on “ICT and language teaching” (quotes, operators).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correction:-"ICT" AND "language teaching"(Google academic or institutional engine).</a:t>
            </a:r>
            <a:br/>
            <a:r>
              <a:t>- Filter by date (last 5 years).</a:t>
            </a:r>
            <a:br/>
            <a:r>
              <a:t>- Favor.edudomains, university bibliographic bases.</a:t>
            </a:r>
            <a:br/>
            <a:r>
              <a:t>- Note author, title, URL, date of consultation for citation.</a:t>
            </a:r>
          </a:p>
        </p:txBody>
      </p:sp>
      <p:pic>
        <p:nvPicPr>
          <p:cNvPr id="5" name="Picture 4" descr="c08_05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5 — Web source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Statement:Evaluate the reliability of an anonymous blog vs. a.edupage: 4 criteria.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correction:1.Authoridentified and qualified?</a:t>
            </a:r>
            <a:br/>
            <a:r>
              <a:t>2.Dateof recent publication?</a:t>
            </a:r>
            <a:br/>
            <a:r>
              <a:t>3.Objectivityand bibliographic references?</a:t>
            </a:r>
            <a:br/>
            <a:r>
              <a:t>4.Institutional or commercial domain?</a:t>
            </a:r>
            <a:br/>
            <a:r>
              <a:t>→ The anonymous blog should be discarded for a university assignment without overlap.</a:t>
            </a:r>
          </a:p>
        </p:txBody>
      </p:sp>
      <p:pic>
        <p:nvPicPr>
          <p:cNvPr id="5" name="Picture 4" descr="c08_06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Statement:Break down the URLhttps://www.univ-example.dz/cours/tic/chap2.html(protocol, domain, path).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Statement:Comparing two browsers (Chrome and Firefox): an advantage and an educational use for each.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Statement:Why choose HTTPS to connect to the university platform?</a:t>
            </a:r>
          </a:p>
        </p:txBody>
      </p:sp>
      <p:pic>
        <p:nvPicPr>
          <p:cNvPr id="5" name="Picture 4" descr="c08_07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Statement:Break down the URLhttps://www.univ-example.dz/cours/tic/chap2.html(protocol, domain, path).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Statement:Comparing two browsers (Chrome and Firefox): an advantage and an educational use for each.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Statement:Why choose HTTPS to connect to the university platform?</a:t>
            </a:r>
          </a:p>
        </p:txBody>
      </p:sp>
      <p:pic>
        <p:nvPicPr>
          <p:cNvPr id="5" name="Picture 4" descr="c08_08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Statement:Break down the URLhttps://www.univ-example.dz/cours/tic/chap2.html(protocol, domain, path).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Statement:Comparing two browsers (Chrome and Firefox): an advantage and an educational use for each.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Statement:Why choose HTTPS to connect to the university platform?</a:t>
            </a:r>
          </a:p>
        </p:txBody>
      </p:sp>
      <p:pic>
        <p:nvPicPr>
          <p:cNvPr id="5" name="Picture 4" descr="c08_09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Statement:Break down the URLhttps://www.univ-example.dz/cours/tic/chap2.html(protocol, domain, path).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Statement:Comparing two browsers (Chrome and Firefox): an advantage and an educational use for each.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Statement:Why choose HTTPS to connect to the university platform?</a:t>
            </a:r>
          </a:p>
        </p:txBody>
      </p:sp>
      <p:pic>
        <p:nvPicPr>
          <p:cNvPr id="5" name="Picture 4" descr="c08_10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Statement:Break down the URLhttps://www.univ-example.dz/cours/tic/chap2.html(protocol, domain, path).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Statement:Comparing two browsers (Chrome and Firefox): an advantage and an educational use for each.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Statement:Why choose HTTPS to connect to the university platform?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Statement:Formulate an advanced query to find articles on “ICT and language teaching” (quotes, operators).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Statement:Evaluate the reliability of an anonymous blog vs. a.edupage: 4 criteria.</a:t>
            </a:r>
          </a:p>
        </p:txBody>
      </p:sp>
      <p:pic>
        <p:nvPicPr>
          <p:cNvPr id="4" name="Picture 3" descr="c08_1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  <p:pic>
        <p:nvPicPr>
          <p:cNvPr id="4" name="Picture 3" descr="c08_1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  <p:pic>
        <p:nvPicPr>
          <p:cNvPr id="4" name="Picture 3" descr="c08_0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