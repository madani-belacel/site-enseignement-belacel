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</p:txBody>
      </p:sp>
      <p:pic>
        <p:nvPicPr>
          <p:cNvPr id="4" name="Picture 3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pic>
        <p:nvPicPr>
          <p:cNvPr id="5" name="Picture 4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pic>
        <p:nvPicPr>
          <p:cNvPr id="5" name="Picture 4" descr="c07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pic>
        <p:nvPicPr>
          <p:cNvPr id="5" name="Picture 4" descr="c07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pic>
        <p:nvPicPr>
          <p:cNvPr id="5" name="Picture 4" descr="c07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pic>
        <p:nvPicPr>
          <p:cNvPr id="5" name="Picture 4" descr="c07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pic>
        <p:nvPicPr>
          <p:cNvPr id="5" name="Picture 4" descr="c07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pic>
        <p:nvPicPr>
          <p:cNvPr id="5" name="Picture 4" descr="c07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pic>
        <p:nvPicPr>
          <p:cNvPr id="5" name="Picture 4" descr="c07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pic>
        <p:nvPicPr>
          <p:cNvPr id="5" name="Picture 4" descr="c07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pic>
        <p:nvPicPr>
          <p:cNvPr id="4" name="Picture 3" descr="c07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7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