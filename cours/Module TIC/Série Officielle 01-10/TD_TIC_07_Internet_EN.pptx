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07 — Introduction à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07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Définition et acronymes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Internet = réseau mondial interconnectant des réseaux locaux/régionaux/internationaux.</a:t>
            </a:r>
          </a:p>
          <a:p>
            <a:pPr>
              <a:defRPr sz="2000"/>
            </a:pPr>
            <a:r>
              <a:t>TCP = Transmission Control Protocol (fiabilité de transmission).</a:t>
            </a:r>
          </a:p>
          <a:p>
            <a:pPr>
              <a:defRPr sz="2000"/>
            </a:pPr>
            <a:r>
              <a:t>IP = Internet Protocol (adressage et routage des paquets).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Internet vs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Chrome : Web (client) + Internet (infrastructure).</a:t>
            </a:r>
          </a:p>
          <a:p>
            <a:pPr>
              <a:defRPr sz="2000"/>
            </a:pPr>
            <a:r>
              <a:t>Fibre : Internet.</a:t>
            </a:r>
          </a:p>
          <a:p>
            <a:pPr>
              <a:defRPr sz="2000"/>
            </a:pPr>
            <a:r>
              <a:t>Page HTML : Web.</a:t>
            </a:r>
          </a:p>
          <a:p>
            <a:pPr>
              <a:defRPr sz="2000"/>
            </a:pPr>
            <a:r>
              <a:t>HTTP : Web (service sur Internet).</a:t>
            </a:r>
          </a:p>
          <a:p>
            <a:pPr>
              <a:defRPr sz="2000"/>
            </a:pPr>
            <a:r>
              <a:t>Routeur : Internet.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Connexion à Internet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Activer le Wi-Fi (icône barre des tâches).</a:t>
            </a:r>
          </a:p>
          <a:p>
            <a:pPr>
              <a:defRPr sz="2000"/>
            </a:pPr>
            <a:r>
              <a:t>Sélectionner le réseau institutionnel.</a:t>
            </a:r>
          </a:p>
          <a:p>
            <a:pPr>
              <a:defRPr sz="2000"/>
            </a:pPr>
            <a:r>
              <a:t>S'authentifier (identifiants universitaires).</a:t>
            </a:r>
          </a:p>
          <a:p>
            <a:pPr>
              <a:defRPr sz="2000"/>
            </a:pPr>
            <a:r>
              <a:t>Vérifier l'accès (ouvrir un site ou Moodle).</a:t>
            </a:r>
          </a:p>
          <a:p>
            <a:pPr>
              <a:defRPr sz="2000"/>
            </a:pPr>
            <a:r>
              <a:t>Verrouiller la session en quittant la salle (`Windows+L`).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Adresse 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IPv4 : format 4 octets décimaux (ex. `192.168.1.10`), identifiant unique sur le réseau.</a:t>
            </a:r>
          </a:p>
          <a:p>
            <a:pPr>
              <a:defRPr sz="2000"/>
            </a:pPr>
            <a:r>
              <a:t>DHCP : attribue automatiquement IP, masque et passerelle au poste client.</a:t>
            </a:r>
          </a:p>
          <a:p>
            <a:pPr>
              <a:defRPr sz="2000"/>
            </a:pPr>
            <a:r>
              <a:t>Sans DHCP, configuration manuelle nécessaire.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— Usages et sécurité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Usages : Moodle, bibliothèque numérique, visioconférence, dépôt de devoirs.</a:t>
            </a:r>
          </a:p>
          <a:p>
            <a:pPr>
              <a:defRPr sz="2000"/>
            </a:pPr>
            <a:r>
              <a:t>Sécurité : éviter transactions sensibles ; utiliser HTTPS ; ne pas partager mots de passe ; VPN si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