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ICT Tutorial 09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ICT Tutorial 09 | 1h30 | BELACEL Madani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1 — Types of networks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Computer room → LAN (Local Area Network).</a:t>
            </a:r>
          </a:p>
          <a:p>
            <a:pPr>
              <a:defRPr sz="2000"/>
            </a:pPr>
            <a:r>
              <a:t>City network → MAN (Metropolitan Area Network).</a:t>
            </a:r>
          </a:p>
          <a:p>
            <a:pPr>
              <a:defRPr sz="2000"/>
            </a:pPr>
            <a:r>
              <a:t>Worldwide Internet → WAN (Wide Area Network).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2 — Topologies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 PCs individually connected to the switch (central hub).</a:t>
            </a:r>
          </a:p>
          <a:p>
            <a:pPr>
              <a:defRPr sz="2000"/>
            </a:pPr>
            <a:r>
              <a:t>Advantage: failure of a cable only affects one station; easy troubleshooting.</a:t>
            </a:r>
          </a:p>
          <a:p>
            <a:pPr>
              <a:defRPr sz="2000"/>
            </a:pPr>
            <a:r>
              <a:t>Very common in Wi-Fi (access point = center).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3 — Network components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Switch: interconnects machines via LAN.</a:t>
            </a:r>
          </a:p>
          <a:p>
            <a:pPr>
              <a:defRPr sz="2000"/>
            </a:pPr>
            <a:r>
              <a:t>Router: connects LAN to the Internet (IP routing).</a:t>
            </a:r>
          </a:p>
          <a:p>
            <a:pPr>
              <a:defRPr sz="2000"/>
            </a:pPr>
            <a:r>
              <a:t>Network card (NIC): machine/network interface.</a:t>
            </a:r>
          </a:p>
          <a:p>
            <a:pPr>
              <a:defRPr sz="2000"/>
            </a:pPr>
            <a:r>
              <a:t>Ethernet cable: wired transmission medium.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4 — Addressing and DHCP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APIPA address: no DHCP server reachable (Wi-Fi not connected or box turned off).</a:t>
            </a:r>
          </a:p>
          <a:p>
            <a:pPr>
              <a:defRPr sz="2000"/>
            </a:pPr>
            <a:r>
              <a:t>DHCP must assign IP, mask, gateway, DNS.</a:t>
            </a:r>
          </a:p>
          <a:p>
            <a:pPr>
              <a:defRPr sz="2000"/>
            </a:pPr>
            <a:r>
              <a:t>Solution: check Wi-Fi/Ethernet connection, restart box, contact IT support.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Exercise 5 — Campus case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Educational and research use (no illegal downloads).</a:t>
            </a:r>
          </a:p>
          <a:p>
            <a:pPr>
              <a:defRPr sz="2000"/>
            </a:pPr>
            <a:r>
              <a:t>Do not share institutional Wi-Fi credentials.</a:t>
            </a:r>
          </a:p>
          <a:p>
            <a:pPr>
              <a:defRPr sz="2000"/>
            </a:pPr>
            <a:r>
              <a:t>Respect the IT charter (security, bandwidth, shared printers).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Summary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ICT skills for university</a:t>
            </a:r>
          </a:p>
          <a:p>
            <a:pPr>
              <a:defRPr sz="2000"/>
            </a:pPr>
            <a:r>
              <a:t>Tutorial 1h30</a:t>
            </a:r>
          </a:p>
          <a:p>
            <a:pPr>
              <a:defRPr sz="2000"/>
            </a:pPr>
            <a:r>
              <a:t>Questions?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ICT Tutorial 09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