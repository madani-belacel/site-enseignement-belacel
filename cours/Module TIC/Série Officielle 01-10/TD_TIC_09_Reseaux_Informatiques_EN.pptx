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09 Reseaux Informatiques 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  <p:pic>
        <p:nvPicPr>
          <p:cNvPr id="5" name="Picture 4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Types of networks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Topologies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Network components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Addressing and DHCP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Campus case</a:t>
            </a:r>
          </a:p>
        </p:txBody>
      </p:sp>
      <p:pic>
        <p:nvPicPr>
          <p:cNvPr id="4" name="Picture 3" descr="c09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Types of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Computer room → LAN (Local Area Network).</a:t>
            </a:r>
            <a:br/>
            <a:r>
              <a:t>- City network → MAN (Metropolitan Area Network).</a:t>
            </a:r>
            <a:br/>
            <a:r>
              <a:t>- Worldwide Internet → WAN (Wide Area Network).</a:t>
            </a:r>
          </a:p>
        </p:txBody>
      </p:sp>
      <p:pic>
        <p:nvPicPr>
          <p:cNvPr id="5" name="Picture 4" descr="c09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Topologies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correction:- 4 PCs individually connected to the switch (central hub).</a:t>
            </a:r>
            <a:br/>
            <a:r>
              <a:t>- Advantage: failure of a cable only affects one station; easy troubleshooting.</a:t>
            </a:r>
            <a:br/>
            <a:r>
              <a:t>- Very common in Wi-Fi (access point = center).</a:t>
            </a:r>
          </a:p>
        </p:txBody>
      </p:sp>
      <p:pic>
        <p:nvPicPr>
          <p:cNvPr id="5" name="Picture 4" descr="c09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Network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Switch: interconnects machines via LAN.</a:t>
            </a:r>
            <a:br/>
            <a:r>
              <a:t>- Router: connects LAN to the Internet (IP routing).</a:t>
            </a:r>
            <a:br/>
            <a:r>
              <a:t>- Network card (NIC): machine/network interface.</a:t>
            </a:r>
            <a:br/>
            <a:r>
              <a:t>- Ethernet cable: wired transmission medium.</a:t>
            </a:r>
          </a:p>
        </p:txBody>
      </p:sp>
      <p:pic>
        <p:nvPicPr>
          <p:cNvPr id="5" name="Picture 4" descr="c09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Addressing and DHCP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 station displays169.254.x.x. What likely problem? Which protocol resolves IP assignment?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APIPA address: no DHCP server reachable (Wi-Fi not connected or box turned off).</a:t>
            </a:r>
            <a:br/>
            <a:r>
              <a:t>- DHCP must assign IP, mask, gateway, DNS.</a:t>
            </a:r>
            <a:br/>
            <a:r>
              <a:t>- Solution: check Wi-Fi/Ethernet connection, restart box, contact IT support.</a:t>
            </a:r>
          </a:p>
        </p:txBody>
      </p:sp>
      <p:pic>
        <p:nvPicPr>
          <p:cNvPr id="5" name="Picture 4" descr="c09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Campus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Statement:Propose 3 rules for good use of the university network.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correction:1. Educational and research use (no illegal downloads).</a:t>
            </a:r>
            <a:br/>
            <a:r>
              <a:t>2. Do not share institutional Wi-Fi credentials.</a:t>
            </a:r>
            <a:br/>
            <a:r>
              <a:t>3. Respect the IT charter (security, bandwidth, shared printers).</a:t>
            </a:r>
          </a:p>
        </p:txBody>
      </p:sp>
      <p:pic>
        <p:nvPicPr>
          <p:cNvPr id="5" name="Picture 4" descr="c09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</p:txBody>
      </p:sp>
      <p:pic>
        <p:nvPicPr>
          <p:cNvPr id="5" name="Picture 4" descr="c09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</p:txBody>
      </p:sp>
      <p:pic>
        <p:nvPicPr>
          <p:cNvPr id="5" name="Picture 4" descr="c09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</p:txBody>
      </p:sp>
      <p:pic>
        <p:nvPicPr>
          <p:cNvPr id="5" name="Picture 4" descr="c09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</p:txBody>
      </p:sp>
      <p:pic>
        <p:nvPicPr>
          <p:cNvPr id="5" name="Picture 4" descr="c09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 station displays169.254.x.x. What likely problem? Which protocol resolves IP assignment?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Statement:Propose 3 rules for good use of the university network.</a:t>
            </a:r>
          </a:p>
        </p:txBody>
      </p:sp>
      <p:pic>
        <p:nvPicPr>
          <p:cNvPr id="4" name="Picture 3" descr="c09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  <p:pic>
        <p:nvPicPr>
          <p:cNvPr id="4" name="Picture 3" descr="c09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pic>
        <p:nvPicPr>
          <p:cNvPr id="4" name="Picture 3" descr="c09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