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Informatique — ENS 1ère année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Durée :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Informatique — ENS 1ère année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Déroulement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Ex.1 Archi 15'</a:t>
            </a:r>
          </a:p>
          <a:p>
            <a:pPr>
              <a:defRPr sz="2000"/>
            </a:pPr>
            <a:r>
              <a:t>⏱️ Ex.2 Processus 18'</a:t>
            </a:r>
          </a:p>
          <a:p>
            <a:pPr>
              <a:defRPr sz="2000"/>
            </a:pPr>
            <a:r>
              <a:t>⏱️ Ex.3 Algo 18'</a:t>
            </a:r>
          </a:p>
          <a:p>
            <a:pPr>
              <a:defRPr sz="2000"/>
            </a:pPr>
            <a:r>
              <a:t>⏱️ Ex.4 Réseaux 18'</a:t>
            </a:r>
          </a:p>
          <a:p>
            <a:pPr>
              <a:defRPr sz="2000"/>
            </a:pPr>
            <a:r>
              <a:t>⏱️ Ex.5 Python 16'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Informatique — ENS 1ère année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ALU/UC/mémoire</a:t>
            </a:r>
          </a:p>
          <a:p>
            <a:pPr>
              <a:defRPr sz="2000"/>
            </a:pPr>
            <a:r>
              <a:t>1️⃣ Binaire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Informatique — ENS 1ère année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Processus/thread</a:t>
            </a:r>
          </a:p>
          <a:p>
            <a:pPr>
              <a:defRPr sz="2000"/>
            </a:pPr>
            <a:r>
              <a:t>2️⃣ Navigateur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Informatique — ENS 1ère année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Maximum tableau</a:t>
            </a:r>
          </a:p>
          <a:p>
            <a:pPr>
              <a:defRPr sz="2000"/>
            </a:pPr>
            <a:r>
              <a:t>3️⃣ O(n)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Informatique — ENS 1ère année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IP/masque/gateway</a:t>
            </a:r>
          </a:p>
          <a:p>
            <a:pPr>
              <a:defRPr sz="2000"/>
            </a:pPr>
            <a:r>
              <a:t>4️⃣ DNS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Informatique — ENS 1ère année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Moyenne Python</a:t>
            </a:r>
          </a:p>
          <a:p>
            <a:pPr>
              <a:defRPr sz="2000"/>
            </a:pPr>
            <a:r>
              <a:t>5️⃣ Sécurité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Informatique — ENS 1ère année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QCM 30 %</a:t>
            </a:r>
          </a:p>
          <a:p>
            <a:pPr>
              <a:defRPr sz="2000"/>
            </a:pPr>
            <a:r>
              <a:t>✔️ TP Python 35 %</a:t>
            </a:r>
          </a:p>
          <a:p>
            <a:pPr>
              <a:defRPr sz="2000"/>
            </a:pPr>
            <a:r>
              <a:t>✔️ Projet 35 %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Informatique — ENS 1ère année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📁 Script Python</a:t>
            </a:r>
          </a:p>
          <a:p>
            <a:pPr>
              <a:defRPr sz="2000"/>
            </a:pPr>
            <a:r>
              <a:t>📁 Dépôt Moodle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Informatique — ENS 1ère année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Correction collective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Informatique — ENS 1ère année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