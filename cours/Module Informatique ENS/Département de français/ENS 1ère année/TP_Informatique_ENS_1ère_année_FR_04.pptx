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2/9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3/9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4/9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5/9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6/9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7/9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8/9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9/9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Fonctions et modularité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04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Définir des fonctions</a:t>
            </a:r>
          </a:p>
          <a:p>
            <a:pPr>
              <a:defRPr sz="2000"/>
            </a:pPr>
            <a:r>
              <a:t>🎯 Paramètres et return</a:t>
            </a:r>
          </a:p>
          <a:p>
            <a:pPr>
              <a:defRPr sz="2000"/>
            </a:pPr>
            <a:r>
              <a:t>🎯 Réutilisabilité</a:t>
            </a:r>
          </a:p>
          <a:p>
            <a:pPr>
              <a:defRPr sz="2000"/>
            </a:pPr>
            <a:r>
              <a:t>🎯 Modularité du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Moyenne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Fonction calculer_moyenne(liste)</a:t>
            </a:r>
          </a:p>
          <a:p>
            <a:pPr>
              <a:defRPr sz="2000"/>
            </a:pPr>
            <a:r>
              <a:t>1️⃣ sum() et len()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Max/Min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Fonctions max/min personnalisées</a:t>
            </a:r>
          </a:p>
          <a:p>
            <a:pPr>
              <a:defRPr sz="2000"/>
            </a:pPr>
            <a:r>
              <a:t>2️⃣ Algorithme de 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Palindrome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Test mot symétrique</a:t>
            </a:r>
          </a:p>
          <a:p>
            <a:pPr>
              <a:defRPr sz="2000"/>
            </a:pPr>
            <a:r>
              <a:t>3️⃣ Tranches [::-1]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Générateur exos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Fonction générant des exercices</a:t>
            </a:r>
          </a:p>
          <a:p>
            <a:pPr>
              <a:defRPr sz="2000"/>
            </a:pPr>
            <a:r>
              <a:t>4️⃣ Paramètres: niveau,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 — Module 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Module de fonctions statistiques</a:t>
            </a:r>
          </a:p>
          <a:p>
            <a:pPr>
              <a:defRPr sz="2000"/>
            </a:pPr>
            <a:r>
              <a:t>5️⃣ Répartition sur plusieurs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Définition fonction 25%</a:t>
            </a:r>
          </a:p>
          <a:p>
            <a:pPr>
              <a:defRPr sz="2000"/>
            </a:pPr>
            <a:r>
              <a:t>📊 Paramètres 25%</a:t>
            </a:r>
          </a:p>
          <a:p>
            <a:pPr>
              <a:defRPr sz="2000"/>
            </a:pPr>
            <a:r>
              <a:t>📊 Return 25%</a:t>
            </a:r>
          </a:p>
          <a:p>
            <a:pPr>
              <a:defRPr sz="2000"/>
            </a:pPr>
            <a:r>
              <a:t>📊 Modularité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Fonctions et modules ✓</a:t>
            </a:r>
          </a:p>
          <a:p>
            <a:pPr>
              <a:defRPr sz="2000"/>
            </a:pPr>
            <a:r>
              <a:t>✅ Prochain TP: listes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TP04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