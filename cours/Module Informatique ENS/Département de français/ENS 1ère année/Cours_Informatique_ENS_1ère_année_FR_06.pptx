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: HTML/CSS/Web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2/9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3/9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4/9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5/9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6/9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7/9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8/9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9/9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Structures de données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Séance 06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S06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Définir une structure de données</a:t>
            </a:r>
          </a:p>
          <a:p>
            <a:pPr>
              <a:defRPr sz="2000"/>
            </a:pPr>
            <a:r>
              <a:t>🎯 Utiliser un tableau (liste indicée)</a:t>
            </a:r>
          </a:p>
          <a:p>
            <a:pPr>
              <a:defRPr sz="2000"/>
            </a:pPr>
            <a:r>
              <a:t>🎯 Expliquer LIFO (pile) et FIFO (file)</a:t>
            </a:r>
          </a:p>
          <a:p>
            <a:pPr>
              <a:defRPr sz="2000"/>
            </a:pPr>
            <a:r>
              <a:t>🎯 Choisir la structure adaptée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S06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Collection indicée d'éléments même type</a:t>
            </a:r>
          </a:p>
          <a:p>
            <a:pPr>
              <a:defRPr sz="2000"/>
            </a:pPr>
            <a:r>
              <a:t>📋 Accès direct: O(1)</a:t>
            </a:r>
          </a:p>
          <a:p>
            <a:pPr>
              <a:defRPr sz="2000"/>
            </a:pPr>
            <a:r>
              <a:t>📋 Taille fixe (forme simple)</a:t>
            </a:r>
          </a:p>
          <a:p>
            <a:pPr>
              <a:defRPr sz="2000"/>
            </a:pPr>
            <a:r>
              <a:t>📋 Parcours séquentiel: O(n)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S06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Piles LIFO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Last In, First Out</a:t>
            </a:r>
          </a:p>
          <a:p>
            <a:pPr>
              <a:defRPr sz="2000"/>
            </a:pPr>
            <a:r>
              <a:t>📚 Analogies: assiettes, Ctrl+Z</a:t>
            </a:r>
          </a:p>
          <a:p>
            <a:pPr>
              <a:defRPr sz="2000"/>
            </a:pPr>
            <a:r>
              <a:t>📚 Opérations: empiler (push), dépiler (pop)</a:t>
            </a:r>
          </a:p>
          <a:p>
            <a:pPr>
              <a:defRPr sz="2000"/>
            </a:pPr>
            <a:r>
              <a:t>📚 Application: fonction Annuler 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S06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 FIFO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🚶 First In, First Out</a:t>
            </a:r>
          </a:p>
          <a:p>
            <a:pPr>
              <a:defRPr sz="2000"/>
            </a:pPr>
            <a:r>
              <a:t>🚶 Analogie: file d'attente cantine</a:t>
            </a:r>
          </a:p>
          <a:p>
            <a:pPr>
              <a:defRPr sz="2000"/>
            </a:pPr>
            <a:r>
              <a:t>🚶 Opérations: enfiler (enqueue), défiler (dequeue)</a:t>
            </a:r>
          </a:p>
          <a:p>
            <a:pPr>
              <a:defRPr sz="2000"/>
            </a:pPr>
            <a:r>
              <a:t>🚶 Application: file d'impression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S06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Listes chaînées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🔗 Nœuds avec valeur + pointeur suivant</a:t>
            </a:r>
          </a:p>
          <a:p>
            <a:pPr>
              <a:defRPr sz="2000"/>
            </a:pPr>
            <a:r>
              <a:t>🔗 Taille dynamique</a:t>
            </a:r>
          </a:p>
          <a:p>
            <a:pPr>
              <a:defRPr sz="2000"/>
            </a:pPr>
            <a:r>
              <a:t>🔗 Insertion milieu: O(1)</a:t>
            </a:r>
          </a:p>
          <a:p>
            <a:pPr>
              <a:defRPr sz="2000"/>
            </a:pPr>
            <a:r>
              <a:t>🔗 Accès indice: O(n)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S06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Tableau: accès O(1), insertion début O(n)</a:t>
            </a:r>
          </a:p>
          <a:p>
            <a:pPr>
              <a:defRPr sz="2000"/>
            </a:pPr>
            <a:r>
              <a:t>📊 Liste chaînée: accès O(n), insertion début O(1)</a:t>
            </a:r>
          </a:p>
          <a:p>
            <a:pPr>
              <a:defRPr sz="2000"/>
            </a:pPr>
            <a:r>
              <a:t>📊 Pile: LIFO pour Annuler/retour arrière</a:t>
            </a:r>
          </a:p>
          <a:p>
            <a:pPr>
              <a:defRPr sz="2000"/>
            </a:pPr>
            <a:r>
              <a:t>📊 File: FIFO pour gestion d'attente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S06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❓ LIFO = Last In First Out ✓</a:t>
            </a:r>
          </a:p>
          <a:p>
            <a:pPr>
              <a:defRPr sz="2000"/>
            </a:pPr>
            <a:r>
              <a:t>❓ Ctrl+Z = pile ✓</a:t>
            </a:r>
          </a:p>
          <a:p>
            <a:pPr>
              <a:defRPr sz="2000"/>
            </a:pPr>
            <a:r>
              <a:t>❓ File = premier ajouté = premier retiré ✓</a:t>
            </a:r>
          </a:p>
          <a:p>
            <a:pPr>
              <a:defRPr sz="2000"/>
            </a:pPr>
            <a:r>
              <a:t>❓ Liste chaînée = insertion milieu rapide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S06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Choisir la bonne structure = programme efficace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S06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