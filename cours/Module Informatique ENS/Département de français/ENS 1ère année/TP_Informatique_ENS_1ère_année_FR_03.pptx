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: Programmation Python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2/9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3/9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4/9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5/9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6/9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7/9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8/9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9/9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Boucles et itérations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TP 03 | BELACEL Madani | ENS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TP03  •  Diapositive 1/9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Utiliser for et while</a:t>
            </a:r>
          </a:p>
          <a:p>
            <a:pPr>
              <a:defRPr sz="2000"/>
            </a:pPr>
            <a:r>
              <a:t>🎯 Itérer sur des séquences</a:t>
            </a:r>
          </a:p>
          <a:p>
            <a:pPr>
              <a:defRPr sz="2000"/>
            </a:pPr>
            <a:r>
              <a:t>🎯 Maîtriser range()</a:t>
            </a:r>
          </a:p>
          <a:p>
            <a:pPr>
              <a:defRPr sz="2000"/>
            </a:pPr>
            <a:r>
              <a:t>🎯 break et continue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TP03  •  Diapositive 2/9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Ex.1 — Table multiplication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Boucle for</a:t>
            </a:r>
          </a:p>
          <a:p>
            <a:pPr>
              <a:defRPr sz="2000"/>
            </a:pPr>
            <a:r>
              <a:t>1️⃣ Affichage formaté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TP03  •  Diapositive 3/9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Ex.2 — Somme N entiers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Boucle for avec accumulation</a:t>
            </a:r>
          </a:p>
          <a:p>
            <a:pPr>
              <a:defRPr sz="2000"/>
            </a:pPr>
            <a:r>
              <a:t>2️⃣ Formule n(n+1)/2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TP03  •  Diapositive 4/9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Ex.3 — Fibonacci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Suite: 0,1,1,2,3,5,8...</a:t>
            </a:r>
          </a:p>
          <a:p>
            <a:pPr>
              <a:defRPr sz="2000"/>
            </a:pPr>
            <a:r>
              <a:t>3️⃣ Échange de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TP03  •  Diapositive 5/9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Ex.4 — Devinette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Nombre aléatoire</a:t>
            </a:r>
          </a:p>
          <a:p>
            <a:pPr>
              <a:defRPr sz="2000"/>
            </a:pPr>
            <a:r>
              <a:t>4️⃣ Boucle while</a:t>
            </a:r>
          </a:p>
          <a:p>
            <a:pPr>
              <a:defRPr sz="2000"/>
            </a:pPr>
            <a:r>
              <a:t>4️⃣ Compteur d'essais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TP03  •  Diapositive 6/9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Ex.5 — Validation répétée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3 tentatives mot de passe</a:t>
            </a:r>
          </a:p>
          <a:p>
            <a:pPr>
              <a:defRPr sz="2000"/>
            </a:pPr>
            <a:r>
              <a:t>5️⃣ Boucle while + compteur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TP03  •  Diapositive 7/9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évaluation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📊 Boucle for 25%</a:t>
            </a:r>
          </a:p>
          <a:p>
            <a:pPr>
              <a:defRPr sz="2000"/>
            </a:pPr>
            <a:r>
              <a:t>📊 Boucle while 25%</a:t>
            </a:r>
          </a:p>
          <a:p>
            <a:pPr>
              <a:defRPr sz="2000"/>
            </a:pPr>
            <a:r>
              <a:t>📊 Accumulation 25%</a:t>
            </a:r>
          </a:p>
          <a:p>
            <a:pPr>
              <a:defRPr sz="2000"/>
            </a:pPr>
            <a:r>
              <a:t>📊 Logique 25%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TP03  •  Diapositive 8/9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Boucles maîtrisées ✓</a:t>
            </a:r>
          </a:p>
          <a:p>
            <a:pPr>
              <a:defRPr sz="2000"/>
            </a:pPr>
            <a:r>
              <a:t>✅ Prochain TP: fonctions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TP03  •  Diapositive 9/9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