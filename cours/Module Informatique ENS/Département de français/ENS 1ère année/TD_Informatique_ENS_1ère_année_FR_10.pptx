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: Didactique informatique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2/10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3/10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4/10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5/10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6/10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7/10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8/10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9/10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10/10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10 — TD_Informatique_ENS_1ère_année_FR_10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