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Introduction au module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Séance 01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S01  •  Diapositive 1/9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Présentation du plan du module</a:t>
            </a:r>
          </a:p>
          <a:p>
            <a:pPr>
              <a:defRPr sz="2000"/>
            </a:pPr>
            <a:r>
              <a:t>🎯 Comprendre l'évaluation</a:t>
            </a:r>
          </a:p>
          <a:p>
            <a:pPr>
              <a:defRPr sz="2000"/>
            </a:pPr>
            <a:r>
              <a:t>🎯 Se situer dans la formation ENS</a:t>
            </a:r>
          </a:p>
          <a:p>
            <a:pPr>
              <a:defRPr sz="2000"/>
            </a:pPr>
            <a:r>
              <a:t>🎯 Découvrir les 10 séances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S01  •  Diapositive 2/9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 du module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S01: Introduction</a:t>
            </a:r>
          </a:p>
          <a:p>
            <a:pPr>
              <a:defRPr sz="2000"/>
            </a:pPr>
            <a:r>
              <a:t>📋 S02: Représentation info</a:t>
            </a:r>
          </a:p>
          <a:p>
            <a:pPr>
              <a:defRPr sz="2000"/>
            </a:pPr>
            <a:r>
              <a:t>📋 S03: Architecture</a:t>
            </a:r>
          </a:p>
          <a:p>
            <a:pPr>
              <a:defRPr sz="2000"/>
            </a:pPr>
            <a:r>
              <a:t>📋 S04: Systèmes d'exploitation</a:t>
            </a:r>
          </a:p>
          <a:p>
            <a:pPr>
              <a:defRPr sz="2000"/>
            </a:pPr>
            <a:r>
              <a:t>📋 S05: Algorithmique</a:t>
            </a:r>
          </a:p>
          <a:p>
            <a:pPr>
              <a:defRPr sz="2000"/>
            </a:pPr>
            <a:r>
              <a:t>📋 S06: Structures données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S01  •  Diapositive 3/9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📝 TD contrôle continu: 40%</a:t>
            </a:r>
          </a:p>
          <a:p>
            <a:pPr>
              <a:defRPr sz="2000"/>
            </a:pPr>
            <a:r>
              <a:t>📝 TP Python: 35%</a:t>
            </a:r>
          </a:p>
          <a:p>
            <a:pPr>
              <a:defRPr sz="2000"/>
            </a:pPr>
            <a:r>
              <a:t>📝 Projet + QCM: 25%</a:t>
            </a:r>
          </a:p>
          <a:p>
            <a:pPr>
              <a:defRPr sz="2000"/>
            </a:pPr>
            <a:r>
              <a:t>📝 Grille compétences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S01  •  Diapositive 4/9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Compétences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Architecture machine</a:t>
            </a:r>
          </a:p>
          <a:p>
            <a:pPr>
              <a:defRPr sz="2000"/>
            </a:pPr>
            <a:r>
              <a:t>🎯 Systèmes d'exploitation</a:t>
            </a:r>
          </a:p>
          <a:p>
            <a:pPr>
              <a:defRPr sz="2000"/>
            </a:pPr>
            <a:r>
              <a:t>🎯 Algorithmique</a:t>
            </a:r>
          </a:p>
          <a:p>
            <a:pPr>
              <a:defRPr sz="2000"/>
            </a:pPr>
            <a:r>
              <a:t>🎯 Structures de données</a:t>
            </a:r>
          </a:p>
          <a:p>
            <a:pPr>
              <a:defRPr sz="2000"/>
            </a:pPr>
            <a:r>
              <a:t>🎯 Réseaux &amp; sécurité</a:t>
            </a:r>
          </a:p>
          <a:p>
            <a:pPr>
              <a:defRPr sz="2000"/>
            </a:pPr>
            <a:r>
              <a:t>🎯 Programmation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S01  •  Diapositive 5/9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Pourquoi l'info en ENS?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Enseigner SNT/NSI au lycée</a:t>
            </a:r>
          </a:p>
          <a:p>
            <a:pPr>
              <a:defRPr sz="2000"/>
            </a:pPr>
            <a:r>
              <a:t>💡 Créer des supports interactifs</a:t>
            </a:r>
          </a:p>
          <a:p>
            <a:pPr>
              <a:defRPr sz="2000"/>
            </a:pPr>
            <a:r>
              <a:t>💡 Maîtriser les outils numériques</a:t>
            </a:r>
          </a:p>
          <a:p>
            <a:pPr>
              <a:defRPr sz="2000"/>
            </a:pPr>
            <a:r>
              <a:t>💡 Comprendre le monde numérique</a:t>
            </a:r>
          </a:p>
          <a:p>
            <a:pPr>
              <a:defRPr sz="2000"/>
            </a:pPr>
            <a:r>
              <a:t>💡 Développer la pensée informatique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S01  •  Diapositive 6/9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Organisation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⚙️ 15 séances × 1h30</a:t>
            </a:r>
          </a:p>
          <a:p>
            <a:pPr>
              <a:defRPr sz="2000"/>
            </a:pPr>
            <a:r>
              <a:t>⚙️ Cours + TD + TP</a:t>
            </a:r>
          </a:p>
          <a:p>
            <a:pPr>
              <a:defRPr sz="2000"/>
            </a:pPr>
            <a:r>
              <a:t>⚙️ Moodle pour les ressources</a:t>
            </a:r>
          </a:p>
          <a:p>
            <a:pPr>
              <a:defRPr sz="2000"/>
            </a:pPr>
            <a:r>
              <a:t>⚙️ Travail personnel hebdomadaire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S01  •  Diapositive 7/9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QCM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❓ 5 questions par séance</a:t>
            </a:r>
          </a:p>
          <a:p>
            <a:pPr>
              <a:defRPr sz="2000"/>
            </a:pPr>
            <a:r>
              <a:t>❓ Vrai/faux et choix multiples</a:t>
            </a:r>
          </a:p>
          <a:p>
            <a:pPr>
              <a:defRPr sz="2000"/>
            </a:pPr>
            <a:r>
              <a:t>❓ Préparation au contrôle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S01  •  Diapositive 8/9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Module fondamental pour l'enseignant</a:t>
            </a:r>
          </a:p>
          <a:p>
            <a:pPr>
              <a:defRPr sz="2000"/>
            </a:pPr>
            <a:r>
              <a:t>✅ Approche concrète et progressive</a:t>
            </a:r>
          </a:p>
          <a:p>
            <a:pPr>
              <a:defRPr sz="2000"/>
            </a:pPr>
            <a:r>
              <a:t>✅ Projet Python fil rouge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S01  •  Diapositive 9/9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