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: Git et versionnement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2/9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3/9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4/9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5/9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6/9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7/9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8/9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07 — Diapo 9/9</a:t>
            </a:r>
          </a:p>
          <a:p>
            <a:r>
              <a:t>Git et versionnement</a:t>
            </a:r>
          </a:p>
          <a:p>
            <a:r>
              <a:t>Init, add, commit, push, branches, merge,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Fichiers, CSV et projets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TP 07 | BELACEL Madani | ENS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TP07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Lire/écrire fichiers texte</a:t>
            </a:r>
          </a:p>
          <a:p>
            <a:pPr>
              <a:defRPr sz="2000"/>
            </a:pPr>
            <a:r>
              <a:t>🎯 Manipuler le CSV</a:t>
            </a:r>
          </a:p>
          <a:p>
            <a:pPr>
              <a:defRPr sz="2000"/>
            </a:pPr>
            <a:r>
              <a:t>🎯 Analyser des données</a:t>
            </a:r>
          </a:p>
          <a:p>
            <a:pPr>
              <a:defRPr sz="2000"/>
            </a:pPr>
            <a:r>
              <a:t>🎯 Créer des outils interactifs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TP07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Ex.1 — Fichier 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open(), read(), write()</a:t>
            </a:r>
          </a:p>
          <a:p>
            <a:pPr>
              <a:defRPr sz="2000"/>
            </a:pPr>
            <a:r>
              <a:t>1️⃣ Encodage UTF-8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TP07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Ex.2 — Création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csv.writer</a:t>
            </a:r>
          </a:p>
          <a:p>
            <a:pPr>
              <a:defRPr sz="2000"/>
            </a:pPr>
            <a:r>
              <a:t>2️⃣ En-têtes et lignes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TP07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Ex.3 — Analyse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csv.DictReader</a:t>
            </a:r>
          </a:p>
          <a:p>
            <a:pPr>
              <a:defRPr sz="2000"/>
            </a:pPr>
            <a:r>
              <a:t>3️⃣ Calculs par matière</a:t>
            </a:r>
          </a:p>
          <a:p>
            <a:pPr>
              <a:defRPr sz="2000"/>
            </a:pPr>
            <a:r>
              <a:t>3️⃣ Moyenne, min, 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TP07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Ex.4 — Fiches révision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CSV → quiz interactif</a:t>
            </a:r>
          </a:p>
          <a:p>
            <a:pPr>
              <a:defRPr sz="2000"/>
            </a:pPr>
            <a:r>
              <a:t>4️⃣ Mélange aléatoire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TP07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Ex.5 — Journal séances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Horodatage</a:t>
            </a:r>
          </a:p>
          <a:p>
            <a:pPr>
              <a:defRPr sz="2000"/>
            </a:pPr>
            <a:r>
              <a:t>5️⃣ Append dans fichier</a:t>
            </a:r>
          </a:p>
          <a:p>
            <a:pPr>
              <a:defRPr sz="2000"/>
            </a:pPr>
            <a:r>
              <a:t>5️⃣ Historique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TP07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Fichiers texte 25%</a:t>
            </a:r>
          </a:p>
          <a:p>
            <a:pPr>
              <a:defRPr sz="2000"/>
            </a:pPr>
            <a:r>
              <a:t>📊 CSV 30%</a:t>
            </a:r>
          </a:p>
          <a:p>
            <a:pPr>
              <a:defRPr sz="2000"/>
            </a:pPr>
            <a:r>
              <a:t>📊 Analyse 25%</a:t>
            </a:r>
          </a:p>
          <a:p>
            <a:pPr>
              <a:defRPr sz="2000"/>
            </a:pPr>
            <a:r>
              <a:t>📊 Projet 20%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TP07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Fichiers et CSV maîtrisés ✓</a:t>
            </a:r>
          </a:p>
          <a:p>
            <a:pPr>
              <a:defRPr sz="2000"/>
            </a:pPr>
            <a:r>
              <a:t>✅ Prochain TP: projet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TP07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