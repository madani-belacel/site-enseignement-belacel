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: Algorithmique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2/9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3/9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4/9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5/9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6/9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7/9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8/9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01 — Diapo 9/9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Premiers pas avec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TP 01 | BELACEL Madani | ENS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TP01  •  Diapositive 1/9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Installer Python</a:t>
            </a:r>
          </a:p>
          <a:p>
            <a:pPr>
              <a:defRPr sz="2000"/>
            </a:pPr>
            <a:r>
              <a:t>🎯 Écrire un premier script</a:t>
            </a:r>
          </a:p>
          <a:p>
            <a:pPr>
              <a:defRPr sz="2000"/>
            </a:pPr>
            <a:r>
              <a:t>🎯 Utiliser print() et input()</a:t>
            </a:r>
          </a:p>
          <a:p>
            <a:pPr>
              <a:defRPr sz="2000"/>
            </a:pPr>
            <a:r>
              <a:t>🎯 Manipuler variables</a:t>
            </a:r>
          </a:p>
          <a:p>
            <a:pPr>
              <a:defRPr sz="2000"/>
            </a:pPr>
            <a:r>
              <a:t>🎯 Opérations arithmétiques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TP01  •  Diapositive 2/9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Ex.1 — Premier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presentation.py</a:t>
            </a:r>
          </a:p>
          <a:p>
            <a:pPr>
              <a:defRPr sz="2000"/>
            </a:pPr>
            <a:r>
              <a:t>1️⃣ Afficher nom/prénom/groupe</a:t>
            </a:r>
          </a:p>
          <a:p>
            <a:pPr>
              <a:defRPr sz="2000"/>
            </a:pPr>
            <a:r>
              <a:t>1️⃣ Utiliser print()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TP01  •  Diapositive 3/9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Ex.2 —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int, float, str, bool</a:t>
            </a:r>
          </a:p>
          <a:p>
            <a:pPr>
              <a:defRPr sz="2000"/>
            </a:pPr>
            <a:r>
              <a:t>2️⃣ F-string</a:t>
            </a:r>
          </a:p>
          <a:p>
            <a:pPr>
              <a:defRPr sz="2000"/>
            </a:pPr>
            <a:r>
              <a:t>2️⃣ Fonction type()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TP01  •  Diapositive 4/9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Ex.3 — Opérations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Somme, différence, produit</a:t>
            </a:r>
          </a:p>
          <a:p>
            <a:pPr>
              <a:defRPr sz="2000"/>
            </a:pPr>
            <a:r>
              <a:t>3️⃣ Division / puissance</a:t>
            </a:r>
          </a:p>
          <a:p>
            <a:pPr>
              <a:defRPr sz="2000"/>
            </a:pPr>
            <a:r>
              <a:t>3️⃣ Gestion division par zéro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TP01  •  Diapositive 5/9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Ex.4 — Convertisseur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°C → °F et Kelvin</a:t>
            </a:r>
          </a:p>
          <a:p>
            <a:pPr>
              <a:defRPr sz="2000"/>
            </a:pPr>
            <a:r>
              <a:t>4️⃣ Affichage 2 décimales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TP01  •  Diapositive 6/9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Ex.5-6 — Moyenne + Défi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Moyenne de 3 notes</a:t>
            </a:r>
          </a:p>
          <a:p>
            <a:pPr>
              <a:defRPr sz="2000"/>
            </a:pPr>
            <a:r>
              <a:t>5️⃣ Admis/ajourné</a:t>
            </a:r>
          </a:p>
          <a:p>
            <a:pPr>
              <a:defRPr sz="2000"/>
            </a:pPr>
            <a:r>
              <a:t>5️⃣ Calculatrice pédagogique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TP01  •  Diapositive 7/9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évaluation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📊 Installation 20%</a:t>
            </a:r>
          </a:p>
          <a:p>
            <a:pPr>
              <a:defRPr sz="2000"/>
            </a:pPr>
            <a:r>
              <a:t>📊 Syntaxe 20%</a:t>
            </a:r>
          </a:p>
          <a:p>
            <a:pPr>
              <a:defRPr sz="2000"/>
            </a:pPr>
            <a:r>
              <a:t>📊 Variables 20%</a:t>
            </a:r>
          </a:p>
          <a:p>
            <a:pPr>
              <a:defRPr sz="2000"/>
            </a:pPr>
            <a:r>
              <a:t>📊 Opérations 20%</a:t>
            </a:r>
          </a:p>
          <a:p>
            <a:pPr>
              <a:defRPr sz="2000"/>
            </a:pPr>
            <a:r>
              <a:t>📊 Rendu 20%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TP01  •  Diapositive 8/9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Python installé ✓</a:t>
            </a:r>
          </a:p>
          <a:p>
            <a:pPr>
              <a:defRPr sz="2000"/>
            </a:pPr>
            <a:r>
              <a:t>✅ Bases acquises ✓</a:t>
            </a:r>
          </a:p>
          <a:p>
            <a:pPr>
              <a:defRPr sz="2000"/>
            </a:pPr>
            <a:r>
              <a:t>✅ Prochain TP: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TP01  •  Diapositive 9/9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