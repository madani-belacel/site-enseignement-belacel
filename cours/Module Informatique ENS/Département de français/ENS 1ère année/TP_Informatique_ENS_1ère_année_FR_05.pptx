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: Bases de données SQL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2/9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3/9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4/9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5/9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6/9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7/9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8/9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05 — Diapo 9/9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Listes et tableaux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TP 05 | BELACEL Madani | ENS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TP05  •  Diapositive 1/9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Créer et manipuler des listes</a:t>
            </a:r>
          </a:p>
          <a:p>
            <a:pPr>
              <a:defRPr sz="2000"/>
            </a:pPr>
            <a:r>
              <a:t>🎯 Méthodes: append, remove, sort</a:t>
            </a:r>
          </a:p>
          <a:p>
            <a:pPr>
              <a:defRPr sz="2000"/>
            </a:pPr>
            <a:r>
              <a:t>🎯 Listes en compréhension</a:t>
            </a:r>
          </a:p>
          <a:p>
            <a:pPr>
              <a:defRPr sz="2000"/>
            </a:pPr>
            <a:r>
              <a:t>🎯 Algorithmes de recherche et tri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TP05  •  Diapositive 2/9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Ex.1 — Manipulation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Création, ajout, suppression</a:t>
            </a:r>
          </a:p>
          <a:p>
            <a:pPr>
              <a:defRPr sz="2000"/>
            </a:pPr>
            <a:r>
              <a:t>1️⃣ Max, min, moyenne, tri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TP05  •  Diapositive 3/9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Ex.2 — Recherche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Prénom dans liste</a:t>
            </a:r>
          </a:p>
          <a:p>
            <a:pPr>
              <a:defRPr sz="2000"/>
            </a:pPr>
            <a:r>
              <a:t>2️⃣ index(), in</a:t>
            </a:r>
          </a:p>
          <a:p>
            <a:pPr>
              <a:defRPr sz="2000"/>
            </a:pPr>
            <a:r>
              <a:t>2️⃣ Ajout conditionnel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TP05  •  Diapositive 4/9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Ex.3 — Notes + coeff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Liste de dictionnaires</a:t>
            </a:r>
          </a:p>
          <a:p>
            <a:pPr>
              <a:defRPr sz="2000"/>
            </a:pPr>
            <a:r>
              <a:t>3️⃣ Moyenne pondérée</a:t>
            </a:r>
          </a:p>
          <a:p>
            <a:pPr>
              <a:defRPr sz="2000"/>
            </a:pPr>
            <a:r>
              <a:t>3️⃣ Tableau formaté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TP05  •  Diapositive 5/9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Ex.4 — Tri à bulles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Algorithme O(n²)</a:t>
            </a:r>
          </a:p>
          <a:p>
            <a:pPr>
              <a:defRPr sz="2000"/>
            </a:pPr>
            <a:r>
              <a:t>4️⃣ Échanges</a:t>
            </a:r>
          </a:p>
          <a:p>
            <a:pPr>
              <a:defRPr sz="2000"/>
            </a:pPr>
            <a:r>
              <a:t>4️⃣ Comparaison avec sort()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TP05  •  Diapositive 6/9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Ex.5 — Filtrage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Compréhension de listes</a:t>
            </a:r>
          </a:p>
          <a:p>
            <a:pPr>
              <a:defRPr sz="2000"/>
            </a:pPr>
            <a:r>
              <a:t>5️⃣ Filtres: pairs, ≥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TP05  •  Diapositive 7/9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évaluation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📊 Manipulation 20%</a:t>
            </a:r>
          </a:p>
          <a:p>
            <a:pPr>
              <a:defRPr sz="2000"/>
            </a:pPr>
            <a:r>
              <a:t>📊 Méthodes 20%</a:t>
            </a:r>
          </a:p>
          <a:p>
            <a:pPr>
              <a:defRPr sz="2000"/>
            </a:pPr>
            <a:r>
              <a:t>📊 Algorithmes 20%</a:t>
            </a:r>
          </a:p>
          <a:p>
            <a:pPr>
              <a:defRPr sz="2000"/>
            </a:pPr>
            <a:r>
              <a:t>📊 Compréhension 20%</a:t>
            </a:r>
          </a:p>
          <a:p>
            <a:pPr>
              <a:defRPr sz="2000"/>
            </a:pPr>
            <a:r>
              <a:t>📊 Dictionnaires 20%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TP05  •  Diapositive 8/9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Listes maîtrisées ✓</a:t>
            </a:r>
          </a:p>
          <a:p>
            <a:pPr>
              <a:defRPr sz="2000"/>
            </a:pPr>
            <a:r>
              <a:t>✅ Prochain TP: piles/files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TP05  •  Diapositive 9/9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