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2/9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3/9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4/9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5/9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6/9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7/9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8/9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9/9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Listes et tableaux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05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Créer et manipuler des listes</a:t>
            </a:r>
          </a:p>
          <a:p>
            <a:pPr>
              <a:defRPr sz="2000"/>
            </a:pPr>
            <a:r>
              <a:t>🎯 Méthodes: append, remove, sort</a:t>
            </a:r>
          </a:p>
          <a:p>
            <a:pPr>
              <a:defRPr sz="2000"/>
            </a:pPr>
            <a:r>
              <a:t>🎯 Listes en compréhension</a:t>
            </a:r>
          </a:p>
          <a:p>
            <a:pPr>
              <a:defRPr sz="2000"/>
            </a:pPr>
            <a:r>
              <a:t>🎯 Algorithmes de recherche et tri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Création, ajout, suppression</a:t>
            </a:r>
          </a:p>
          <a:p>
            <a:pPr>
              <a:defRPr sz="2000"/>
            </a:pPr>
            <a:r>
              <a:t>1️⃣ Max, min, moyenne, tri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Recherche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Prénom dans liste</a:t>
            </a:r>
          </a:p>
          <a:p>
            <a:pPr>
              <a:defRPr sz="2000"/>
            </a:pPr>
            <a:r>
              <a:t>2️⃣ index(), in</a:t>
            </a:r>
          </a:p>
          <a:p>
            <a:pPr>
              <a:defRPr sz="2000"/>
            </a:pPr>
            <a:r>
              <a:t>2️⃣ Ajout conditionnel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Notes + coeff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Liste de dictionnaires</a:t>
            </a:r>
          </a:p>
          <a:p>
            <a:pPr>
              <a:defRPr sz="2000"/>
            </a:pPr>
            <a:r>
              <a:t>3️⃣ Moyenne pondérée</a:t>
            </a:r>
          </a:p>
          <a:p>
            <a:pPr>
              <a:defRPr sz="2000"/>
            </a:pPr>
            <a:r>
              <a:t>3️⃣ Tableau formaté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Tri à bulles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Algorithme O(n²)</a:t>
            </a:r>
          </a:p>
          <a:p>
            <a:pPr>
              <a:defRPr sz="2000"/>
            </a:pPr>
            <a:r>
              <a:t>4️⃣ Échanges</a:t>
            </a:r>
          </a:p>
          <a:p>
            <a:pPr>
              <a:defRPr sz="2000"/>
            </a:pPr>
            <a:r>
              <a:t>4️⃣ Comparaison avec sort()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Filtrage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Compréhension de listes</a:t>
            </a:r>
          </a:p>
          <a:p>
            <a:pPr>
              <a:defRPr sz="2000"/>
            </a:pPr>
            <a:r>
              <a:t>5️⃣ Filtres: pairs, ≥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Manipulation 20%</a:t>
            </a:r>
          </a:p>
          <a:p>
            <a:pPr>
              <a:defRPr sz="2000"/>
            </a:pPr>
            <a:r>
              <a:t>📊 Méthodes 20%</a:t>
            </a:r>
          </a:p>
          <a:p>
            <a:pPr>
              <a:defRPr sz="2000"/>
            </a:pPr>
            <a:r>
              <a:t>📊 Algorithmes 20%</a:t>
            </a:r>
          </a:p>
          <a:p>
            <a:pPr>
              <a:defRPr sz="2000"/>
            </a:pPr>
            <a:r>
              <a:t>📊 Compréhension 20%</a:t>
            </a:r>
          </a:p>
          <a:p>
            <a:pPr>
              <a:defRPr sz="2000"/>
            </a:pPr>
            <a:r>
              <a:t>📊 Dictionnaires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Listes maîtrisées ✓</a:t>
            </a:r>
          </a:p>
          <a:p>
            <a:pPr>
              <a:defRPr sz="2000"/>
            </a:pPr>
            <a:r>
              <a:t>✅ Prochain TP: piles/files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