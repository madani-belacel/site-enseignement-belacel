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Informatique — ENS 1ère année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Fondamentaux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1ère année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Architecture machine</a:t>
            </a:r>
          </a:p>
          <a:p>
            <a:pPr>
              <a:defRPr sz="2000"/>
            </a:pPr>
            <a:r>
              <a:t>🎯 Systèmes d'exploitation</a:t>
            </a:r>
          </a:p>
          <a:p>
            <a:pPr>
              <a:defRPr sz="2000"/>
            </a:pPr>
            <a:r>
              <a:t>🎯 Algorithmique</a:t>
            </a:r>
          </a:p>
          <a:p>
            <a:pPr>
              <a:defRPr sz="2000"/>
            </a:pPr>
            <a:r>
              <a:t>🎯 Structures de données</a:t>
            </a:r>
          </a:p>
          <a:p>
            <a:pPr>
              <a:defRPr sz="2000"/>
            </a:pPr>
            <a:r>
              <a:t>🎯 Réseaux &amp; sécurité</a:t>
            </a:r>
          </a:p>
          <a:p>
            <a:pPr>
              <a:defRPr sz="2000"/>
            </a:pPr>
            <a:r>
              <a:t>🎯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1ère année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Codage binaire</a:t>
            </a:r>
          </a:p>
          <a:p>
            <a:pPr>
              <a:defRPr sz="2000"/>
            </a:pPr>
            <a:r>
              <a:t>📋 Architecture</a:t>
            </a:r>
          </a:p>
          <a:p>
            <a:pPr>
              <a:defRPr sz="2000"/>
            </a:pPr>
            <a:r>
              <a:t>📋 OS/processus</a:t>
            </a:r>
          </a:p>
          <a:p>
            <a:pPr>
              <a:defRPr sz="2000"/>
            </a:pPr>
            <a:r>
              <a:t>📋 Algorithmes</a:t>
            </a:r>
          </a:p>
          <a:p>
            <a:pPr>
              <a:defRPr sz="2000"/>
            </a:pPr>
            <a:r>
              <a:t>📋 Structures</a:t>
            </a:r>
          </a:p>
          <a:p>
            <a:pPr>
              <a:defRPr sz="2000"/>
            </a:pPr>
            <a:r>
              <a:t>📋 Réseaux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1ère année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🖥️ ALU, UC, mémoire</a:t>
            </a:r>
          </a:p>
          <a:p>
            <a:pPr>
              <a:defRPr sz="2000"/>
            </a:pPr>
            <a:r>
              <a:t>🖥️ Cycle fetch-execute</a:t>
            </a:r>
          </a:p>
          <a:p>
            <a:pPr>
              <a:defRPr sz="2000"/>
            </a:pPr>
            <a:r>
              <a:t>🖥️ Hiérarchie mémoire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1ère année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Systèmes d'exploitation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⚙️ Processus vs threads</a:t>
            </a:r>
          </a:p>
          <a:p>
            <a:pPr>
              <a:defRPr sz="2000"/>
            </a:pPr>
            <a:r>
              <a:t>⚙️ Fichiers</a:t>
            </a:r>
          </a:p>
          <a:p>
            <a:pPr>
              <a:defRPr sz="2000"/>
            </a:pPr>
            <a:r>
              <a:t>⚙️ Ligne de commande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1ère année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🔢 Pseudo-code</a:t>
            </a:r>
          </a:p>
          <a:p>
            <a:pPr>
              <a:defRPr sz="2000"/>
            </a:pPr>
            <a:r>
              <a:t>🔢 Complexité O(n)</a:t>
            </a:r>
          </a:p>
          <a:p>
            <a:pPr>
              <a:defRPr sz="2000"/>
            </a:pPr>
            <a:r>
              <a:t>🔢 Traçage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1ère année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Structures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Tableaux</a:t>
            </a:r>
          </a:p>
          <a:p>
            <a:pPr>
              <a:defRPr sz="2000"/>
            </a:pPr>
            <a:r>
              <a:t>📚 Piles et files</a:t>
            </a:r>
          </a:p>
          <a:p>
            <a:pPr>
              <a:defRPr sz="2000"/>
            </a:pPr>
            <a:r>
              <a:t>📚 Listes chaînées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1ère année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Réseaux &amp;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🔒 IP, DNS, HTTP</a:t>
            </a:r>
          </a:p>
          <a:p>
            <a:pPr>
              <a:defRPr sz="2000"/>
            </a:pPr>
            <a:r>
              <a:t>🔒 MFA, phishing</a:t>
            </a:r>
          </a:p>
          <a:p>
            <a:pPr>
              <a:defRPr sz="2000"/>
            </a:pPr>
            <a:r>
              <a:t>🔒 Sauvegarde 3-2-1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1ère année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🐍 Variables, boucles</a:t>
            </a:r>
          </a:p>
          <a:p>
            <a:pPr>
              <a:defRPr sz="2000"/>
            </a:pPr>
            <a:r>
              <a:t>🐍 Fonctions</a:t>
            </a:r>
          </a:p>
          <a:p>
            <a:pPr>
              <a:defRPr sz="2000"/>
            </a:pPr>
            <a:r>
              <a:t>🐍 Script pédagogique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1ère année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 &amp;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Projet ENS1</a:t>
            </a:r>
          </a:p>
          <a:p>
            <a:pPr>
              <a:defRPr sz="2000"/>
            </a:pPr>
            <a:r>
              <a:t>✅ TD 5 exo × 90 min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Informatique — ENS 1ère année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