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: POO en Python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2/9</a:t>
            </a:r>
          </a:p>
          <a:p>
            <a:r>
              <a:t>POO en Python</a:t>
            </a:r>
          </a:p>
          <a:p>
            <a:r>
              <a:t>Classes, objets, héritage, polymorphisme, encapsulation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3/9</a:t>
            </a:r>
          </a:p>
          <a:p>
            <a:r>
              <a:t>POO en Python</a:t>
            </a:r>
          </a:p>
          <a:p>
            <a:r>
              <a:t>Classes, objets, héritage, polymorphisme, encapsulation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4/9</a:t>
            </a:r>
          </a:p>
          <a:p>
            <a:r>
              <a:t>POO en Python</a:t>
            </a:r>
          </a:p>
          <a:p>
            <a:r>
              <a:t>Classes, objets, héritage, polymorphisme, encapsulation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5/9</a:t>
            </a:r>
          </a:p>
          <a:p>
            <a:r>
              <a:t>POO en Python</a:t>
            </a:r>
          </a:p>
          <a:p>
            <a:r>
              <a:t>Classes, objets, héritage, polymorphisme, encapsulation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6/9</a:t>
            </a:r>
          </a:p>
          <a:p>
            <a:r>
              <a:t>POO en Python</a:t>
            </a:r>
          </a:p>
          <a:p>
            <a:r>
              <a:t>Classes, objets, héritage, polymorphisme, encapsulation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7/9</a:t>
            </a:r>
          </a:p>
          <a:p>
            <a:r>
              <a:t>POO en Python</a:t>
            </a:r>
          </a:p>
          <a:p>
            <a:r>
              <a:t>Classes, objets, héritage, polymorphisme, encapsulation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8/9</a:t>
            </a:r>
          </a:p>
          <a:p>
            <a:r>
              <a:t>POO en Python</a:t>
            </a:r>
          </a:p>
          <a:p>
            <a:r>
              <a:t>Classes, objets, héritage, polymorphisme, encapsulation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9/9</a:t>
            </a:r>
          </a:p>
          <a:p>
            <a:r>
              <a:t>POO en Python</a:t>
            </a:r>
          </a:p>
          <a:p>
            <a:r>
              <a:t>Classes, objets, héritage, polymorphisme, encapsulation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Systèmes d'exploitation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Séance 04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S04  •  Diapositive 1/9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Définir le rôle d'un OS</a:t>
            </a:r>
          </a:p>
          <a:p>
            <a:pPr>
              <a:defRPr sz="2000"/>
            </a:pPr>
            <a:r>
              <a:t>🎯 Distinguer processus et thread</a:t>
            </a:r>
          </a:p>
          <a:p>
            <a:pPr>
              <a:defRPr sz="2000"/>
            </a:pPr>
            <a:r>
              <a:t>🎯 Comprendre l'arborescence des fichiers</a:t>
            </a:r>
          </a:p>
          <a:p>
            <a:pPr>
              <a:defRPr sz="2000"/>
            </a:pPr>
            <a:r>
              <a:t>🎯 Utiliser la ligne de commande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S04  •  Diapositive 2/9</a:t>
            </a:r>
          </a:p>
        </p:txBody>
      </p:sp>
      <p:pic>
        <p:nvPicPr>
          <p:cNvPr id="5" name="Picture 4" descr="ENS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Rôle de l'OS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⚙️ Gestion des processus</a:t>
            </a:r>
          </a:p>
          <a:p>
            <a:pPr>
              <a:defRPr sz="2000"/>
            </a:pPr>
            <a:r>
              <a:t>⚙️ Gestion de la mémoire</a:t>
            </a:r>
          </a:p>
          <a:p>
            <a:pPr>
              <a:defRPr sz="2000"/>
            </a:pPr>
            <a:r>
              <a:t>⚙️ Gestion des fichiers</a:t>
            </a:r>
          </a:p>
          <a:p>
            <a:pPr>
              <a:defRPr sz="2000"/>
            </a:pPr>
            <a:r>
              <a:t>⚙️ Gestion des E/S</a:t>
            </a:r>
          </a:p>
          <a:p>
            <a:pPr>
              <a:defRPr sz="2000"/>
            </a:pPr>
            <a:r>
              <a:t>⚙️ Sécurité et permissions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S04  •  Diapositive 3/9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🔄 Prêt (ready): en attente CPU</a:t>
            </a:r>
          </a:p>
          <a:p>
            <a:pPr>
              <a:defRPr sz="2000"/>
            </a:pPr>
            <a:r>
              <a:t>🔄 Élu (running): CPU exécute</a:t>
            </a:r>
          </a:p>
          <a:p>
            <a:pPr>
              <a:defRPr sz="2000"/>
            </a:pPr>
            <a:r>
              <a:t>🔄 Bloqué (waiting): attend ressource</a:t>
            </a:r>
          </a:p>
          <a:p>
            <a:pPr>
              <a:defRPr sz="2000"/>
            </a:pPr>
            <a:r>
              <a:t>🔄 Changement de contexte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S04  •  Diapositive 4/9</a:t>
            </a:r>
          </a:p>
        </p:txBody>
      </p:sp>
      <p:pic>
        <p:nvPicPr>
          <p:cNvPr id="5" name="Picture 4" descr="ENS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Ordonnancement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📊 FIFO: premier arrivé, premier servi</a:t>
            </a:r>
          </a:p>
          <a:p>
            <a:pPr>
              <a:defRPr sz="2000"/>
            </a:pPr>
            <a:r>
              <a:t>📊 Round Robin: quantum de temps (10ms)</a:t>
            </a:r>
          </a:p>
          <a:p>
            <a:pPr>
              <a:defRPr sz="2000"/>
            </a:pPr>
            <a:r>
              <a:t>📊 Priorité: processus prioritaires d'abord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S04  •  Diapositive 5/9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Fichiers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📁 Arborescence hiérarchique</a:t>
            </a:r>
          </a:p>
          <a:p>
            <a:pPr>
              <a:defRPr sz="2000"/>
            </a:pPr>
            <a:r>
              <a:t>📁 Permissions: lecture/écriture/exécution</a:t>
            </a:r>
          </a:p>
          <a:p>
            <a:pPr>
              <a:defRPr sz="2000"/>
            </a:pPr>
            <a:r>
              <a:t>📁 Formats: .txt, .pdf, .jpg, .mp3, .zip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S04  •  Diapositive 6/9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Ligne de commande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💻 dir/ls: lister fichiers</a:t>
            </a:r>
          </a:p>
          <a:p>
            <a:pPr>
              <a:defRPr sz="2000"/>
            </a:pPr>
            <a:r>
              <a:t>💻 cd: changer dossier</a:t>
            </a:r>
          </a:p>
          <a:p>
            <a:pPr>
              <a:defRPr sz="2000"/>
            </a:pPr>
            <a:r>
              <a:t>💻 mkdir: créer dossier</a:t>
            </a:r>
          </a:p>
          <a:p>
            <a:pPr>
              <a:defRPr sz="2000"/>
            </a:pPr>
            <a:r>
              <a:t>💻 del/rm: supprimer</a:t>
            </a:r>
          </a:p>
          <a:p>
            <a:pPr>
              <a:defRPr sz="2000"/>
            </a:pPr>
            <a:r>
              <a:t>💻 ipconfig/ifconfig: réseau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S04  •  Diapositive 7/9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❓ Rôle OS: gérer matériel + applis ✓</a:t>
            </a:r>
          </a:p>
          <a:p>
            <a:pPr>
              <a:defRPr sz="2000"/>
            </a:pPr>
            <a:r>
              <a:t>❓ Bloqué = attend une ressource ✓</a:t>
            </a:r>
          </a:p>
          <a:p>
            <a:pPr>
              <a:defRPr sz="2000"/>
            </a:pPr>
            <a:r>
              <a:t>❓ Round Robin = quantum de temps ✓</a:t>
            </a:r>
          </a:p>
          <a:p>
            <a:pPr>
              <a:defRPr sz="2000"/>
            </a:pPr>
            <a:r>
              <a:t>❓ Mémoire virtuelle = disque comme RAM 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S04  •  Diapositive 8/9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OS = chef d'orchestre invisible</a:t>
            </a:r>
          </a:p>
          <a:p>
            <a:pPr>
              <a:defRPr sz="2000"/>
            </a:pPr>
            <a:r>
              <a:t>✅ Comprendre processus et fichiers = diagnostiquer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S04  •  Diapositive 9/9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