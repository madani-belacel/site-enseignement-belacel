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: HTML/CSS/Web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2/9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3/9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4/9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5/9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6/9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7/9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8/9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06 — Diapo 9/9</a:t>
            </a:r>
          </a:p>
          <a:p>
            <a:r>
              <a:t>HTML/CSS/Web</a:t>
            </a:r>
          </a:p>
          <a:p>
            <a:r>
              <a:t>HTML5 sémantique, CSS3, responsive, accessibilité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Piles et files en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TP 06 | BELACEL Madani | ENS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TP06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Implémenter une pile (LIFO)</a:t>
            </a:r>
          </a:p>
          <a:p>
            <a:pPr>
              <a:defRPr sz="2000"/>
            </a:pPr>
            <a:r>
              <a:t>🎯 Implémenter une file (FIFO)</a:t>
            </a:r>
          </a:p>
          <a:p>
            <a:pPr>
              <a:defRPr sz="2000"/>
            </a:pPr>
            <a:r>
              <a:t>🎯 Utiliser deque</a:t>
            </a:r>
          </a:p>
          <a:p>
            <a:pPr>
              <a:defRPr sz="2000"/>
            </a:pPr>
            <a:r>
              <a:t>🎯 Applications concrètes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TP06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Ex.1 — Pile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Classe Pile</a:t>
            </a:r>
          </a:p>
          <a:p>
            <a:pPr>
              <a:defRPr sz="2000"/>
            </a:pPr>
            <a:r>
              <a:t>1️⃣ push, pop, peek, is_empty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TP06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Ex.2 — Parenthèses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Vérification équilibre</a:t>
            </a:r>
          </a:p>
          <a:p>
            <a:pPr>
              <a:defRPr sz="2000"/>
            </a:pPr>
            <a:r>
              <a:t>2️⃣ Retour arrière</a:t>
            </a:r>
          </a:p>
          <a:p>
            <a:pPr>
              <a:defRPr sz="2000"/>
            </a:pPr>
            <a:r>
              <a:t>2️⃣ Application 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TP06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Ex.3 — File avec deque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from collections import deque</a:t>
            </a:r>
          </a:p>
          <a:p>
            <a:pPr>
              <a:defRPr sz="2000"/>
            </a:pPr>
            <a:r>
              <a:t>3️⃣ append, popleft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TP06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Ex.4 — File d'impression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Gestion tâches</a:t>
            </a:r>
          </a:p>
          <a:p>
            <a:pPr>
              <a:defRPr sz="2000"/>
            </a:pPr>
            <a:r>
              <a:t>4️⃣ FIFO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TP06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Ex.5 — NPI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Notation Polonaise Inverse</a:t>
            </a:r>
          </a:p>
          <a:p>
            <a:pPr>
              <a:defRPr sz="2000"/>
            </a:pPr>
            <a:r>
              <a:t>5️⃣ Calculatrice à pile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TP06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Grille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Pile 25%</a:t>
            </a:r>
          </a:p>
          <a:p>
            <a:pPr>
              <a:defRPr sz="2000"/>
            </a:pPr>
            <a:r>
              <a:t>📊 File 25%</a:t>
            </a:r>
          </a:p>
          <a:p>
            <a:pPr>
              <a:defRPr sz="2000"/>
            </a:pPr>
            <a:r>
              <a:t>📊 Applications 25%</a:t>
            </a:r>
          </a:p>
          <a:p>
            <a:pPr>
              <a:defRPr sz="2000"/>
            </a:pPr>
            <a:r>
              <a:t>📊 Deque 25%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TP06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Piles et files maîtrisées ✓</a:t>
            </a:r>
          </a:p>
          <a:p>
            <a:pPr>
              <a:defRPr sz="2000"/>
            </a:pPr>
            <a:r>
              <a:t>✅ Prochain TP: fichiers CSV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TP06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