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Piles et files en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06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Implémenter une pile (LIFO)</a:t>
            </a:r>
          </a:p>
          <a:p>
            <a:pPr>
              <a:defRPr sz="2000"/>
            </a:pPr>
            <a:r>
              <a:t>🎯 Implémenter une file (FIFO)</a:t>
            </a:r>
          </a:p>
          <a:p>
            <a:pPr>
              <a:defRPr sz="2000"/>
            </a:pPr>
            <a:r>
              <a:t>🎯 Utiliser deque</a:t>
            </a:r>
          </a:p>
          <a:p>
            <a:pPr>
              <a:defRPr sz="2000"/>
            </a:pPr>
            <a:r>
              <a:t>🎯 Applications concrètes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Classe Pile</a:t>
            </a:r>
          </a:p>
          <a:p>
            <a:pPr>
              <a:defRPr sz="2000"/>
            </a:pPr>
            <a:r>
              <a:t>1️⃣ push, pop, peek, is_empty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Parenthèses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Vérification équilibre</a:t>
            </a:r>
          </a:p>
          <a:p>
            <a:pPr>
              <a:defRPr sz="2000"/>
            </a:pPr>
            <a:r>
              <a:t>2️⃣ Retour arrière</a:t>
            </a:r>
          </a:p>
          <a:p>
            <a:pPr>
              <a:defRPr sz="2000"/>
            </a:pPr>
            <a:r>
              <a:t>2️⃣ Application pile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File avec deque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from collections import deque</a:t>
            </a:r>
          </a:p>
          <a:p>
            <a:pPr>
              <a:defRPr sz="2000"/>
            </a:pPr>
            <a:r>
              <a:t>3️⃣ append, popleft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File d'impression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Gestion tâches</a:t>
            </a:r>
          </a:p>
          <a:p>
            <a:pPr>
              <a:defRPr sz="2000"/>
            </a:pPr>
            <a:r>
              <a:t>4️⃣ FIFO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NPI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Notation Polonaise Inverse</a:t>
            </a:r>
          </a:p>
          <a:p>
            <a:pPr>
              <a:defRPr sz="2000"/>
            </a:pPr>
            <a:r>
              <a:t>5️⃣ Calculatrice à pile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Pile 25%</a:t>
            </a:r>
          </a:p>
          <a:p>
            <a:pPr>
              <a:defRPr sz="2000"/>
            </a:pPr>
            <a:r>
              <a:t>📊 File 25%</a:t>
            </a:r>
          </a:p>
          <a:p>
            <a:pPr>
              <a:defRPr sz="2000"/>
            </a:pPr>
            <a:r>
              <a:t>📊 Applications 25%</a:t>
            </a:r>
          </a:p>
          <a:p>
            <a:pPr>
              <a:defRPr sz="2000"/>
            </a:pPr>
            <a:r>
              <a:t>📊 Deque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Piles et files maîtrisées ✓</a:t>
            </a:r>
          </a:p>
          <a:p>
            <a:pPr>
              <a:defRPr sz="2000"/>
            </a:pPr>
            <a:r>
              <a:t>✅ Prochain TP: fichiers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