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: Programmation Python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2/9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3/9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4/9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5/9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6/9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7/9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8/9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9/9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Architecture machine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Séance 03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S03  •  Diapositive 1/9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Décrire le modèle de von Neumann (5 unités)</a:t>
            </a:r>
          </a:p>
          <a:p>
            <a:pPr>
              <a:defRPr sz="2000"/>
            </a:pPr>
            <a:r>
              <a:t>🎯 Expliquer le cycle fetch-decode-execute</a:t>
            </a:r>
          </a:p>
          <a:p>
            <a:pPr>
              <a:defRPr sz="2000"/>
            </a:pPr>
            <a:r>
              <a:t>🎯 Distinguer RAM volatile et disque non-volatile</a:t>
            </a:r>
          </a:p>
          <a:p>
            <a:pPr>
              <a:defRPr sz="2000"/>
            </a:pPr>
            <a:r>
              <a:t>🎯 Comprendre la hiérarchie mémoire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S03  •  Diapositive 2/9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von Neumann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🏗️ ALU: calculs</a:t>
            </a:r>
          </a:p>
          <a:p>
            <a:pPr>
              <a:defRPr sz="2000"/>
            </a:pPr>
            <a:r>
              <a:t>🏗️ Unité de contrôle: séquencement</a:t>
            </a:r>
          </a:p>
          <a:p>
            <a:pPr>
              <a:defRPr sz="2000"/>
            </a:pPr>
            <a:r>
              <a:t>🏗️ Mémoire: données + programmes</a:t>
            </a:r>
          </a:p>
          <a:p>
            <a:pPr>
              <a:defRPr sz="2000"/>
            </a:pPr>
            <a:r>
              <a:t>🏗️ Entrée/Sortie: périphériques</a:t>
            </a:r>
          </a:p>
          <a:p>
            <a:pPr>
              <a:defRPr sz="2000"/>
            </a:pPr>
            <a:r>
              <a:t>🏗️ Bus système: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S03  •  Diapositive 3/9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 d'exécution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🔄 Fetch: chargement depuis RAM</a:t>
            </a:r>
          </a:p>
          <a:p>
            <a:pPr>
              <a:defRPr sz="2000"/>
            </a:pPr>
            <a:r>
              <a:t>🔄 Decode: interprétation instruction</a:t>
            </a:r>
          </a:p>
          <a:p>
            <a:pPr>
              <a:defRPr sz="2000"/>
            </a:pPr>
            <a:r>
              <a:t>🔄 Execute: ALU effectue l'opération</a:t>
            </a:r>
          </a:p>
          <a:p>
            <a:pPr>
              <a:defRPr sz="2000"/>
            </a:pPr>
            <a:r>
              <a:t>🔄 Write-back: stockage du résultat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S03  •  Diapositive 4/9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Hiérarchie mémoire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📊 Registres (&lt; 1ns, 512o)</a:t>
            </a:r>
          </a:p>
          <a:p>
            <a:pPr>
              <a:defRPr sz="2000"/>
            </a:pPr>
            <a:r>
              <a:t>📊 Cache L1/L2 (1-4ns)</a:t>
            </a:r>
          </a:p>
          <a:p>
            <a:pPr>
              <a:defRPr sz="2000"/>
            </a:pPr>
            <a:r>
              <a:t>📊 RAM (50ns, 8-32Go)</a:t>
            </a:r>
          </a:p>
          <a:p>
            <a:pPr>
              <a:defRPr sz="2000"/>
            </a:pPr>
            <a:r>
              <a:t>📊 SSD (100µs, 256Go-2To)</a:t>
            </a:r>
          </a:p>
          <a:p>
            <a:pPr>
              <a:defRPr sz="2000"/>
            </a:pPr>
            <a:r>
              <a:t>📊 HDD (10ms, 1-4To)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S03  •  Diapositive 5/9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Périphériques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🔌 Bus système: PCIe, SATA</a:t>
            </a:r>
          </a:p>
          <a:p>
            <a:pPr>
              <a:defRPr sz="2000"/>
            </a:pPr>
            <a:r>
              <a:t>🔌 USB: branchement à chaud</a:t>
            </a:r>
          </a:p>
          <a:p>
            <a:pPr>
              <a:defRPr sz="2000"/>
            </a:pPr>
            <a:r>
              <a:t>🔌 HDMI/DP: sortie vidéo</a:t>
            </a:r>
          </a:p>
          <a:p>
            <a:pPr>
              <a:defRPr sz="2000"/>
            </a:pPr>
            <a:r>
              <a:t>🔌 Ethernet/Wi-Fi: réseau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S03  •  Diapositive 6/9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Astuce pédagogique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🎓 Analogie chef cuisinier (CPU) + recette</a:t>
            </a:r>
          </a:p>
          <a:p>
            <a:pPr>
              <a:defRPr sz="2000"/>
            </a:pPr>
            <a:r>
              <a:t>🎓 Élèves miment fetch-decode-execute</a:t>
            </a:r>
          </a:p>
          <a:p>
            <a:pPr>
              <a:defRPr sz="2000"/>
            </a:pPr>
            <a:r>
              <a:t>🎓 Montrer CPU et RAM réels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S03  •  Diapositive 7/9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❓ 5 unités von Neumann ✓</a:t>
            </a:r>
          </a:p>
          <a:p>
            <a:pPr>
              <a:defRPr sz="2000"/>
            </a:pPr>
            <a:r>
              <a:t>❓ Cycle commence par Fetch ✓</a:t>
            </a:r>
          </a:p>
          <a:p>
            <a:pPr>
              <a:defRPr sz="2000"/>
            </a:pPr>
            <a:r>
              <a:t>❓ Registres = mémoire la plus rapide ✓</a:t>
            </a:r>
          </a:p>
          <a:p>
            <a:pPr>
              <a:defRPr sz="2000"/>
            </a:pPr>
            <a:r>
              <a:t>❓ RAM = volatile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S03  •  Diapositive 8/9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Architecture von Neumann = modèle universel</a:t>
            </a:r>
          </a:p>
          <a:p>
            <a:pPr>
              <a:defRPr sz="2000"/>
            </a:pPr>
            <a:r>
              <a:t>✅ Comprendre le cycle = clé de la programmation</a:t>
            </a:r>
          </a:p>
          <a:p>
            <a:pPr>
              <a:defRPr sz="2000"/>
            </a:pPr>
            <a:r>
              <a:t>✅ Hiérarchie mémoire =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S03  •  Diapositive 9/9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