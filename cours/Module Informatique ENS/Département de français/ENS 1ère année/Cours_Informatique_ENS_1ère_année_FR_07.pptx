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: Git et versionnement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2/9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3/9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4/9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5/9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6/9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7/9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8/9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9/9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Réseaux et Internet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Séance 07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S07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Expliquer le modèle client-serveur</a:t>
            </a:r>
          </a:p>
          <a:p>
            <a:pPr>
              <a:defRPr sz="2000"/>
            </a:pPr>
            <a:r>
              <a:t>🎯 Comprendre IP et DNS</a:t>
            </a:r>
          </a:p>
          <a:p>
            <a:pPr>
              <a:defRPr sz="2000"/>
            </a:pPr>
            <a:r>
              <a:t>🎯 Distinguer HTTP et HTTPS</a:t>
            </a:r>
          </a:p>
          <a:p>
            <a:pPr>
              <a:defRPr sz="2000"/>
            </a:pPr>
            <a:r>
              <a:t>🎯 Utiliser courriel et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S07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de réseaux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🌐 LAN: réseau local (salle, bâtiment)</a:t>
            </a:r>
          </a:p>
          <a:p>
            <a:pPr>
              <a:defRPr sz="2000"/>
            </a:pPr>
            <a:r>
              <a:t>🌐 WAN: réseau étendu (Internet)</a:t>
            </a:r>
          </a:p>
          <a:p>
            <a:pPr>
              <a:defRPr sz="2000"/>
            </a:pPr>
            <a:r>
              <a:t>🌐 WLAN: réseau sans fil (Wi-Fi)</a:t>
            </a:r>
          </a:p>
          <a:p>
            <a:pPr>
              <a:defRPr sz="2000"/>
            </a:pPr>
            <a:r>
              <a:t>🌐 Internet = réseau des réseaux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S07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Adresses 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🔢 IPv4: 4 nombres (32 bits) ex. 192.168.1.1</a:t>
            </a:r>
          </a:p>
          <a:p>
            <a:pPr>
              <a:defRPr sz="2000"/>
            </a:pPr>
            <a:r>
              <a:t>🔢 IPv6: 8 groupes hexa (128 bits)</a:t>
            </a:r>
          </a:p>
          <a:p>
            <a:pPr>
              <a:defRPr sz="2000"/>
            </a:pPr>
            <a:r>
              <a:t>🔢 DNS: traduit nom domaine → IP</a:t>
            </a:r>
          </a:p>
          <a:p>
            <a:pPr>
              <a:defRPr sz="2000"/>
            </a:pPr>
            <a:r>
              <a:t>🔢 Commandes: ipconfig, ping, nslookup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S07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Client-serveur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🖥️ Client: navigateur, app (demande)</a:t>
            </a:r>
          </a:p>
          <a:p>
            <a:pPr>
              <a:defRPr sz="2000"/>
            </a:pPr>
            <a:r>
              <a:t>🖥️ Serveur: machine distante (fournit)</a:t>
            </a:r>
          </a:p>
          <a:p>
            <a:pPr>
              <a:defRPr sz="2000"/>
            </a:pPr>
            <a:r>
              <a:t>🖥️ Requête HTTP → réponse HTML/JSON</a:t>
            </a:r>
          </a:p>
          <a:p>
            <a:pPr>
              <a:defRPr sz="2000"/>
            </a:pPr>
            <a:r>
              <a:t>🖥️ Ex: www.univ-mostaganem.dz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S07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📡 HTTP (80): non sécurisé</a:t>
            </a:r>
          </a:p>
          <a:p>
            <a:pPr>
              <a:defRPr sz="2000"/>
            </a:pPr>
            <a:r>
              <a:t>📡 HTTPS (443): chiffré (TLS/SSL)</a:t>
            </a:r>
          </a:p>
          <a:p>
            <a:pPr>
              <a:defRPr sz="2000"/>
            </a:pPr>
            <a:r>
              <a:t>📡 FTP (21): transfert fichiers</a:t>
            </a:r>
          </a:p>
          <a:p>
            <a:pPr>
              <a:defRPr sz="2000"/>
            </a:pPr>
            <a:r>
              <a:t>📡 SMTP (25): envoi email</a:t>
            </a:r>
          </a:p>
          <a:p>
            <a:pPr>
              <a:defRPr sz="2000"/>
            </a:pPr>
            <a:r>
              <a:t>📡 IMAP (143): réception synchro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S07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☁️ Stockage distant accessible partout</a:t>
            </a:r>
          </a:p>
          <a:p>
            <a:pPr>
              <a:defRPr sz="2000"/>
            </a:pPr>
            <a:r>
              <a:t>☁️ OneDrive, Google Drive, Moodle</a:t>
            </a:r>
          </a:p>
          <a:p>
            <a:pPr>
              <a:defRPr sz="2000"/>
            </a:pPr>
            <a:r>
              <a:t>☁️ Avantages: accessible, sauvegarde, partage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S07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❓ LAN = Local Area Network ✓</a:t>
            </a:r>
          </a:p>
          <a:p>
            <a:pPr>
              <a:defRPr sz="2000"/>
            </a:pPr>
            <a:r>
              <a:t>❓ DNS = nom → IP ✓</a:t>
            </a:r>
          </a:p>
          <a:p>
            <a:pPr>
              <a:defRPr sz="2000"/>
            </a:pPr>
            <a:r>
              <a:t>❓ HTTPS = port 443 ✓</a:t>
            </a:r>
          </a:p>
          <a:p>
            <a:pPr>
              <a:defRPr sz="2000"/>
            </a:pPr>
            <a:r>
              <a:t>❓ Navigateur = client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S07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Internet = protocoles (IP, DNS, HTTP)</a:t>
            </a:r>
          </a:p>
          <a:p>
            <a:pPr>
              <a:defRPr sz="2000"/>
            </a:pPr>
            <a:r>
              <a:t>✅ Sécurité (HTTPS, MFA) essentielle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S07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