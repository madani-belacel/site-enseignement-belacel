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08 : Scratch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08 — Diapo 2/9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08 — Diapo 3/9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08 — Diapo 4/9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08 — Diapo 5/9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08 — Diapo 6/9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08 — Diapo 7/9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08 — Diapo 8/9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08 — Diapo 9/9</a:t>
            </a:r>
          </a:p>
          <a:p>
            <a:r>
              <a:t>Scratch</a:t>
            </a:r>
          </a:p>
          <a:p>
            <a:r>
              <a:t>Programmation visuelle, événements, boucles, sprites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Mini-projet: Quiz pédagogique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TP 08 | BELACEL Madani | ENS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TP08  •  Diapositive 1/9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Projet Python complet</a:t>
            </a:r>
          </a:p>
          <a:p>
            <a:pPr>
              <a:defRPr sz="2000"/>
            </a:pPr>
            <a:r>
              <a:t>🎯 CSV + aléatoire + score</a:t>
            </a:r>
          </a:p>
          <a:p>
            <a:pPr>
              <a:defRPr sz="2000"/>
            </a:pPr>
            <a:r>
              <a:t>🎯 Archivage résultats</a:t>
            </a:r>
          </a:p>
          <a:p>
            <a:pPr>
              <a:defRPr sz="2000"/>
            </a:pPr>
            <a:r>
              <a:t>🎯 Projet réutilisable en classe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TP08  •  Diapositive 2/9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Ex.1 — Base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questions.csv</a:t>
            </a:r>
          </a:p>
          <a:p>
            <a:pPr>
              <a:defRPr sz="2000"/>
            </a:pPr>
            <a:r>
              <a:t>1️⃣ 15 questions, 4 catégories</a:t>
            </a:r>
          </a:p>
          <a:p>
            <a:pPr>
              <a:defRPr sz="2000"/>
            </a:pPr>
            <a:r>
              <a:t>1️⃣ Architecture, Algo, Python, Réseaux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TP08  •  Diapositive 3/9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Ex.2 — Module chargement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csv.DictReader</a:t>
            </a:r>
          </a:p>
          <a:p>
            <a:pPr>
              <a:defRPr sz="2000"/>
            </a:pPr>
            <a:r>
              <a:t>2️⃣ Catégories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TP08  •  Diapositive 4/9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Ex.3 — Menu interactif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Interface utilisateur</a:t>
            </a:r>
          </a:p>
          <a:p>
            <a:pPr>
              <a:defRPr sz="2000"/>
            </a:pPr>
            <a:r>
              <a:t>3️⃣ Choix catégorie</a:t>
            </a:r>
          </a:p>
          <a:p>
            <a:pPr>
              <a:defRPr sz="2000"/>
            </a:pPr>
            <a:r>
              <a:t>3️⃣ Lancement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TP08  •  Diapositive 5/9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Ex.4 — Tirage +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random.shuffle</a:t>
            </a:r>
          </a:p>
          <a:p>
            <a:pPr>
              <a:defRPr sz="2000"/>
            </a:pPr>
            <a:r>
              <a:t>4️⃣ Compteur score</a:t>
            </a:r>
          </a:p>
          <a:p>
            <a:pPr>
              <a:defRPr sz="2000"/>
            </a:pPr>
            <a:r>
              <a:t>4️⃣ Feedback immédiat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TP08  •  Diapositive 6/9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Ex.5 — Export résultats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csv.writer</a:t>
            </a:r>
          </a:p>
          <a:p>
            <a:pPr>
              <a:defRPr sz="2000"/>
            </a:pPr>
            <a:r>
              <a:t>5️⃣ Date, score, catégorie</a:t>
            </a:r>
          </a:p>
          <a:p>
            <a:pPr>
              <a:defRPr sz="2000"/>
            </a:pPr>
            <a:r>
              <a:t>5️⃣ Historique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TP08  •  Diapositive 7/9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Barème (20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📊 Fonctionnalité 6 pts</a:t>
            </a:r>
          </a:p>
          <a:p>
            <a:pPr>
              <a:defRPr sz="2000"/>
            </a:pPr>
            <a:r>
              <a:t>📊 Structure 5 pts</a:t>
            </a:r>
          </a:p>
          <a:p>
            <a:pPr>
              <a:defRPr sz="2000"/>
            </a:pPr>
            <a:r>
              <a:t>📊 Gestion erreurs 3 pts</a:t>
            </a:r>
          </a:p>
          <a:p>
            <a:pPr>
              <a:defRPr sz="2000"/>
            </a:pPr>
            <a:r>
              <a:t>📊 Documentation 3 pts</a:t>
            </a:r>
          </a:p>
          <a:p>
            <a:pPr>
              <a:defRPr sz="2000"/>
            </a:pPr>
            <a:r>
              <a:t>📊 Créativité 3 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TP08  •  Diapositive 8/9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Mini-projet complet ✓</a:t>
            </a:r>
          </a:p>
          <a:p>
            <a:pPr>
              <a:defRPr sz="2000"/>
            </a:pPr>
            <a:r>
              <a:t>✅ Réutilisable en classe SNT/NSI</a:t>
            </a:r>
          </a:p>
          <a:p>
            <a:pPr>
              <a:defRPr sz="2000"/>
            </a:pPr>
            <a:r>
              <a:t>✅ Félicitations!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TP08  •  Diapositive 9/9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