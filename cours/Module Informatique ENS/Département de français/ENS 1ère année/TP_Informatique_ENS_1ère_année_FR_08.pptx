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Mini-projet: Quiz pédagogique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08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Projet Python complet</a:t>
            </a:r>
          </a:p>
          <a:p>
            <a:pPr>
              <a:defRPr sz="2000"/>
            </a:pPr>
            <a:r>
              <a:t>🎯 CSV + aléatoire + score</a:t>
            </a:r>
          </a:p>
          <a:p>
            <a:pPr>
              <a:defRPr sz="2000"/>
            </a:pPr>
            <a:r>
              <a:t>🎯 Archivage résultats</a:t>
            </a:r>
          </a:p>
          <a:p>
            <a:pPr>
              <a:defRPr sz="2000"/>
            </a:pPr>
            <a:r>
              <a:t>🎯 Projet réutilisable en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Base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questions.csv</a:t>
            </a:r>
          </a:p>
          <a:p>
            <a:pPr>
              <a:defRPr sz="2000"/>
            </a:pPr>
            <a:r>
              <a:t>1️⃣ 15 questions, 4 catégories</a:t>
            </a:r>
          </a:p>
          <a:p>
            <a:pPr>
              <a:defRPr sz="2000"/>
            </a:pPr>
            <a:r>
              <a:t>1️⃣ Architecture, Algo, Python,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Module chargement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csv.DictReader</a:t>
            </a:r>
          </a:p>
          <a:p>
            <a:pPr>
              <a:defRPr sz="2000"/>
            </a:pPr>
            <a:r>
              <a:t>2️⃣ Catégories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Menu interactif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Interface utilisateur</a:t>
            </a:r>
          </a:p>
          <a:p>
            <a:pPr>
              <a:defRPr sz="2000"/>
            </a:pPr>
            <a:r>
              <a:t>3️⃣ Choix catégorie</a:t>
            </a:r>
          </a:p>
          <a:p>
            <a:pPr>
              <a:defRPr sz="2000"/>
            </a:pPr>
            <a:r>
              <a:t>3️⃣ Lancement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Tirage +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random.shuffle</a:t>
            </a:r>
          </a:p>
          <a:p>
            <a:pPr>
              <a:defRPr sz="2000"/>
            </a:pPr>
            <a:r>
              <a:t>4️⃣ Compteur score</a:t>
            </a:r>
          </a:p>
          <a:p>
            <a:pPr>
              <a:defRPr sz="2000"/>
            </a:pPr>
            <a:r>
              <a:t>4️⃣ Feedback immédiat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Export résultats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csv.writer</a:t>
            </a:r>
          </a:p>
          <a:p>
            <a:pPr>
              <a:defRPr sz="2000"/>
            </a:pPr>
            <a:r>
              <a:t>5️⃣ Date, score, catégorie</a:t>
            </a:r>
          </a:p>
          <a:p>
            <a:pPr>
              <a:defRPr sz="2000"/>
            </a:pPr>
            <a:r>
              <a:t>5️⃣ Historique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Barème (20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Fonctionnalité 6 pts</a:t>
            </a:r>
          </a:p>
          <a:p>
            <a:pPr>
              <a:defRPr sz="2000"/>
            </a:pPr>
            <a:r>
              <a:t>📊 Structure 5 pts</a:t>
            </a:r>
          </a:p>
          <a:p>
            <a:pPr>
              <a:defRPr sz="2000"/>
            </a:pPr>
            <a:r>
              <a:t>📊 Gestion erreurs 3 pts</a:t>
            </a:r>
          </a:p>
          <a:p>
            <a:pPr>
              <a:defRPr sz="2000"/>
            </a:pPr>
            <a:r>
              <a:t>📊 Documentation 3 pts</a:t>
            </a:r>
          </a:p>
          <a:p>
            <a:pPr>
              <a:defRPr sz="2000"/>
            </a:pPr>
            <a:r>
              <a:t>📊 Créativité 3 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Mini-projet complet ✓</a:t>
            </a:r>
          </a:p>
          <a:p>
            <a:pPr>
              <a:defRPr sz="2000"/>
            </a:pPr>
            <a:r>
              <a:t>✅ Réutilisable en classe SNT/NSI</a:t>
            </a:r>
          </a:p>
          <a:p>
            <a:pPr>
              <a:defRPr sz="2000"/>
            </a:pPr>
            <a:r>
              <a:t>✅ Félicitations!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TP08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