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Algorithmique fondamentale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05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Définir un algorithme</a:t>
            </a:r>
          </a:p>
          <a:p>
            <a:pPr>
              <a:defRPr sz="2000"/>
            </a:pPr>
            <a:r>
              <a:t>🎯 Écrire du pseudo-code structuré</a:t>
            </a:r>
          </a:p>
          <a:p>
            <a:pPr>
              <a:defRPr sz="2000"/>
            </a:pPr>
            <a:r>
              <a:t>🎯 Utiliser variables, conditions, boucles</a:t>
            </a:r>
          </a:p>
          <a:p>
            <a:pPr>
              <a:defRPr sz="2000"/>
            </a:pPr>
            <a:r>
              <a:t>🎯 Analyser la complexité O(n) et O(n²)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Suite finie d'instructions précises</a:t>
            </a:r>
          </a:p>
          <a:p>
            <a:pPr>
              <a:defRPr sz="2000"/>
            </a:pPr>
            <a:r>
              <a:t>📝 Entrée → Instructions → Sortie</a:t>
            </a:r>
          </a:p>
          <a:p>
            <a:pPr>
              <a:defRPr sz="2000"/>
            </a:pPr>
            <a:r>
              <a:t>📝 Caractéristiques: fini, précis, non-ambigu</a:t>
            </a:r>
          </a:p>
          <a:p>
            <a:pPr>
              <a:defRPr sz="2000"/>
            </a:pPr>
            <a:r>
              <a:t>📝 Analogie: recette de cuisine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et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📦 Entier (42)</a:t>
            </a:r>
          </a:p>
          <a:p>
            <a:pPr>
              <a:defRPr sz="2000"/>
            </a:pPr>
            <a:r>
              <a:t>📦 Réel (3.14)</a:t>
            </a:r>
          </a:p>
          <a:p>
            <a:pPr>
              <a:defRPr sz="2000"/>
            </a:pPr>
            <a:r>
              <a:t>📦 Booléen (vrai/faux)</a:t>
            </a:r>
          </a:p>
          <a:p>
            <a:pPr>
              <a:defRPr sz="2000"/>
            </a:pPr>
            <a:r>
              <a:t>📦 Chaîne ('Bonjour')</a:t>
            </a:r>
          </a:p>
          <a:p>
            <a:pPr>
              <a:defRPr sz="2000"/>
            </a:pPr>
            <a:r>
              <a:t>📦 Pseudo-code: age ←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SI condition ALORS ... SINON ... FIN SI</a:t>
            </a:r>
          </a:p>
          <a:p>
            <a:pPr>
              <a:defRPr sz="2000"/>
            </a:pPr>
            <a:r>
              <a:t>🔀 Opérateurs: =, ≠, &lt;, &gt;, ≤, ≥</a:t>
            </a:r>
          </a:p>
          <a:p>
            <a:pPr>
              <a:defRPr sz="2000"/>
            </a:pPr>
            <a:r>
              <a:t>🔀 Conditions imbriquées</a:t>
            </a:r>
          </a:p>
          <a:p>
            <a:pPr>
              <a:defRPr sz="2000"/>
            </a:pPr>
            <a:r>
              <a:t>🔀 SELON note FAIRE CAS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TANT QUE condition FAIRE ... FIN TANT QUE</a:t>
            </a:r>
          </a:p>
          <a:p>
            <a:pPr>
              <a:defRPr sz="2000"/>
            </a:pPr>
            <a:r>
              <a:t>🔄 POUR i DE 1 À n FAIRE ... FIN POUR</a:t>
            </a:r>
          </a:p>
          <a:p>
            <a:pPr>
              <a:defRPr sz="2000"/>
            </a:pPr>
            <a:r>
              <a:t>🔄 Boucle bornée vs non-bornée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O(1): accès tableau[i]</a:t>
            </a:r>
          </a:p>
          <a:p>
            <a:pPr>
              <a:defRPr sz="2000"/>
            </a:pPr>
            <a:r>
              <a:t>📊 O(n): parcourir une liste</a:t>
            </a:r>
          </a:p>
          <a:p>
            <a:pPr>
              <a:defRPr sz="2000"/>
            </a:pPr>
            <a:r>
              <a:t>📊 O(n²): doubles boucles imbriquées</a:t>
            </a:r>
          </a:p>
          <a:p>
            <a:pPr>
              <a:defRPr sz="2000"/>
            </a:pPr>
            <a:r>
              <a:t>📊 n=1000 → O(n²)=1M d'opérations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Algorithme = précis et fini ✓</a:t>
            </a:r>
          </a:p>
          <a:p>
            <a:pPr>
              <a:defRPr sz="2000"/>
            </a:pPr>
            <a:r>
              <a:t>❓ Accès tableau = O(1) ✓</a:t>
            </a:r>
          </a:p>
          <a:p>
            <a:pPr>
              <a:defRPr sz="2000"/>
            </a:pPr>
            <a:r>
              <a:t>❓ POUR = boucle connue ✓</a:t>
            </a:r>
          </a:p>
          <a:p>
            <a:pPr>
              <a:defRPr sz="2000"/>
            </a:pPr>
            <a:r>
              <a:t>❓ Booléen = 2 valeurs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Cœur de la pensée informatique</a:t>
            </a:r>
          </a:p>
          <a:p>
            <a:pPr>
              <a:defRPr sz="2000"/>
            </a:pPr>
            <a:r>
              <a:t>✅ Briques: variables, conditions, boucles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S05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