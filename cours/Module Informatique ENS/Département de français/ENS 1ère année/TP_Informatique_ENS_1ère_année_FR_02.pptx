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: Structures de données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2/9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3/9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4/9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5/9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6/9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7/9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8/9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9/9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Structures conditionnelles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TP 02 | BELACEL Madani | ENS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TP02  •  Diapositive 1/9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Utiliser if/elif/else</a:t>
            </a:r>
          </a:p>
          <a:p>
            <a:pPr>
              <a:defRPr sz="2000"/>
            </a:pPr>
            <a:r>
              <a:t>🎯 Opérateurs de comparaison</a:t>
            </a:r>
          </a:p>
          <a:p>
            <a:pPr>
              <a:defRPr sz="2000"/>
            </a:pPr>
            <a:r>
              <a:t>🎯 Conditions imbriquées</a:t>
            </a:r>
          </a:p>
          <a:p>
            <a:pPr>
              <a:defRPr sz="2000"/>
            </a:pPr>
            <a:r>
              <a:t>🎯 Validation de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TP02  •  Diapositive 2/9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Ex.1 — Parité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Nombre pair ou impair</a:t>
            </a:r>
          </a:p>
          <a:p>
            <a:pPr>
              <a:defRPr sz="2000"/>
            </a:pPr>
            <a:r>
              <a:t>1️⃣ Opérateur modulo (%)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TP02  •  Diapositive 3/9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Ex.2 — Mention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Note → mention (TB/B/AB/P/NV)</a:t>
            </a:r>
          </a:p>
          <a:p>
            <a:pPr>
              <a:defRPr sz="2000"/>
            </a:pPr>
            <a:r>
              <a:t>2️⃣ if/elif/else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TP02  •  Diapositive 4/9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Ex.3 — Catégorie âge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Enfant/Adolescent/Adulte/Sénior</a:t>
            </a:r>
          </a:p>
          <a:p>
            <a:pPr>
              <a:defRPr sz="2000"/>
            </a:pPr>
            <a:r>
              <a:t>3️⃣ Conditions imbriquées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TP02  •  Diapositive 5/9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Ex.4 — Convertisseur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Lettre → chiffre (A=16, B=14...)</a:t>
            </a:r>
          </a:p>
          <a:p>
            <a:pPr>
              <a:defRPr sz="2000"/>
            </a:pPr>
            <a:r>
              <a:t>4️⃣ Dictionnaire de correspondance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TP02  •  Diapositive 6/9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Ex.5 — Validation MDP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Longueur, chiffre, majuscule</a:t>
            </a:r>
          </a:p>
          <a:p>
            <a:pPr>
              <a:defRPr sz="2000"/>
            </a:pPr>
            <a:r>
              <a:t>5️⃣ Messages d'erreur spécifiques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TP02  •  Diapositive 7/9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Conditions simples 25%</a:t>
            </a:r>
          </a:p>
          <a:p>
            <a:pPr>
              <a:defRPr sz="2000"/>
            </a:pPr>
            <a:r>
              <a:t>📊 elif 25%</a:t>
            </a:r>
          </a:p>
          <a:p>
            <a:pPr>
              <a:defRPr sz="2000"/>
            </a:pPr>
            <a:r>
              <a:t>📊 Conditions complexes 25%</a:t>
            </a:r>
          </a:p>
          <a:p>
            <a:pPr>
              <a:defRPr sz="2000"/>
            </a:pPr>
            <a:r>
              <a:t>📊 Validation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TP02  •  Diapositive 8/9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Conditions maîtrisées ✓</a:t>
            </a:r>
          </a:p>
          <a:p>
            <a:pPr>
              <a:defRPr sz="2000"/>
            </a:pPr>
            <a:r>
              <a:t>✅ Prochain TP: boucles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TP02  •  Diapositive 9/9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