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: Scratch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2/9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3/9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4/9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5/9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6/9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7/9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8/9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9/9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Sécurité et éthique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Séance 08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S08  •  Diapositive 1/9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Expliquer la triade CID</a:t>
            </a:r>
          </a:p>
          <a:p>
            <a:pPr>
              <a:defRPr sz="2000"/>
            </a:pPr>
            <a:r>
              <a:t>🎯 Créer des mots de passe robustes</a:t>
            </a:r>
          </a:p>
          <a:p>
            <a:pPr>
              <a:defRPr sz="2000"/>
            </a:pPr>
            <a:r>
              <a:t>🎯 Identifier le phishing</a:t>
            </a:r>
          </a:p>
          <a:p>
            <a:pPr>
              <a:defRPr sz="2000"/>
            </a:pPr>
            <a:r>
              <a:t>🎯 Appliquer la règle 3-2-1</a:t>
            </a:r>
          </a:p>
          <a:p>
            <a:pPr>
              <a:defRPr sz="2000"/>
            </a:pPr>
            <a:r>
              <a:t>🎯 Respecter le RGPD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S08  •  Diapositive 2/9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Triade CID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🔒 Confidentialité: chiffrement, MDP</a:t>
            </a:r>
          </a:p>
          <a:p>
            <a:pPr>
              <a:defRPr sz="2000"/>
            </a:pPr>
            <a:r>
              <a:t>🔒 Intégrité: signatures, hash</a:t>
            </a:r>
          </a:p>
          <a:p>
            <a:pPr>
              <a:defRPr sz="2000"/>
            </a:pPr>
            <a:r>
              <a:t>🔒 Disponibilité: sauvegardes, redondance</a:t>
            </a:r>
          </a:p>
          <a:p>
            <a:pPr>
              <a:defRPr sz="2000"/>
            </a:pPr>
            <a:r>
              <a:t>🔒 Les 3 piliers sont interdépendants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S08  •  Diapositive 3/9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Mots de passe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🔑 Minimum 12 caractères</a:t>
            </a:r>
          </a:p>
          <a:p>
            <a:pPr>
              <a:defRPr sz="2000"/>
            </a:pPr>
            <a:r>
              <a:t>🔑 Mélange: maj/min/chiffres/symboles</a:t>
            </a:r>
          </a:p>
          <a:p>
            <a:pPr>
              <a:defRPr sz="2000"/>
            </a:pPr>
            <a:r>
              <a:t>🔑 Pas de mot du dictionnaire</a:t>
            </a:r>
          </a:p>
          <a:p>
            <a:pPr>
              <a:defRPr sz="2000"/>
            </a:pPr>
            <a:r>
              <a:t>🔑 MFA: mot de passe + code SMS + empreinte</a:t>
            </a:r>
          </a:p>
          <a:p>
            <a:pPr>
              <a:defRPr sz="2000"/>
            </a:pPr>
            <a:r>
              <a:t>🔑 Gestionnaire: Bitwarden, KeePass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S08  •  Diapositive 4/9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🛡️ Phishing: email usurpant un service</a:t>
            </a:r>
          </a:p>
          <a:p>
            <a:pPr>
              <a:defRPr sz="2000"/>
            </a:pPr>
            <a:r>
              <a:t>🛡️ Malware: virus, ver, cheval de Troie</a:t>
            </a:r>
          </a:p>
          <a:p>
            <a:pPr>
              <a:defRPr sz="2000"/>
            </a:pPr>
            <a:r>
              <a:t>🛡️ Ransomware: rançon en cryptomonnaie</a:t>
            </a:r>
          </a:p>
          <a:p>
            <a:pPr>
              <a:defRPr sz="2000"/>
            </a:pPr>
            <a:r>
              <a:t>🛡️ Protection: antivirus, mises à jour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S08  •  Diapositive 5/9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Règle 3-2-1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💾 3 copies des données</a:t>
            </a:r>
          </a:p>
          <a:p>
            <a:pPr>
              <a:defRPr sz="2000"/>
            </a:pPr>
            <a:r>
              <a:t>💾 2 supports différents (disque + cloud)</a:t>
            </a:r>
          </a:p>
          <a:p>
            <a:pPr>
              <a:defRPr sz="2000"/>
            </a:pPr>
            <a:r>
              <a:t>💾 1 copie hors site</a:t>
            </a:r>
          </a:p>
          <a:p>
            <a:pPr>
              <a:defRPr sz="2000"/>
            </a:pPr>
            <a:r>
              <a:t>💾 Ex: PC + disque externe + OneDrive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S08  •  Diapositive 6/9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RGPD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⚖️ Minimisation des données</a:t>
            </a:r>
          </a:p>
          <a:p>
            <a:pPr>
              <a:defRPr sz="2000"/>
            </a:pPr>
            <a:r>
              <a:t>⚖️ Consentement des élèves/parents</a:t>
            </a:r>
          </a:p>
          <a:p>
            <a:pPr>
              <a:defRPr sz="2000"/>
            </a:pPr>
            <a:r>
              <a:t>⚖️ Droit à l'effacement</a:t>
            </a:r>
          </a:p>
          <a:p>
            <a:pPr>
              <a:defRPr sz="2000"/>
            </a:pPr>
            <a:r>
              <a:t>⚖️ Sécurité des listes et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S08  •  Diapositive 7/9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❓ Confidentialité = accès autorisés ✓</a:t>
            </a:r>
          </a:p>
          <a:p>
            <a:pPr>
              <a:defRPr sz="2000"/>
            </a:pPr>
            <a:r>
              <a:t>❓ Phishing = usurpation d'identifiants ✓</a:t>
            </a:r>
          </a:p>
          <a:p>
            <a:pPr>
              <a:defRPr sz="2000"/>
            </a:pPr>
            <a:r>
              <a:t>❓ 3-2-1 = sauvegardes ✓</a:t>
            </a:r>
          </a:p>
          <a:p>
            <a:pPr>
              <a:defRPr sz="2000"/>
            </a:pPr>
            <a:r>
              <a:t>❓ MDP minimum 12 car. 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S08  •  Diapositive 8/9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Sécurité et éthique indissociables</a:t>
            </a:r>
          </a:p>
          <a:p>
            <a:pPr>
              <a:defRPr sz="2000"/>
            </a:pPr>
            <a:r>
              <a:t>✅ Enseignant responsable des données élèves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S08  •  Diapositive 9/9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