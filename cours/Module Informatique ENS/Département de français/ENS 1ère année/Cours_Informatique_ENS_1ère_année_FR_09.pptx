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: Réseaux informatiques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2/9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3/9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4/9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5/9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6/9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7/9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8/9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09 — Diapo 9/9</a:t>
            </a:r>
          </a:p>
          <a:p>
            <a:r>
              <a:t>Réseaux informatiques</a:t>
            </a:r>
          </a:p>
          <a:p>
            <a:r>
              <a:t>OSI, TCP/IP, adressage IP, routage, subnets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Initiation à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Séance 09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S09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🐍 Installer et lancer Python</a:t>
            </a:r>
          </a:p>
          <a:p>
            <a:pPr>
              <a:defRPr sz="2000"/>
            </a:pPr>
            <a:r>
              <a:t>🐍 Écrire un script simple</a:t>
            </a:r>
          </a:p>
          <a:p>
            <a:pPr>
              <a:defRPr sz="2000"/>
            </a:pPr>
            <a:r>
              <a:t>🐍 Utiliser variables, types, conditions, boucles</a:t>
            </a:r>
          </a:p>
          <a:p>
            <a:pPr>
              <a:defRPr sz="2000"/>
            </a:pPr>
            <a:r>
              <a:t>🐍 Définir et appeler une fonction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S09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Syntaxe claire et concise</a:t>
            </a:r>
          </a:p>
          <a:p>
            <a:pPr>
              <a:defRPr sz="2000"/>
            </a:pPr>
            <a:r>
              <a:t>🎯 Idéal pour débutants et enseignants</a:t>
            </a:r>
          </a:p>
          <a:p>
            <a:pPr>
              <a:defRPr sz="2000"/>
            </a:pPr>
            <a:r>
              <a:t>🎯 Gratuit, open source, multi-plateforme</a:t>
            </a:r>
          </a:p>
          <a:p>
            <a:pPr>
              <a:defRPr sz="2000"/>
            </a:pPr>
            <a:r>
              <a:t>🎯 Utilisé en NSI et 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S09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et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📦 int: age = 20</a:t>
            </a:r>
          </a:p>
          <a:p>
            <a:pPr>
              <a:defRPr sz="2000"/>
            </a:pPr>
            <a:r>
              <a:t>📦 float: prix = 12.99</a:t>
            </a:r>
          </a:p>
          <a:p>
            <a:pPr>
              <a:defRPr sz="2000"/>
            </a:pPr>
            <a:r>
              <a:t>📦 str: nom = 'Ali'</a:t>
            </a:r>
          </a:p>
          <a:p>
            <a:pPr>
              <a:defRPr sz="2000"/>
            </a:pPr>
            <a:r>
              <a:t>📦 bool: est_inscrit = True</a:t>
            </a:r>
          </a:p>
          <a:p>
            <a:pPr>
              <a:defRPr sz="2000"/>
            </a:pPr>
            <a:r>
              <a:t>📦 f-string: f'Bonjour {nom}'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S09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🔀 if note &gt;= 16: print('TB')</a:t>
            </a:r>
          </a:p>
          <a:p>
            <a:pPr>
              <a:defRPr sz="2000"/>
            </a:pPr>
            <a:r>
              <a:t>🔀 elif note &gt;= 14: print('B')</a:t>
            </a:r>
          </a:p>
          <a:p>
            <a:pPr>
              <a:defRPr sz="2000"/>
            </a:pPr>
            <a:r>
              <a:t>🔀 elif note &gt;= 10: print('P')</a:t>
            </a:r>
          </a:p>
          <a:p>
            <a:pPr>
              <a:defRPr sz="2000"/>
            </a:pPr>
            <a:r>
              <a:t>🔀 else: print('NV')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S09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🔄 for i in range(5): # 0 à 4</a:t>
            </a:r>
          </a:p>
          <a:p>
            <a:pPr>
              <a:defRPr sz="2000"/>
            </a:pPr>
            <a:r>
              <a:t>🔄 for nom in liste:</a:t>
            </a:r>
          </a:p>
          <a:p>
            <a:pPr>
              <a:defRPr sz="2000"/>
            </a:pPr>
            <a:r>
              <a:t>🔄 while condition:</a:t>
            </a:r>
          </a:p>
          <a:p>
            <a:pPr>
              <a:defRPr sz="2000"/>
            </a:pPr>
            <a:r>
              <a:t>🔄 break/continue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S09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🧩 def calculer_moyenne(notes):</a:t>
            </a:r>
          </a:p>
          <a:p>
            <a:pPr>
              <a:defRPr sz="2000"/>
            </a:pPr>
            <a:r>
              <a:t>🧩     return sum(notes)/len(notes)</a:t>
            </a:r>
          </a:p>
          <a:p>
            <a:pPr>
              <a:defRPr sz="2000"/>
            </a:pPr>
            <a:r>
              <a:t>🧩 Docstrings: documentation</a:t>
            </a:r>
          </a:p>
          <a:p>
            <a:pPr>
              <a:defRPr sz="2000"/>
            </a:pPr>
            <a:r>
              <a:t>🧩 Réutilisabilité, lisibilité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S09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❓ print() = affichage ✓</a:t>
            </a:r>
          </a:p>
          <a:p>
            <a:pPr>
              <a:defRPr sz="2000"/>
            </a:pPr>
            <a:r>
              <a:t>❓ input() = str ✓</a:t>
            </a:r>
          </a:p>
          <a:p>
            <a:pPr>
              <a:defRPr sz="2000"/>
            </a:pPr>
            <a:r>
              <a:t>❓ def = déclaration fonction ✓</a:t>
            </a:r>
          </a:p>
          <a:p>
            <a:pPr>
              <a:defRPr sz="2000"/>
            </a:pPr>
            <a:r>
              <a:t>❓ for = parcours liste ✓</a:t>
            </a:r>
          </a:p>
          <a:p>
            <a:pPr>
              <a:defRPr sz="2000"/>
            </a:pPr>
            <a:r>
              <a:t>❓ 'w' = écriture fichier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S09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Python: simple à apprendre, puissant</a:t>
            </a:r>
          </a:p>
          <a:p>
            <a:pPr>
              <a:defRPr sz="2000"/>
            </a:pPr>
            <a:r>
              <a:t>✅ Concepts universels: var, conditions, boucles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S09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