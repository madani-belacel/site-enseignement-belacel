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: Structures de données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2/9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3/9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4/9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5/9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6/9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7/9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8/9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9/9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Représentation de l'information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Séance 02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S02  •  Diapositive 1/9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Convertir décimal ↔ binaire ↔ hexadécimal</a:t>
            </a:r>
          </a:p>
          <a:p>
            <a:pPr>
              <a:defRPr sz="2000"/>
            </a:pPr>
            <a:r>
              <a:t>🎯 Comprendre bit, octet, ko, Mo, Go</a:t>
            </a:r>
          </a:p>
          <a:p>
            <a:pPr>
              <a:defRPr sz="2000"/>
            </a:pPr>
            <a:r>
              <a:t>🎯 Connaître ASCII et UTF-8</a:t>
            </a:r>
          </a:p>
          <a:p>
            <a:pPr>
              <a:defRPr sz="2000"/>
            </a:pPr>
            <a:r>
              <a:t>🎯 Calculer la taille d'une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S02  •  Diapositive 2/9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binaire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0️⃣1️⃣ Ordinateur: 2 états (0/1)</a:t>
            </a:r>
          </a:p>
          <a:p>
            <a:pPr>
              <a:defRPr sz="2000"/>
            </a:pPr>
            <a:r>
              <a:t>0️⃣1️⃣ Base 2: puissances de 2</a:t>
            </a:r>
          </a:p>
          <a:p>
            <a:pPr>
              <a:defRPr sz="2000"/>
            </a:pPr>
            <a:r>
              <a:t>0️⃣1️⃣ Bit = binary digit</a:t>
            </a:r>
          </a:p>
          <a:p>
            <a:pPr>
              <a:defRPr sz="2000"/>
            </a:pPr>
            <a:r>
              <a:t>0️⃣1️⃣ Octet = 8 bits = 256 valeurs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S02  •  Diapositive 3/9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🔄 Décimal → binaire: divisions par 2</a:t>
            </a:r>
          </a:p>
          <a:p>
            <a:pPr>
              <a:defRPr sz="2000"/>
            </a:pPr>
            <a:r>
              <a:t>🔄 Binaire → décimal: puissances de 2</a:t>
            </a:r>
          </a:p>
          <a:p>
            <a:pPr>
              <a:defRPr sz="2000"/>
            </a:pPr>
            <a:r>
              <a:t>🔄 Hexadécimal: base 16 (0-9, A-F)</a:t>
            </a:r>
          </a:p>
          <a:p>
            <a:pPr>
              <a:defRPr sz="2000"/>
            </a:pPr>
            <a:r>
              <a:t>🔄 Un octet = 2 chiffres hexa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S02  •  Diapositive 4/9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Codage caractères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🔤 ASCII: 128 caractères (7 bits)</a:t>
            </a:r>
          </a:p>
          <a:p>
            <a:pPr>
              <a:defRPr sz="2000"/>
            </a:pPr>
            <a:r>
              <a:t>🔤 Unicode: ~150 000 caractères</a:t>
            </a:r>
          </a:p>
          <a:p>
            <a:pPr>
              <a:defRPr sz="2000"/>
            </a:pPr>
            <a:r>
              <a:t>🔤 UTF-8: compatible ASCII, 1-4 octets</a:t>
            </a:r>
          </a:p>
          <a:p>
            <a:pPr>
              <a:defRPr sz="2000"/>
            </a:pPr>
            <a:r>
              <a:t>🔤 Arabe, chinois, français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S02  •  Diapositive 5/9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Images bitmap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🖼️ Pixel = point élémentaire</a:t>
            </a:r>
          </a:p>
          <a:p>
            <a:pPr>
              <a:defRPr sz="2000"/>
            </a:pPr>
            <a:r>
              <a:t>🖼️ 1 bit/pixel: N&amp;B</a:t>
            </a:r>
          </a:p>
          <a:p>
            <a:pPr>
              <a:defRPr sz="2000"/>
            </a:pPr>
            <a:r>
              <a:t>🖼️ 24 bits/pixel: 16,7M couleurs</a:t>
            </a:r>
          </a:p>
          <a:p>
            <a:pPr>
              <a:defRPr sz="2000"/>
            </a:pPr>
            <a:r>
              <a:t>🖼️ Taille = L × H × nb octets/pixel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S02  •  Diapositive 6/9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Astuce pédagogique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🎓 Cartes à points (Unplugged)</a:t>
            </a:r>
          </a:p>
          <a:p>
            <a:pPr>
              <a:defRPr sz="2000"/>
            </a:pPr>
            <a:r>
              <a:t>🎓 Chaque carte = puissance de 2</a:t>
            </a:r>
          </a:p>
          <a:p>
            <a:pPr>
              <a:defRPr sz="2000"/>
            </a:pPr>
            <a:r>
              <a:t>🎓 Les élèves retournent les cartes</a:t>
            </a:r>
          </a:p>
          <a:p>
            <a:pPr>
              <a:defRPr sz="2000"/>
            </a:pPr>
            <a:r>
              <a:t>🎓 Activité SNT Seconde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S02  •  Diapositive 7/9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❓ Octet = 256 valeurs (2⁸)</a:t>
            </a:r>
          </a:p>
          <a:p>
            <a:pPr>
              <a:defRPr sz="2000"/>
            </a:pPr>
            <a:r>
              <a:t>❓ 13 en binaire = 1101</a:t>
            </a:r>
          </a:p>
          <a:p>
            <a:pPr>
              <a:defRPr sz="2000"/>
            </a:pPr>
            <a:r>
              <a:t>❓ UTF-8 permet l'arabe et le chinois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S02  •  Diapositive 8/9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Binaire = fondement de l'informatique</a:t>
            </a:r>
          </a:p>
          <a:p>
            <a:pPr>
              <a:defRPr sz="2000"/>
            </a:pPr>
            <a:r>
              <a:t>✅ Maîtriser conversions et unités</a:t>
            </a:r>
          </a:p>
          <a:p>
            <a:pPr>
              <a:defRPr sz="2000"/>
            </a:pPr>
            <a:r>
              <a:t>✅ Essentiel pour mémoire, fichiers, réseaux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S02  •  Diapositive 9/9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