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05 : Bases de données SQL</a:t>
            </a:r>
          </a:p>
          <a:p>
            <a:r>
              <a:t>Module ENS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05 — Diapo 2/10</a:t>
            </a:r>
          </a:p>
          <a:p>
            <a:r>
              <a:t>Bases de données SQL</a:t>
            </a:r>
          </a:p>
          <a:p>
            <a:r>
              <a:t>Modèle relationnel, requêtes SQL, jointures, normalisation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05 — Diapo 3/10</a:t>
            </a:r>
          </a:p>
          <a:p>
            <a:r>
              <a:t>Bases de données SQL</a:t>
            </a:r>
          </a:p>
          <a:p>
            <a:r>
              <a:t>Modèle relationnel, requêtes SQL, jointures, normalisation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05 — Diapo 4/10</a:t>
            </a:r>
          </a:p>
          <a:p>
            <a:r>
              <a:t>Bases de données SQL</a:t>
            </a:r>
          </a:p>
          <a:p>
            <a:r>
              <a:t>Modèle relationnel, requêtes SQL, jointures, normalisation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05 — Diapo 5/10</a:t>
            </a:r>
          </a:p>
          <a:p>
            <a:r>
              <a:t>Bases de données SQL</a:t>
            </a:r>
          </a:p>
          <a:p>
            <a:r>
              <a:t>Modèle relationnel, requêtes SQL, jointures, normalisation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05 — Diapo 6/10</a:t>
            </a:r>
          </a:p>
          <a:p>
            <a:r>
              <a:t>Bases de données SQL</a:t>
            </a:r>
          </a:p>
          <a:p>
            <a:r>
              <a:t>Modèle relationnel, requêtes SQL, jointures, normalisation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05 — Diapo 7/10</a:t>
            </a:r>
          </a:p>
          <a:p>
            <a:r>
              <a:t>Bases de données SQL</a:t>
            </a:r>
          </a:p>
          <a:p>
            <a:r>
              <a:t>Modèle relationnel, requêtes SQL, jointures, normalisation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05 — Diapo 8/10</a:t>
            </a:r>
          </a:p>
          <a:p>
            <a:r>
              <a:t>Bases de données SQL</a:t>
            </a:r>
          </a:p>
          <a:p>
            <a:r>
              <a:t>Modèle relationnel, requêtes SQL, jointures, normalisation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05 — Diapo 9/10</a:t>
            </a:r>
          </a:p>
          <a:p>
            <a:r>
              <a:t>Bases de données SQL</a:t>
            </a:r>
          </a:p>
          <a:p>
            <a:r>
              <a:t>Modèle relationnel, requêtes SQL, jointures, normalisation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05 — Diapo 10/10</a:t>
            </a:r>
          </a:p>
          <a:p>
            <a:r>
              <a:t>Bases de données SQL</a:t>
            </a:r>
          </a:p>
          <a:p>
            <a:r>
              <a:t>Modèle relationnel, requêtes SQL, jointures, normalisation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TD TIC 05 — TD_Informatique_ENS_1ère_année_FR_5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5 exercices + corrigés détaillés |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05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 du TD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📋 Appliquer les notions du cours</a:t>
            </a:r>
          </a:p>
          <a:p>
            <a:pPr>
              <a:defRPr sz="2000"/>
            </a:pPr>
            <a:r>
              <a:t>📋 Travail autonome et binôme</a:t>
            </a:r>
          </a:p>
          <a:p>
            <a:pPr>
              <a:defRPr sz="2000"/>
            </a:pPr>
            <a:r>
              <a:t>📋 Correction collective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05  •  Diapositive 2/10</a:t>
            </a:r>
          </a:p>
        </p:txBody>
      </p:sp>
      <p:pic>
        <p:nvPicPr>
          <p:cNvPr id="5" name="Picture 4" descr="ENS_s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1️⃣ Énoncé : voir polycopié TD</a:t>
            </a:r>
          </a:p>
          <a:p>
            <a:pPr>
              <a:defRPr sz="2000"/>
            </a:pPr>
            <a:r>
              <a:t>1️⃣ 10 min individuel</a:t>
            </a:r>
          </a:p>
          <a:p>
            <a:pPr>
              <a:defRPr sz="2000"/>
            </a:pPr>
            <a:r>
              <a:t>1️⃣ Mise en commun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05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2️⃣ Application directe</a:t>
            </a:r>
          </a:p>
          <a:p>
            <a:pPr>
              <a:defRPr sz="2000"/>
            </a:pPr>
            <a:r>
              <a:t>2️⃣ Procédure pas à pas</a:t>
            </a:r>
          </a:p>
          <a:p>
            <a:pPr>
              <a:defRPr sz="2000"/>
            </a:pPr>
            <a:r>
              <a:t>2️⃣ Corrigé détaillé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05  •  Diapositive 4/10</a:t>
            </a:r>
          </a:p>
        </p:txBody>
      </p:sp>
      <p:pic>
        <p:nvPicPr>
          <p:cNvPr id="5" name="Picture 4" descr="ENS_s0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3️⃣ Cas pratique</a:t>
            </a:r>
          </a:p>
          <a:p>
            <a:pPr>
              <a:defRPr sz="2000"/>
            </a:pPr>
            <a:r>
              <a:t>3️⃣ Manipulation poste</a:t>
            </a:r>
          </a:p>
          <a:p>
            <a:pPr>
              <a:defRPr sz="2000"/>
            </a:pPr>
            <a:r>
              <a:t>3️⃣ Critères de réussite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05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4️⃣ Analyse / synthèse</a:t>
            </a:r>
          </a:p>
          <a:p>
            <a:pPr>
              <a:defRPr sz="2000"/>
            </a:pPr>
            <a:r>
              <a:t>4️⃣ Esprit critique</a:t>
            </a:r>
          </a:p>
          <a:p>
            <a:pPr>
              <a:defRPr sz="2000"/>
            </a:pPr>
            <a:r>
              <a:t>4️⃣ Auto-évaluation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05  •  Diapositive 6/10</a:t>
            </a:r>
          </a:p>
        </p:txBody>
      </p:sp>
      <p:pic>
        <p:nvPicPr>
          <p:cNvPr id="5" name="Picture 4" descr="ENS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1005840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5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5️⃣ Réflexion transversale</a:t>
            </a:r>
          </a:p>
          <a:p>
            <a:pPr>
              <a:defRPr sz="2000"/>
            </a:pPr>
            <a:r>
              <a:t>5️⃣ Problème réel</a:t>
            </a:r>
          </a:p>
          <a:p>
            <a:pPr>
              <a:defRPr sz="2000"/>
            </a:pPr>
            <a:r>
              <a:t>5️⃣ Corrigé argumenté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05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Grille de correction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✔️ Exactitude 40 %</a:t>
            </a:r>
          </a:p>
          <a:p>
            <a:pPr>
              <a:defRPr sz="2000"/>
            </a:pPr>
            <a:r>
              <a:t>✔️ Méthode 30 %</a:t>
            </a:r>
          </a:p>
          <a:p>
            <a:pPr>
              <a:defRPr sz="2000"/>
            </a:pPr>
            <a:r>
              <a:t>✔️ Présentation 30 %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05  •  Diapositive 8/10</a:t>
            </a:r>
          </a:p>
        </p:txBody>
      </p:sp>
      <p:pic>
        <p:nvPicPr>
          <p:cNvPr id="5" name="Picture 4" descr="ENS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Devoirs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📚 Relire cours PDF</a:t>
            </a:r>
          </a:p>
          <a:p>
            <a:pPr>
              <a:defRPr sz="2000"/>
            </a:pPr>
            <a:r>
              <a:t>📚 Préparer questions</a:t>
            </a:r>
          </a:p>
          <a:p>
            <a:pPr>
              <a:defRPr sz="2000"/>
            </a:pPr>
            <a:r>
              <a:t>📚 Séance suivante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05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Fin du TD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Corrigés dans TD_*.md</a:t>
            </a:r>
          </a:p>
          <a:p>
            <a:pPr>
              <a:defRPr sz="2000"/>
            </a:pPr>
            <a:r>
              <a:t>✅ BELACEL Madani</a:t>
            </a:r>
          </a:p>
          <a:p>
            <a:pPr>
              <a:defRPr sz="2000"/>
            </a:pPr>
            <a:r>
              <a:t>✅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05  •  Diapositive 10/10</a:t>
            </a:r>
          </a:p>
        </p:txBody>
      </p:sp>
      <p:pic>
        <p:nvPicPr>
          <p:cNvPr id="5" name="Picture 4" descr="ENS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