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: Didactique informatique</a:t>
            </a:r>
          </a:p>
          <a:p>
            <a:r>
              <a:t>Module ENS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2/9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3/9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4/9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5/9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6/9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7/9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8/9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10 — Diapo 9/9</a:t>
            </a:r>
          </a:p>
          <a:p>
            <a:r>
              <a:t>Didactique informatique</a:t>
            </a:r>
          </a:p>
          <a:p>
            <a:r>
              <a:t>Pédagogie, méthodes d'enseignement, évaluation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Projet Python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Séance 10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S10  •  Diapositive 1/9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Concevoir un programme complet</a:t>
            </a:r>
          </a:p>
          <a:p>
            <a:pPr>
              <a:defRPr sz="2000"/>
            </a:pPr>
            <a:r>
              <a:t>🎯 Structurer le code en fonctions</a:t>
            </a:r>
          </a:p>
          <a:p>
            <a:pPr>
              <a:defRPr sz="2000"/>
            </a:pPr>
            <a:r>
              <a:t>🎯 Lire/écrire des fichiers CSV</a:t>
            </a:r>
          </a:p>
          <a:p>
            <a:pPr>
              <a:defRPr sz="2000"/>
            </a:pPr>
            <a:r>
              <a:t>🎯 Gérer les erreurs (try/except)</a:t>
            </a:r>
          </a:p>
          <a:p>
            <a:pPr>
              <a:defRPr sz="2000"/>
            </a:pPr>
            <a:r>
              <a:t>🎯 Présenter un projet pédagogique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S10  •  Diapositive 2/9</a:t>
            </a:r>
          </a:p>
        </p:txBody>
      </p:sp>
      <p:pic>
        <p:nvPicPr>
          <p:cNvPr id="5" name="Picture 4" descr="ENS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Rappel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📝 Variables: age = 20</a:t>
            </a:r>
          </a:p>
          <a:p>
            <a:pPr>
              <a:defRPr sz="2000"/>
            </a:pPr>
            <a:r>
              <a:t>📝 Conditions: if/elif/else</a:t>
            </a:r>
          </a:p>
          <a:p>
            <a:pPr>
              <a:defRPr sz="2000"/>
            </a:pPr>
            <a:r>
              <a:t>📝 Boucles: for/while</a:t>
            </a:r>
          </a:p>
          <a:p>
            <a:pPr>
              <a:defRPr sz="2000"/>
            </a:pPr>
            <a:r>
              <a:t>📝 Fonctions: def</a:t>
            </a:r>
          </a:p>
          <a:p>
            <a:pPr>
              <a:defRPr sz="2000"/>
            </a:pPr>
            <a:r>
              <a:t>📝 Listes: notes[0]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S10  •  Diapositive 3/9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Structure projet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📁 main.py: point d'entrée</a:t>
            </a:r>
          </a:p>
          <a:p>
            <a:pPr>
              <a:defRPr sz="2000"/>
            </a:pPr>
            <a:r>
              <a:t>📁 fonctions.py: fonctions réutilisables</a:t>
            </a:r>
          </a:p>
          <a:p>
            <a:pPr>
              <a:defRPr sz="2000"/>
            </a:pPr>
            <a:r>
              <a:t>📁 donnees.csv: données (notes, questions)</a:t>
            </a:r>
          </a:p>
          <a:p>
            <a:pPr>
              <a:defRPr sz="2000"/>
            </a:pPr>
            <a:r>
              <a:t>📁 README.txt: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S10  •  Diapositive 4/9</a:t>
            </a:r>
          </a:p>
        </p:txBody>
      </p:sp>
      <p:pic>
        <p:nvPicPr>
          <p:cNvPr id="5" name="Picture 4" descr="ENS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Gestion d'erreurs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🛡️ try: bloc à tester</a:t>
            </a:r>
          </a:p>
          <a:p>
            <a:pPr>
              <a:defRPr sz="2000"/>
            </a:pPr>
            <a:r>
              <a:t>🛡️ except ValueError: erreur capturée</a:t>
            </a:r>
          </a:p>
          <a:p>
            <a:pPr>
              <a:defRPr sz="2000"/>
            </a:pPr>
            <a:r>
              <a:t>🛡️ Validation des entrées (note 0-20)</a:t>
            </a:r>
          </a:p>
          <a:p>
            <a:pPr>
              <a:defRPr sz="2000"/>
            </a:pPr>
            <a:r>
              <a:t>🛡️ Programme robuste, ne plante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S10  •  Diapositive 5/9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import csv</a:t>
            </a:r>
          </a:p>
          <a:p>
            <a:pPr>
              <a:defRPr sz="2000"/>
            </a:pPr>
            <a:r>
              <a:t>📊 csv.DictReader: lire avec en-têtes</a:t>
            </a:r>
          </a:p>
          <a:p>
            <a:pPr>
              <a:defRPr sz="2000"/>
            </a:pPr>
            <a:r>
              <a:t>📊 csv.writer: écrire lignes</a:t>
            </a:r>
          </a:p>
          <a:p>
            <a:pPr>
              <a:defRPr sz="2000"/>
            </a:pPr>
            <a:r>
              <a:t>📊 Export de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S10  •  Diapositive 6/9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Projet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Fichier questions.csv</a:t>
            </a:r>
          </a:p>
          <a:p>
            <a:pPr>
              <a:defRPr sz="2000"/>
            </a:pPr>
            <a:r>
              <a:t>🎯 Mélange aléatoire (random.shuffle)</a:t>
            </a:r>
          </a:p>
          <a:p>
            <a:pPr>
              <a:defRPr sz="2000"/>
            </a:pPr>
            <a:r>
              <a:t>🎯 Score et résultats</a:t>
            </a:r>
          </a:p>
          <a:p>
            <a:pPr>
              <a:defRPr sz="2000"/>
            </a:pPr>
            <a:r>
              <a:t>🎯 Export CSV des résultats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S10  •  Diapositive 7/9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📊 Fonctionnalité: 30%</a:t>
            </a:r>
          </a:p>
          <a:p>
            <a:pPr>
              <a:defRPr sz="2000"/>
            </a:pPr>
            <a:r>
              <a:t>📊 Code structuré: 25%</a:t>
            </a:r>
          </a:p>
          <a:p>
            <a:pPr>
              <a:defRPr sz="2000"/>
            </a:pPr>
            <a:r>
              <a:t>📊 Gestion erreurs: 15%</a:t>
            </a:r>
          </a:p>
          <a:p>
            <a:pPr>
              <a:defRPr sz="2000"/>
            </a:pPr>
            <a:r>
              <a:t>📊 Documentation: 15%</a:t>
            </a:r>
          </a:p>
          <a:p>
            <a:pPr>
              <a:defRPr sz="2000"/>
            </a:pPr>
            <a:r>
              <a:t>📊 Présentation orale: 15%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S10  •  Diapositive 8/9</a:t>
            </a:r>
          </a:p>
        </p:txBody>
      </p:sp>
      <p:pic>
        <p:nvPicPr>
          <p:cNvPr id="5" name="Picture 4" descr="ENS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Félicitations! Bases solides acquises</a:t>
            </a:r>
          </a:p>
          <a:p>
            <a:pPr>
              <a:defRPr sz="2000"/>
            </a:pPr>
            <a:r>
              <a:t>✅ Capables: architecture, algo, Python, sécurité</a:t>
            </a:r>
          </a:p>
          <a:p>
            <a:pPr>
              <a:defRPr sz="2000"/>
            </a:pPr>
            <a:r>
              <a:t>✅ ENS 2A: POO, BD, Web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INF-ENS1 S10  •  Diapositive 9/9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