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: Structures de données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2/10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3/10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4/10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5/10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6/10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7/10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8/10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9/10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10/10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TIC 02 — Informatique et Architecture de l'Ordinateur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02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Composants Matériels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**Processeur (CPU)** : le cerveau de l'ordinateur</a:t>
            </a:r>
          </a:p>
          <a:p>
            <a:pPr>
              <a:defRPr sz="2000"/>
            </a:pPr>
            <a:r>
              <a:t>**Carte mère** : interconnexion des composants</a:t>
            </a:r>
          </a:p>
          <a:p>
            <a:pPr>
              <a:defRPr sz="2000"/>
            </a:pPr>
            <a:r>
              <a:t>**RAM** : mémoire vive volatile, très rapide</a:t>
            </a:r>
          </a:p>
          <a:p>
            <a:pPr>
              <a:defRPr sz="2000"/>
            </a:pPr>
            <a:r>
              <a:t>**Stockage** : HDD ou SSD (plus rapide)</a:t>
            </a:r>
          </a:p>
          <a:p>
            <a:pPr>
              <a:defRPr sz="2000"/>
            </a:pPr>
            <a:r>
              <a:t>**Périphériques** : entrée (clavier, souris), sortie (écran, imprimante), stockage externe (clé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Logiciels (Software)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**Système d'exploitation** : Windows, Linux, macOS</a:t>
            </a:r>
          </a:p>
          <a:p>
            <a:pPr>
              <a:defRPr sz="2000"/>
            </a:pPr>
            <a:r>
              <a:t>**Logiciels applicatifs** : Word, PowerPoint, navigateurs, Moodle</a:t>
            </a:r>
          </a:p>
          <a:p>
            <a:pPr>
              <a:defRPr sz="2000"/>
            </a:pPr>
            <a:r>
              <a:t>**Logiciels utilitaires** : antivirus, compresseurs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