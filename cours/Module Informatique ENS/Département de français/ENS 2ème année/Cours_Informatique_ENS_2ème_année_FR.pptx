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Informatique — ENS 2ème année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POO &amp; Web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Informatique — ENS 2ème année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POO Python</a:t>
            </a:r>
          </a:p>
          <a:p>
            <a:pPr>
              <a:defRPr sz="2000"/>
            </a:pPr>
            <a:r>
              <a:t>🎯 Algorithmes avancés</a:t>
            </a:r>
          </a:p>
          <a:p>
            <a:pPr>
              <a:defRPr sz="2000"/>
            </a:pPr>
            <a:r>
              <a:t>🎯 SQL</a:t>
            </a:r>
          </a:p>
          <a:p>
            <a:pPr>
              <a:defRPr sz="2000"/>
            </a:pPr>
            <a:r>
              <a:t>🎯 HTML/CSS/JS</a:t>
            </a:r>
          </a:p>
          <a:p>
            <a:pPr>
              <a:defRPr sz="2000"/>
            </a:pPr>
            <a:r>
              <a:t>🎯 Git</a:t>
            </a:r>
          </a:p>
          <a:p>
            <a:pPr>
              <a:defRPr sz="2000"/>
            </a:pPr>
            <a:r>
              <a:t>🎯 Didactique 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Informatique — ENS 2ème année  •  Diapositive 2/10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Bilan ENS1</a:t>
            </a:r>
          </a:p>
          <a:p>
            <a:pPr>
              <a:defRPr sz="2000"/>
            </a:pPr>
            <a:r>
              <a:t>📋 POO</a:t>
            </a:r>
          </a:p>
          <a:p>
            <a:pPr>
              <a:defRPr sz="2000"/>
            </a:pPr>
            <a:r>
              <a:t>📋 Algo avancé</a:t>
            </a:r>
          </a:p>
          <a:p>
            <a:pPr>
              <a:defRPr sz="2000"/>
            </a:pPr>
            <a:r>
              <a:t>📋 BDD/SQL</a:t>
            </a:r>
          </a:p>
          <a:p>
            <a:pPr>
              <a:defRPr sz="2000"/>
            </a:pPr>
            <a:r>
              <a:t>📋 Web</a:t>
            </a:r>
          </a:p>
          <a:p>
            <a:pPr>
              <a:defRPr sz="2000"/>
            </a:pPr>
            <a:r>
              <a:t>📋 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Informatique — ENS 2ème année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🧩 Classes/objets</a:t>
            </a:r>
          </a:p>
          <a:p>
            <a:pPr>
              <a:defRPr sz="2000"/>
            </a:pPr>
            <a:r>
              <a:t>🧩 Héritage</a:t>
            </a:r>
          </a:p>
          <a:p>
            <a:pPr>
              <a:defRPr sz="2000"/>
            </a:pPr>
            <a:r>
              <a:t>🧩 Encapsulation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Informatique — ENS 2ème année  •  Diapositive 4/10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📊 Tri fusion</a:t>
            </a:r>
          </a:p>
          <a:p>
            <a:pPr>
              <a:defRPr sz="2000"/>
            </a:pPr>
            <a:r>
              <a:t>📊 Dichotomie</a:t>
            </a:r>
          </a:p>
          <a:p>
            <a:pPr>
              <a:defRPr sz="2000"/>
            </a:pPr>
            <a:r>
              <a:t>📊 Récursivité</a:t>
            </a:r>
          </a:p>
          <a:p>
            <a:pPr>
              <a:defRPr sz="2000"/>
            </a:pPr>
            <a:r>
              <a:t>📊 O(log 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Informatique — ENS 2ème année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Bases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🗄️ Modèle relationnel</a:t>
            </a:r>
          </a:p>
          <a:p>
            <a:pPr>
              <a:defRPr sz="2000"/>
            </a:pPr>
            <a:r>
              <a:t>🗄️ SELECT/JOIN</a:t>
            </a:r>
          </a:p>
          <a:p>
            <a:pPr>
              <a:defRPr sz="2000"/>
            </a:pPr>
            <a:r>
              <a:t>🗄️ Clés PK/FK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Informatique — ENS 2ème année  •  Diapositive 6/10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Développement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🌐 HTML/CSS/JS</a:t>
            </a:r>
          </a:p>
          <a:p>
            <a:pPr>
              <a:defRPr sz="2000"/>
            </a:pPr>
            <a:r>
              <a:t>🌐 Formulaires</a:t>
            </a:r>
          </a:p>
          <a:p>
            <a:pPr>
              <a:defRPr sz="2000"/>
            </a:pPr>
            <a:r>
              <a:t>🌐 API REST notion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Informatique — ENS 2ème année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🔀 branch/merge</a:t>
            </a:r>
          </a:p>
          <a:p>
            <a:pPr>
              <a:defRPr sz="2000"/>
            </a:pPr>
            <a:r>
              <a:t>🔀 commit</a:t>
            </a:r>
          </a:p>
          <a:p>
            <a:pPr>
              <a:defRPr sz="2000"/>
            </a:pPr>
            <a:r>
              <a:t>🔀 README/.gitignore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Informatique — ENS 2ème année  •  Diapositive 8/10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Didactique 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🎓 Scratch→Python</a:t>
            </a:r>
          </a:p>
          <a:p>
            <a:pPr>
              <a:defRPr sz="2000"/>
            </a:pPr>
            <a:r>
              <a:t>🎓 Évaluation compétences</a:t>
            </a:r>
          </a:p>
          <a:p>
            <a:pPr>
              <a:defRPr sz="2000"/>
            </a:pPr>
            <a:r>
              <a:t>🎓 Charte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Informatique — ENS 2ème année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Projet ENS2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App Web ou POO+SQLite</a:t>
            </a:r>
          </a:p>
          <a:p>
            <a:pPr>
              <a:defRPr sz="2000"/>
            </a:pPr>
            <a:r>
              <a:t>✅ Fiche séance 45 min</a:t>
            </a:r>
          </a:p>
          <a:p>
            <a:pPr>
              <a:defRPr sz="2000"/>
            </a:pPr>
            <a:r>
              <a:t>✅ TD 5 exo × 90 min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Informatique — ENS 2ème année  •  Diapositive 10/10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