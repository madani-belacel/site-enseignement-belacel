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TIC 06 — Microsoft PowerPoint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06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Q&amp;A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06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