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TIC 04 — Microsoft Word : Bureautique Académique et Mise en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04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