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TIC 07 — TD_Informatique_ENS_2ème_année_FR_7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 exercices + corrigés détaillés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Appliquer les notions du cours</a:t>
            </a:r>
          </a:p>
          <a:p>
            <a:pPr>
              <a:defRPr sz="2000"/>
            </a:pPr>
            <a:r>
              <a:t>📋 Travail autonome et binôme</a:t>
            </a:r>
          </a:p>
          <a:p>
            <a:pPr>
              <a:defRPr sz="2000"/>
            </a:pPr>
            <a:r>
              <a:t>📋 Correction collective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: voir polycopié TD</a:t>
            </a:r>
          </a:p>
          <a:p>
            <a:pPr>
              <a:defRPr sz="2000"/>
            </a:pPr>
            <a:r>
              <a:t>1️⃣ 10 min individuel</a:t>
            </a:r>
          </a:p>
          <a:p>
            <a:pPr>
              <a:defRPr sz="2000"/>
            </a:pPr>
            <a:r>
              <a:t>1️⃣ Mise en commun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Application directe</a:t>
            </a:r>
          </a:p>
          <a:p>
            <a:pPr>
              <a:defRPr sz="2000"/>
            </a:pPr>
            <a:r>
              <a:t>2️⃣ Procédure pas à pas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Cas pratique</a:t>
            </a:r>
          </a:p>
          <a:p>
            <a:pPr>
              <a:defRPr sz="2000"/>
            </a:pPr>
            <a:r>
              <a:t>3️⃣ Manipulation poste</a:t>
            </a:r>
          </a:p>
          <a:p>
            <a:pPr>
              <a:defRPr sz="2000"/>
            </a:pPr>
            <a:r>
              <a:t>3️⃣ Critères de réussite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Analyse / synthèse</a:t>
            </a:r>
          </a:p>
          <a:p>
            <a:pPr>
              <a:defRPr sz="2000"/>
            </a:pPr>
            <a:r>
              <a:t>4️⃣ Esprit critique</a:t>
            </a:r>
          </a:p>
          <a:p>
            <a:pPr>
              <a:defRPr sz="2000"/>
            </a:pPr>
            <a:r>
              <a:t>4️⃣ Auto-évaluation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Réflexion transversale</a:t>
            </a:r>
          </a:p>
          <a:p>
            <a:pPr>
              <a:defRPr sz="2000"/>
            </a:pPr>
            <a:r>
              <a:t>5️⃣ Problème réel</a:t>
            </a:r>
          </a:p>
          <a:p>
            <a:pPr>
              <a:defRPr sz="2000"/>
            </a:pPr>
            <a:r>
              <a:t>5️⃣ Corrigé argumenté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de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Exactitude 40 %</a:t>
            </a:r>
          </a:p>
          <a:p>
            <a:pPr>
              <a:defRPr sz="2000"/>
            </a:pPr>
            <a:r>
              <a:t>✔️ Méthode 30 %</a:t>
            </a:r>
          </a:p>
          <a:p>
            <a:pPr>
              <a:defRPr sz="2000"/>
            </a:pPr>
            <a:r>
              <a:t>✔️ Présentation 30 %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Devoirs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Relire cours PDF</a:t>
            </a:r>
          </a:p>
          <a:p>
            <a:pPr>
              <a:defRPr sz="2000"/>
            </a:pPr>
            <a:r>
              <a:t>📚 Préparer questions</a:t>
            </a:r>
          </a:p>
          <a:p>
            <a:pPr>
              <a:defRPr sz="2000"/>
            </a:pPr>
            <a:r>
              <a:t>📚 Séance suivante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Corrigés dans TD_*.md</a:t>
            </a:r>
          </a:p>
          <a:p>
            <a:pPr>
              <a:defRPr sz="2000"/>
            </a:pPr>
            <a:r>
              <a:t>✅ BELACEL Madani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