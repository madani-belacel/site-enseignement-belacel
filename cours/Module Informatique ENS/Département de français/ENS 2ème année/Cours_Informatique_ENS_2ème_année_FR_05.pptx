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05 — Microsoft Excel : Bases et Usages Académiques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05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