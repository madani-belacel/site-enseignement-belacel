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: Structures de données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2/10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3/10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4/10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5/10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6/10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7/10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8/10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9/10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10/10</a:t>
            </a:r>
          </a:p>
          <a:p>
            <a:r>
              <a:t>Structures de données</a:t>
            </a:r>
          </a:p>
          <a:p>
            <a:r>
              <a:t>Tableaux, listes, piles, files, arbres, complexité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02 — TD_Informatique_ENS_2ème_année_FR_2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02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