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: Réseaux informatiques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— Diapo 2/10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— Diapo 3/10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— Diapo 4/10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— Diapo 5/10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— Diapo 6/10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— Diapo 7/10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— Diapo 8/10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— Diapo 9/10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— Diapo 10/10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TIC 09 — Réseaux informatiques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09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09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09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09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09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09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09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09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09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09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09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