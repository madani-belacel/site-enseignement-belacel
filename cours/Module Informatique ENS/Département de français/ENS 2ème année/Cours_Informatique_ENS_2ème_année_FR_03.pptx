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: Programmation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2/10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3/10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4/10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5/10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6/10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7/10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8/10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9/10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03 — Diapo 10/10</a:t>
            </a:r>
          </a:p>
          <a:p>
            <a:r>
              <a:t>Programmation Python</a:t>
            </a:r>
          </a:p>
          <a:p>
            <a:r>
              <a:t>Variables, types, fonctions, I/O, bibliothèques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03 — Windows : Interface Graphique, Fichiers et Personnalisation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03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Interface Graphique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**Bureau** : espace de travail principal</a:t>
            </a:r>
          </a:p>
          <a:p>
            <a:pPr>
              <a:defRPr sz="2000"/>
            </a:pPr>
            <a:r>
              <a:t>**Icônes** : raccourcis vers applications et dossiers</a:t>
            </a:r>
          </a:p>
          <a:p>
            <a:pPr>
              <a:defRPr sz="2000"/>
            </a:pPr>
            <a:r>
              <a:t>**Barre des tâches** : applications ouvertes</a:t>
            </a:r>
          </a:p>
          <a:p>
            <a:pPr>
              <a:defRPr sz="2000"/>
            </a:pPr>
            <a:r>
              <a:t>**Menu Démarrer** : programmes, paramètres, recherche</a:t>
            </a:r>
          </a:p>
          <a:p>
            <a:pPr>
              <a:defRPr sz="2000"/>
            </a:pPr>
            <a:r>
              <a:t>**Zone de notification** : réseau, volume, mises à jour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03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