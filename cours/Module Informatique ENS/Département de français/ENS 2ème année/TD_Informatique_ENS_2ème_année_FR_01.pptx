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POO 18'</a:t>
            </a:r>
          </a:p>
          <a:p>
            <a:pPr>
              <a:defRPr sz="2000"/>
            </a:pPr>
            <a:r>
              <a:t>⏱️ Ex.2 Dichotomie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Classes Note/Bulletin</a:t>
            </a:r>
          </a:p>
          <a:p>
            <a:pPr>
              <a:defRPr sz="2000"/>
            </a:pPr>
            <a:r>
              <a:t>1️⃣ Moyenne pondérée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Recherche dichotomique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JOIN SQL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Formulaire HTML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Workflow Git</a:t>
            </a:r>
          </a:p>
          <a:p>
            <a:pPr>
              <a:defRPr sz="2000"/>
            </a:pPr>
            <a:r>
              <a:t>5️⃣ Séance Python 3e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TP 35 %</a:t>
            </a:r>
          </a:p>
          <a:p>
            <a:pPr>
              <a:defRPr sz="2000"/>
            </a:pPr>
            <a:r>
              <a:t>✔️ Projet 40 %</a:t>
            </a:r>
          </a:p>
          <a:p>
            <a:pPr>
              <a:defRPr sz="2000"/>
            </a:pPr>
            <a:r>
              <a:t>✔️ Séance 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