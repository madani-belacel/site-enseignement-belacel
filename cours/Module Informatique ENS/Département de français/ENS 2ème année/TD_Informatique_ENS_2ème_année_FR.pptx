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Informatique — ENS 2ème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Durée 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POO 18'</a:t>
            </a:r>
          </a:p>
          <a:p>
            <a:pPr>
              <a:defRPr sz="2000"/>
            </a:pPr>
            <a:r>
              <a:t>⏱️ Ex.2 Dichotomie 18'</a:t>
            </a:r>
          </a:p>
          <a:p>
            <a:pPr>
              <a:defRPr sz="2000"/>
            </a:pPr>
            <a:r>
              <a:t>⏱️ Ex.3 SQL 18'</a:t>
            </a:r>
          </a:p>
          <a:p>
            <a:pPr>
              <a:defRPr sz="2000"/>
            </a:pPr>
            <a:r>
              <a:t>⏱️ Ex.4 Web 18'</a:t>
            </a:r>
          </a:p>
          <a:p>
            <a:pPr>
              <a:defRPr sz="2000"/>
            </a:pPr>
            <a:r>
              <a:t>⏱️ Ex.5 Git 13'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Classes Note/Bulletin</a:t>
            </a:r>
          </a:p>
          <a:p>
            <a:pPr>
              <a:defRPr sz="2000"/>
            </a:pPr>
            <a:r>
              <a:t>1️⃣ Moyenne pondérée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Recherche dichotomique</a:t>
            </a:r>
          </a:p>
          <a:p>
            <a:pPr>
              <a:defRPr sz="2000"/>
            </a:pPr>
            <a:r>
              <a:t>2️⃣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JOIN SQL</a:t>
            </a:r>
          </a:p>
          <a:p>
            <a:pPr>
              <a:defRPr sz="2000"/>
            </a:pPr>
            <a:r>
              <a:t>3️⃣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Formulaire HTML</a:t>
            </a:r>
          </a:p>
          <a:p>
            <a:pPr>
              <a:defRPr sz="2000"/>
            </a:pPr>
            <a:r>
              <a:t>4️⃣ CSS +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Workflow Git</a:t>
            </a:r>
          </a:p>
          <a:p>
            <a:pPr>
              <a:defRPr sz="2000"/>
            </a:pPr>
            <a:r>
              <a:t>5️⃣ Séance Python 3e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TP 35 %</a:t>
            </a:r>
          </a:p>
          <a:p>
            <a:pPr>
              <a:defRPr sz="2000"/>
            </a:pPr>
            <a:r>
              <a:t>✔️ Projet 40 %</a:t>
            </a:r>
          </a:p>
          <a:p>
            <a:pPr>
              <a:defRPr sz="2000"/>
            </a:pPr>
            <a:r>
              <a:t>✔️ Séance 25 %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Code + Git +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Correction collective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Informatique — ENS 2ème année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