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POO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POO Python</a:t>
            </a:r>
          </a:p>
          <a:p>
            <a:pPr>
              <a:defRPr sz="2000"/>
            </a:pPr>
            <a:r>
              <a:t>🎯 Algorithmes avancés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Didactique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Bilan ENS1</a:t>
            </a:r>
          </a:p>
          <a:p>
            <a:pPr>
              <a:defRPr sz="2000"/>
            </a:pPr>
            <a:r>
              <a:t>📋 POO</a:t>
            </a:r>
          </a:p>
          <a:p>
            <a:pPr>
              <a:defRPr sz="2000"/>
            </a:pPr>
            <a:r>
              <a:t>📋 Algo avancé</a:t>
            </a:r>
          </a:p>
          <a:p>
            <a:pPr>
              <a:defRPr sz="2000"/>
            </a:pPr>
            <a:r>
              <a:t>📋 BDD/SQL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Classes/objets</a:t>
            </a:r>
          </a:p>
          <a:p>
            <a:pPr>
              <a:defRPr sz="2000"/>
            </a:pPr>
            <a:r>
              <a:t>🧩 Héritage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Tri fusion</a:t>
            </a:r>
          </a:p>
          <a:p>
            <a:pPr>
              <a:defRPr sz="2000"/>
            </a:pPr>
            <a:r>
              <a:t>📊 Dichotomie</a:t>
            </a:r>
          </a:p>
          <a:p>
            <a:pPr>
              <a:defRPr sz="2000"/>
            </a:pPr>
            <a:r>
              <a:t>📊 Récursivité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Bases de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Modèle relationnel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Clés PK/FK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Développement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Formulaires</a:t>
            </a:r>
          </a:p>
          <a:p>
            <a:pPr>
              <a:defRPr sz="2000"/>
            </a:pPr>
            <a:r>
              <a:t>🌐 API REST notion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Didactique 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Évaluation compétences</a:t>
            </a:r>
          </a:p>
          <a:p>
            <a:pPr>
              <a:defRPr sz="2000"/>
            </a:pPr>
            <a:r>
              <a:t>🎓 Charte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ENS2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App Web ou POO+SQLite</a:t>
            </a:r>
          </a:p>
          <a:p>
            <a:pPr>
              <a:defRPr sz="2000"/>
            </a:pPr>
            <a:r>
              <a:t>✅ Fiche séance 45 min</a:t>
            </a:r>
          </a:p>
          <a:p>
            <a:pPr>
              <a:defRPr sz="2000"/>
            </a:pPr>
            <a:r>
              <a:t>✅ TD 5 exo × 90 min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