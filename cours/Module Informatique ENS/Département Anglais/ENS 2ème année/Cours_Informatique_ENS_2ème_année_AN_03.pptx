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03 — Windows: Graphical Interface, Files and Personalization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03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03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Graphical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**Desktop**: main workspace</a:t>
            </a:r>
          </a:p>
          <a:p>
            <a:pPr>
              <a:defRPr sz="2000"/>
            </a:pPr>
            <a:r>
              <a:t>**Icons**: shortcuts to applications and folders</a:t>
            </a:r>
          </a:p>
          <a:p>
            <a:pPr>
              <a:defRPr sz="2000"/>
            </a:pPr>
            <a:r>
              <a:t>**Taskbar**: open applications</a:t>
            </a:r>
          </a:p>
          <a:p>
            <a:pPr>
              <a:defRPr sz="2000"/>
            </a:pPr>
            <a:r>
              <a:t>**Start Menu**: programs, settings, search</a:t>
            </a:r>
          </a:p>
          <a:p>
            <a:pPr>
              <a:defRPr sz="2000"/>
            </a:pPr>
            <a:r>
              <a:t>**Notification area**: network, volume,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03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03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03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03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03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03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03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03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03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