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: Structures de données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2/10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3/10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4/10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5/10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6/10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7/10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8/10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9/10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10/10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ICT Course 02 — Computer Science and Computer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Cours 02 | 1h30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02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Hardware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**Processor (CPU)**: the brain of the computer</a:t>
            </a:r>
          </a:p>
          <a:p>
            <a:pPr>
              <a:defRPr sz="2000"/>
            </a:pPr>
            <a:r>
              <a:t>**Motherboard**: interconnection of components</a:t>
            </a:r>
          </a:p>
          <a:p>
            <a:pPr>
              <a:defRPr sz="2000"/>
            </a:pPr>
            <a:r>
              <a:t>**RAM**: volatile RAM, very fast</a:t>
            </a:r>
          </a:p>
          <a:p>
            <a:pPr>
              <a:defRPr sz="2000"/>
            </a:pPr>
            <a:r>
              <a:t>**Storage**: HDD or SSD (faster)</a:t>
            </a:r>
          </a:p>
          <a:p>
            <a:pPr>
              <a:defRPr sz="2000"/>
            </a:pPr>
            <a:r>
              <a:t>**Peripherals**: input (keyboard, mouse), output (screen, printer), external storage (USB key)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02  •  Diapositive 2/10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**Operating system**: Windows, Linux, macOS</a:t>
            </a:r>
          </a:p>
          <a:p>
            <a:pPr>
              <a:defRPr sz="2000"/>
            </a:pPr>
            <a:r>
              <a:t>**Application software**: Word, PowerPoint, browsers, Moodle</a:t>
            </a:r>
          </a:p>
          <a:p>
            <a:pPr>
              <a:defRPr sz="2000"/>
            </a:pPr>
            <a:r>
              <a:t>**Utility software**: antivirus, compressors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02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02  •  Diapositive 4/10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02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02  •  Diapositive 6/10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02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02  •  Diapositive 8/10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02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02  •  Diapositive 10/10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