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09 — TD_Informatique_ENS_2ème_année_AN_9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09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09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09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09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09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09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09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09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09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09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