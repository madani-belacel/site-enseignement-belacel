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course 07 — Introduction to the Internet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07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07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07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07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07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07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07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07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07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07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07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