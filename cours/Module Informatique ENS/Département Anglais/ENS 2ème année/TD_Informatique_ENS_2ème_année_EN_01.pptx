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: Algorithmique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2/10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3/10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4/10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5/10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6/10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7/10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8/10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9/10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10/10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— Computer Science — Year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Ex.1 OOP 18'</a:t>
            </a:r>
          </a:p>
          <a:p>
            <a:pPr>
              <a:defRPr sz="2000"/>
            </a:pPr>
            <a:r>
              <a:t>⏱️ Ex.2 Binary search 18'</a:t>
            </a:r>
          </a:p>
          <a:p>
            <a:pPr>
              <a:defRPr sz="2000"/>
            </a:pPr>
            <a:r>
              <a:t>⏱️ Ex.3 SQL 18'</a:t>
            </a:r>
          </a:p>
          <a:p>
            <a:pPr>
              <a:defRPr sz="2000"/>
            </a:pPr>
            <a:r>
              <a:t>⏱️ Ex.4 Web 18'</a:t>
            </a:r>
          </a:p>
          <a:p>
            <a:pPr>
              <a:defRPr sz="2000"/>
            </a:pPr>
            <a:r>
              <a:t>⏱️ Ex.5 Git 13'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Grade/ReportCard classes</a:t>
            </a:r>
          </a:p>
          <a:p>
            <a:pPr>
              <a:defRPr sz="2000"/>
            </a:pPr>
            <a:r>
              <a:t>1️⃣ Weighted avg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Binary search</a:t>
            </a:r>
          </a:p>
          <a:p>
            <a:pPr>
              <a:defRPr sz="2000"/>
            </a:pPr>
            <a:r>
              <a:t>2️⃣ O(log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SQL JOIN</a:t>
            </a:r>
          </a:p>
          <a:p>
            <a:pPr>
              <a:defRPr sz="2000"/>
            </a:pPr>
            <a:r>
              <a:t>3️⃣ GROUP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HTML form</a:t>
            </a:r>
          </a:p>
          <a:p>
            <a:pPr>
              <a:defRPr sz="2000"/>
            </a:pPr>
            <a:r>
              <a:t>4️⃣ CSS + 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Git workflow</a:t>
            </a:r>
          </a:p>
          <a:p>
            <a:pPr>
              <a:defRPr sz="2000"/>
            </a:pPr>
            <a:r>
              <a:t>5️⃣ Python loops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Lab 35%</a:t>
            </a:r>
          </a:p>
          <a:p>
            <a:pPr>
              <a:defRPr sz="2000"/>
            </a:pPr>
            <a:r>
              <a:t>✔️ Project 40%</a:t>
            </a:r>
          </a:p>
          <a:p>
            <a:pPr>
              <a:defRPr sz="2000"/>
            </a:pPr>
            <a:r>
              <a:t>✔️ Lesson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Code + Git + lesson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review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