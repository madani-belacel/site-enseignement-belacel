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: Programmation Python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2/10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3/10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4/10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5/10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6/10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7/10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8/10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9/10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03 — Diapo 10/10</a:t>
            </a:r>
          </a:p>
          <a:p>
            <a:r>
              <a:t>Programmation Python</a:t>
            </a:r>
          </a:p>
          <a:p>
            <a:r>
              <a:t>Variables, types, fonctions, I/O, bibliothèques standard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Course 03 — Windows: Graphical Interface, Files and Personalization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Cours 03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Graphical Interface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**Desktop**: main workspace</a:t>
            </a:r>
          </a:p>
          <a:p>
            <a:pPr>
              <a:defRPr sz="2000"/>
            </a:pPr>
            <a:r>
              <a:t>**Icons**: shortcuts to applications and folders</a:t>
            </a:r>
          </a:p>
          <a:p>
            <a:pPr>
              <a:defRPr sz="2000"/>
            </a:pPr>
            <a:r>
              <a:t>**Taskbar**: open applications</a:t>
            </a:r>
          </a:p>
          <a:p>
            <a:pPr>
              <a:defRPr sz="2000"/>
            </a:pPr>
            <a:r>
              <a:t>**Start Menu**: programs, settings, search</a:t>
            </a:r>
          </a:p>
          <a:p>
            <a:pPr>
              <a:defRPr sz="2000"/>
            </a:pPr>
            <a:r>
              <a:t>**Notification area**: network, volume, updates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2/10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4/10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6/10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8/10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1h30 session</a:t>
            </a:r>
          </a:p>
          <a:p>
            <a:pPr>
              <a:defRPr sz="2000"/>
            </a:pPr>
            <a:r>
              <a:t>BELACEL Madani</a:t>
            </a:r>
          </a:p>
          <a:p>
            <a:pPr>
              <a:defRPr sz="2000"/>
            </a:pPr>
            <a:r>
              <a:t>ENS /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03  •  Diapositive 10/10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