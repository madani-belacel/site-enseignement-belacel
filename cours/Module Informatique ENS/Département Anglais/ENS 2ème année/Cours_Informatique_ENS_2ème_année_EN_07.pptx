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07 : Git et versionnement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07 — Diapo 2/10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07 — Diapo 3/10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07 — Diapo 4/10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07 — Diapo 5/10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07 — Diapo 6/10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07 — Diapo 7/10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07 — Diapo 8/10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07 — Diapo 9/10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07 — Diapo 10/10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ICT course 07 — Introduction to the Internet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Cours 07 | 1h30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07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07  •  Diapositive 2/10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07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07  •  Diapositive 4/10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07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07  •  Diapositive 6/10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07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07  •  Diapositive 8/10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07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07  •  Diapositive 10/10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