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: POO en Python</a:t>
            </a:r>
          </a:p>
          <a:p>
            <a:r>
              <a:t>Module ENS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2/10</a:t>
            </a:r>
          </a:p>
          <a:p>
            <a:r>
              <a:t>POO en Python</a:t>
            </a:r>
          </a:p>
          <a:p>
            <a:r>
              <a:t>Classes, objets, héritage, polymorphisme, encapsulation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3/10</a:t>
            </a:r>
          </a:p>
          <a:p>
            <a:r>
              <a:t>POO en Python</a:t>
            </a:r>
          </a:p>
          <a:p>
            <a:r>
              <a:t>Classes, objets, héritage, polymorphisme, encapsulation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4/10</a:t>
            </a:r>
          </a:p>
          <a:p>
            <a:r>
              <a:t>POO en Python</a:t>
            </a:r>
          </a:p>
          <a:p>
            <a:r>
              <a:t>Classes, objets, héritage, polymorphisme, encapsulation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5/10</a:t>
            </a:r>
          </a:p>
          <a:p>
            <a:r>
              <a:t>POO en Python</a:t>
            </a:r>
          </a:p>
          <a:p>
            <a:r>
              <a:t>Classes, objets, héritage, polymorphisme, encapsulation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6/10</a:t>
            </a:r>
          </a:p>
          <a:p>
            <a:r>
              <a:t>POO en Python</a:t>
            </a:r>
          </a:p>
          <a:p>
            <a:r>
              <a:t>Classes, objets, héritage, polymorphisme, encapsulation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7/10</a:t>
            </a:r>
          </a:p>
          <a:p>
            <a:r>
              <a:t>POO en Python</a:t>
            </a:r>
          </a:p>
          <a:p>
            <a:r>
              <a:t>Classes, objets, héritage, polymorphisme, encapsulation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8/10</a:t>
            </a:r>
          </a:p>
          <a:p>
            <a:r>
              <a:t>POO en Python</a:t>
            </a:r>
          </a:p>
          <a:p>
            <a:r>
              <a:t>Classes, objets, héritage, polymorphisme, encapsulation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9/10</a:t>
            </a:r>
          </a:p>
          <a:p>
            <a:r>
              <a:t>POO en Python</a:t>
            </a:r>
          </a:p>
          <a:p>
            <a:r>
              <a:t>Classes, objets, héritage, polymorphisme, encapsulation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10/10</a:t>
            </a:r>
          </a:p>
          <a:p>
            <a:r>
              <a:t>POO en Python</a:t>
            </a:r>
          </a:p>
          <a:p>
            <a:r>
              <a:t>Classes, objets, héritage, polymorphisme, encapsulation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ICT Course 04 — Microsoft Word: Academic Office Automation and Page Layout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Cours 04 | 1h30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04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04  •  Diapositive 2/10</a:t>
            </a:r>
          </a:p>
        </p:txBody>
      </p:sp>
      <p:pic>
        <p:nvPicPr>
          <p:cNvPr id="5" name="Picture 4" descr="ENS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04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04  •  Diapositive 4/10</a:t>
            </a:r>
          </a:p>
        </p:txBody>
      </p:sp>
      <p:pic>
        <p:nvPicPr>
          <p:cNvPr id="5" name="Picture 4" descr="ENS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04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04  •  Diapositive 6/10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04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04  •  Diapositive 8/10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04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04  •  Diapositive 10/10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