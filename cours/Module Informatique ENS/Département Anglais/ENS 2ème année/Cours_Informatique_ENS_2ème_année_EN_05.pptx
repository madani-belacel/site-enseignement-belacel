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Bases de données SQL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Bases de données SQL</a:t>
            </a:r>
          </a:p>
          <a:p>
            <a:r>
              <a:t>Modèle relationnel, requêtes SQL, jointures, normalisation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05 — Microsoft Excel: Basics and Academic 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05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05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