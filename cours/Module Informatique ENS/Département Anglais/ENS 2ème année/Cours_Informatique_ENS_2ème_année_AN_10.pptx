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ICT Course 10 — Internet Services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Cours 10 | 1h30 |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10  •  Diapositive 1/10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10  •  Diapositive 2/10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10  •  Diapositive 3/10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10  •  Diapositive 4/10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10  •  Diapositive 5/10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10  •  Diapositive 6/10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10  •  Diapositive 7/10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10  •  Diapositive 8/10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10  •  Diapositive 9/10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10  •  Diapositive 10/10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