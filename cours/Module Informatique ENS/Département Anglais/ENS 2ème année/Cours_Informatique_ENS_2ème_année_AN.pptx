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&amp; Web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OOP</a:t>
            </a:r>
          </a:p>
          <a:p>
            <a:pPr>
              <a:defRPr sz="2000"/>
            </a:pPr>
            <a:r>
              <a:t>🎯 Advanced algorithms</a:t>
            </a:r>
          </a:p>
          <a:p>
            <a:pPr>
              <a:defRPr sz="2000"/>
            </a:pPr>
            <a:r>
              <a:t>🎯 SQL</a:t>
            </a:r>
          </a:p>
          <a:p>
            <a:pPr>
              <a:defRPr sz="2000"/>
            </a:pPr>
            <a:r>
              <a:t>🎯 HTML/CSS/JS</a:t>
            </a:r>
          </a:p>
          <a:p>
            <a:pPr>
              <a:defRPr sz="2000"/>
            </a:pPr>
            <a:r>
              <a:t>🎯 Git</a:t>
            </a:r>
          </a:p>
          <a:p>
            <a:pPr>
              <a:defRPr sz="2000"/>
            </a:pPr>
            <a:r>
              <a:t>🎯 CS didactics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Year 1 review</a:t>
            </a:r>
          </a:p>
          <a:p>
            <a:pPr>
              <a:defRPr sz="2000"/>
            </a:pPr>
            <a:r>
              <a:t>📋 OOP</a:t>
            </a:r>
          </a:p>
          <a:p>
            <a:pPr>
              <a:defRPr sz="2000"/>
            </a:pPr>
            <a:r>
              <a:t>📋 Advanced algo</a:t>
            </a:r>
          </a:p>
          <a:p>
            <a:pPr>
              <a:defRPr sz="2000"/>
            </a:pPr>
            <a:r>
              <a:t>📋 DB/SQL</a:t>
            </a:r>
          </a:p>
          <a:p>
            <a:pPr>
              <a:defRPr sz="2000"/>
            </a:pPr>
            <a:r>
              <a:t>📋 Web</a:t>
            </a:r>
          </a:p>
          <a:p>
            <a:pPr>
              <a:defRPr sz="2000"/>
            </a:pPr>
            <a:r>
              <a:t>📋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Classes/objects</a:t>
            </a:r>
          </a:p>
          <a:p>
            <a:pPr>
              <a:defRPr sz="2000"/>
            </a:pPr>
            <a:r>
              <a:t>🧩 Inheritance</a:t>
            </a:r>
          </a:p>
          <a:p>
            <a:pPr>
              <a:defRPr sz="2000"/>
            </a:pPr>
            <a:r>
              <a:t>🧩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Merge sort</a:t>
            </a:r>
          </a:p>
          <a:p>
            <a:pPr>
              <a:defRPr sz="2000"/>
            </a:pPr>
            <a:r>
              <a:t>📊 Binary search</a:t>
            </a:r>
          </a:p>
          <a:p>
            <a:pPr>
              <a:defRPr sz="2000"/>
            </a:pPr>
            <a:r>
              <a:t>📊 Recursion</a:t>
            </a:r>
          </a:p>
          <a:p>
            <a:pPr>
              <a:defRPr sz="2000"/>
            </a:pPr>
            <a:r>
              <a:t>📊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🗄️ Relational model</a:t>
            </a:r>
          </a:p>
          <a:p>
            <a:pPr>
              <a:defRPr sz="2000"/>
            </a:pPr>
            <a:r>
              <a:t>🗄️ SELECT/JOIN</a:t>
            </a:r>
          </a:p>
          <a:p>
            <a:pPr>
              <a:defRPr sz="2000"/>
            </a:pPr>
            <a:r>
              <a:t>🗄️ PK/FK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HTML/CSS/JS</a:t>
            </a:r>
          </a:p>
          <a:p>
            <a:pPr>
              <a:defRPr sz="2000"/>
            </a:pPr>
            <a:r>
              <a:t>🌐 Forms</a:t>
            </a:r>
          </a:p>
          <a:p>
            <a:pPr>
              <a:defRPr sz="2000"/>
            </a:pPr>
            <a:r>
              <a:t>🌐 REST API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branch/merge</a:t>
            </a:r>
          </a:p>
          <a:p>
            <a:pPr>
              <a:defRPr sz="2000"/>
            </a:pPr>
            <a:r>
              <a:t>🔀 commit</a:t>
            </a:r>
          </a:p>
          <a:p>
            <a:pPr>
              <a:defRPr sz="2000"/>
            </a:pPr>
            <a:r>
              <a:t>🔀 README/.gitignore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 didactics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Scratch→Python</a:t>
            </a:r>
          </a:p>
          <a:p>
            <a:pPr>
              <a:defRPr sz="2000"/>
            </a:pPr>
            <a:r>
              <a:t>🎓 Competency assessment</a:t>
            </a:r>
          </a:p>
          <a:p>
            <a:pPr>
              <a:defRPr sz="2000"/>
            </a:pPr>
            <a:r>
              <a:t>🎓 AI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Web app or OOP+SQLite</a:t>
            </a:r>
          </a:p>
          <a:p>
            <a:pPr>
              <a:defRPr sz="2000"/>
            </a:pPr>
            <a:r>
              <a:t>✅ 45-min lesson plan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