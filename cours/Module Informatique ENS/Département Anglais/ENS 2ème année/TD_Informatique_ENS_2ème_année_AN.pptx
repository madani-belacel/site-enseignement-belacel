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TD Informatique ENS (AN)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OOP 18'</a:t>
            </a:r>
          </a:p>
          <a:p>
            <a:pPr>
              <a:defRPr sz="2000"/>
            </a:pPr>
            <a:r>
              <a:t>⏱️ Ex.2 Binary search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Grade/ReportCard classes</a:t>
            </a:r>
          </a:p>
          <a:p>
            <a:pPr>
              <a:defRPr sz="2000"/>
            </a:pPr>
            <a:r>
              <a:t>1️⃣ Weighted avg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Binary search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SQL JOIN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HTML form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Git workflow</a:t>
            </a:r>
          </a:p>
          <a:p>
            <a:pPr>
              <a:defRPr sz="2000"/>
            </a:pPr>
            <a:r>
              <a:t>5️⃣ Python loops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Lab 35%</a:t>
            </a:r>
          </a:p>
          <a:p>
            <a:pPr>
              <a:defRPr sz="2000"/>
            </a:pPr>
            <a:r>
              <a:t>✔️ Project 40%</a:t>
            </a:r>
          </a:p>
          <a:p>
            <a:pPr>
              <a:defRPr sz="2000"/>
            </a:pPr>
            <a:r>
              <a:t>✔️ Lesson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2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