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: Git et versionnement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2/10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3/10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4/10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5/10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6/10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7/10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8/10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9/10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07 — Diapo 10/10</a:t>
            </a:r>
          </a:p>
          <a:p>
            <a:r>
              <a:t>Git et versionnement</a:t>
            </a:r>
          </a:p>
          <a:p>
            <a:r>
              <a:t>Init, add, commit, push, branches, merge, GitHub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07 — TD_Informatique_ENS_2ème_année_AN_7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07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