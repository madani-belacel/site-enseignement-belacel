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ICT Tutorial 02 — Computer Science and Computer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TD INF 02 | 1h30 |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1/10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2/10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3/10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4/10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5/10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6/10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7/10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7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8/10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8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9/10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 9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ENS session</a:t>
            </a:r>
          </a:p>
          <a:p>
            <a:pPr>
              <a:defRPr sz="2000"/>
            </a:pPr>
            <a:r>
              <a:t>1h30</a:t>
            </a:r>
          </a:p>
          <a:p>
            <a:pPr>
              <a:defRPr sz="2000"/>
            </a:pPr>
            <a:r>
              <a:t>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404040"/>
                </a:solidFill>
              </a:defRPr>
            </a:pPr>
            <a:r>
              <a:t>TD INF 02  •  Diapositive 10/10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