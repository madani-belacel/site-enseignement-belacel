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FF"/>
    <a:srgbClr val="990033"/>
    <a:srgbClr val="0053D3"/>
    <a:srgbClr val="0782F0"/>
    <a:srgbClr val="3333B2"/>
    <a:srgbClr val="262686"/>
    <a:srgbClr val="191959"/>
    <a:srgbClr val="0083F7"/>
    <a:srgbClr val="0152FF"/>
    <a:srgbClr val="0078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Style léger 2 - Accentuation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Style léger 3 - Accentuation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06" autoAdjust="0"/>
    <p:restoredTop sz="93969" autoAdjust="0"/>
  </p:normalViewPr>
  <p:slideViewPr>
    <p:cSldViewPr snapToGrid="0" snapToObjects="1">
      <p:cViewPr>
        <p:scale>
          <a:sx n="100" d="100"/>
          <a:sy n="100" d="100"/>
        </p:scale>
        <p:origin x="468" y="-9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-408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F0B2C1-4194-45A7-9834-731A4F36BABD}" type="datetimeFigureOut">
              <a:rPr lang="fr-FR" smtClean="0"/>
              <a:t>16/05/2026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B5666F-E79B-4A29-9A64-FA4855FAABB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572334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 05 : Bases de données SQL</a:t>
            </a:r>
          </a:p>
          <a:p>
            <a:r>
              <a:t>Module ENS</a:t>
            </a:r>
          </a:p>
          <a:p>
            <a:r>
              <a:t>Dr. BELACEL Madani — Université de Mostaganem</a:t>
            </a:r>
          </a:p>
          <a:p>
            <a:r>
              <a:t>Année 2026-2027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 05 — Diapo 2/10</a:t>
            </a:r>
          </a:p>
          <a:p>
            <a:r>
              <a:t>Bases de données SQL</a:t>
            </a:r>
          </a:p>
          <a:p>
            <a:r>
              <a:t>Modèle relationnel, requêtes SQL, jointures, normalisation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 05 — Diapo 3/10</a:t>
            </a:r>
          </a:p>
          <a:p>
            <a:r>
              <a:t>Bases de données SQL</a:t>
            </a:r>
          </a:p>
          <a:p>
            <a:r>
              <a:t>Modèle relationnel, requêtes SQL, jointures, normalisation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 05 — Diapo 4/10</a:t>
            </a:r>
          </a:p>
          <a:p>
            <a:r>
              <a:t>Bases de données SQL</a:t>
            </a:r>
          </a:p>
          <a:p>
            <a:r>
              <a:t>Modèle relationnel, requêtes SQL, jointures, normalisation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 05 — Diapo 5/10</a:t>
            </a:r>
          </a:p>
          <a:p>
            <a:r>
              <a:t>Bases de données SQL</a:t>
            </a:r>
          </a:p>
          <a:p>
            <a:r>
              <a:t>Modèle relationnel, requêtes SQL, jointures, normalisation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 05 — Diapo 6/10</a:t>
            </a:r>
          </a:p>
          <a:p>
            <a:r>
              <a:t>Bases de données SQL</a:t>
            </a:r>
          </a:p>
          <a:p>
            <a:r>
              <a:t>Modèle relationnel, requêtes SQL, jointures, normalisation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 05 — Diapo 7/10</a:t>
            </a:r>
          </a:p>
          <a:p>
            <a:r>
              <a:t>Bases de données SQL</a:t>
            </a:r>
          </a:p>
          <a:p>
            <a:r>
              <a:t>Modèle relationnel, requêtes SQL, jointures, normalisation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 05 — Diapo 8/10</a:t>
            </a:r>
          </a:p>
          <a:p>
            <a:r>
              <a:t>Bases de données SQL</a:t>
            </a:r>
          </a:p>
          <a:p>
            <a:r>
              <a:t>Modèle relationnel, requêtes SQL, jointures, normalisation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 05 — Diapo 9/10</a:t>
            </a:r>
          </a:p>
          <a:p>
            <a:r>
              <a:t>Bases de données SQL</a:t>
            </a:r>
          </a:p>
          <a:p>
            <a:r>
              <a:t>Modèle relationnel, requêtes SQL, jointures, normalisation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 05 — Diapo 10/10</a:t>
            </a:r>
          </a:p>
          <a:p>
            <a:r>
              <a:t>Bases de données SQL</a:t>
            </a:r>
          </a:p>
          <a:p>
            <a:r>
              <a:t>Modèle relationnel, requêtes SQL, jointures, normalisation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Computer Science Lab 05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ENS Year 1 — English Dept | 1h30 | BELACEL Madani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TP Computer Science Lab 05  •  Diapositive 1/10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Lab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🎯 Python programming</a:t>
            </a:r>
          </a:p>
          <a:p>
            <a:pPr>
              <a:defRPr sz="2000"/>
            </a:pPr>
            <a:r>
              <a:t>🎯 Problem solving</a:t>
            </a:r>
          </a:p>
          <a:p>
            <a:pPr>
              <a:defRPr sz="2000"/>
            </a:pPr>
            <a:r>
              <a:t>🎯 Algorithm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TP Computer Science Lab 05  •  Diapositive 2/10</a:t>
            </a:r>
          </a:p>
        </p:txBody>
      </p:sp>
      <p:pic>
        <p:nvPicPr>
          <p:cNvPr id="5" name="Picture 4" descr="ENS_s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Exercise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1️⃣ Read problem</a:t>
            </a:r>
          </a:p>
          <a:p>
            <a:pPr>
              <a:defRPr sz="2000"/>
            </a:pPr>
            <a:r>
              <a:t>1️⃣ Write code</a:t>
            </a:r>
          </a:p>
          <a:p>
            <a:pPr>
              <a:defRPr sz="2000"/>
            </a:pPr>
            <a:r>
              <a:t>1️⃣ Test output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TP Computer Science Lab 05  •  Diapositive 3/10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Exercise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2️⃣ Read problem</a:t>
            </a:r>
          </a:p>
          <a:p>
            <a:pPr>
              <a:defRPr sz="2000"/>
            </a:pPr>
            <a:r>
              <a:t>2️⃣ Write code</a:t>
            </a:r>
          </a:p>
          <a:p>
            <a:pPr>
              <a:defRPr sz="2000"/>
            </a:pPr>
            <a:r>
              <a:t>2️⃣ Test output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TP Computer Science Lab 05  •  Diapositive 4/10</a:t>
            </a:r>
          </a:p>
        </p:txBody>
      </p:sp>
      <p:pic>
        <p:nvPicPr>
          <p:cNvPr id="5" name="Picture 4" descr="ENS_s0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Exercise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3️⃣ Read problem</a:t>
            </a:r>
          </a:p>
          <a:p>
            <a:pPr>
              <a:defRPr sz="2000"/>
            </a:pPr>
            <a:r>
              <a:t>3️⃣ Write code</a:t>
            </a:r>
          </a:p>
          <a:p>
            <a:pPr>
              <a:defRPr sz="2000"/>
            </a:pPr>
            <a:r>
              <a:t>3️⃣ Test output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TP Computer Science Lab 05  •  Diapositive 5/10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Exercise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4️⃣ Read problem</a:t>
            </a:r>
          </a:p>
          <a:p>
            <a:pPr>
              <a:defRPr sz="2000"/>
            </a:pPr>
            <a:r>
              <a:t>4️⃣ Write code</a:t>
            </a:r>
          </a:p>
          <a:p>
            <a:pPr>
              <a:defRPr sz="2000"/>
            </a:pPr>
            <a:r>
              <a:t>4️⃣ Test output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TP Computer Science Lab 05  •  Diapositive 6/10</a:t>
            </a:r>
          </a:p>
        </p:txBody>
      </p:sp>
      <p:pic>
        <p:nvPicPr>
          <p:cNvPr id="5" name="Picture 4" descr="ENS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1005840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Exercise 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5️⃣ Read problem</a:t>
            </a:r>
          </a:p>
          <a:p>
            <a:pPr>
              <a:defRPr sz="2000"/>
            </a:pPr>
            <a:r>
              <a:t>5️⃣ Write code</a:t>
            </a:r>
          </a:p>
          <a:p>
            <a:pPr>
              <a:defRPr sz="2000"/>
            </a:pPr>
            <a:r>
              <a:t>5️⃣ Test output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TP Computer Science Lab 05  •  Diapositive 7/10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Grading Rubric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✔️ 5 criteria × 20%</a:t>
            </a:r>
          </a:p>
          <a:p>
            <a:pPr>
              <a:defRPr sz="2000"/>
            </a:pPr>
            <a:r>
              <a:t>✔️ 0 = Not acquired</a:t>
            </a:r>
          </a:p>
          <a:p>
            <a:pPr>
              <a:defRPr sz="2000"/>
            </a:pPr>
            <a:r>
              <a:t>✔️ 0.5 = Partial</a:t>
            </a:r>
          </a:p>
          <a:p>
            <a:pPr>
              <a:defRPr sz="2000"/>
            </a:pPr>
            <a:r>
              <a:t>✔️ 1 = Acquired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TP Computer Science Lab 05  •  Diapositive 8/10</a:t>
            </a:r>
          </a:p>
        </p:txBody>
      </p:sp>
      <p:pic>
        <p:nvPicPr>
          <p:cNvPr id="5" name="Picture 4" descr="ENS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Pedagogical Note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📝 Teaching transposition</a:t>
            </a:r>
          </a:p>
          <a:p>
            <a:pPr>
              <a:defRPr sz="2000"/>
            </a:pPr>
            <a:r>
              <a:t>📝 Trainer advice</a:t>
            </a:r>
          </a:p>
          <a:p>
            <a:pPr>
              <a:defRPr sz="2000"/>
            </a:pPr>
            <a:r>
              <a:t>📝 Extension activities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TP Computer Science Lab 05  •  Diapositive 9/10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End of lab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✅ Submit your work (.py file)</a:t>
            </a:r>
          </a:p>
          <a:p>
            <a:pPr>
              <a:defRPr sz="2000"/>
            </a:pPr>
            <a:r>
              <a:t>✅ Questions?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TP Computer Science Lab 05  •  Diapositive 10/10</a:t>
            </a:r>
          </a:p>
        </p:txBody>
      </p:sp>
      <p:pic>
        <p:nvPicPr>
          <p:cNvPr id="5" name="Picture 4" descr="ENS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14840</TotalTime>
  <Words>9927</Words>
  <Application>Microsoft Office PowerPoint</Application>
  <PresentationFormat>Affichage à l'écran (4:3)</PresentationFormat>
  <Paragraphs>973</Paragraphs>
  <Slides>31</Slides>
  <Notes>31</Notes>
  <HiddenSlides>0</HiddenSlides>
  <MMClips>0</MMClips>
  <ScaleCrop>false</ScaleCrop>
  <HeadingPairs>
    <vt:vector size="6" baseType="variant">
      <vt:variant>
        <vt:lpstr>Polices utilisées</vt:lpstr>
      </vt:variant>
      <vt:variant>
        <vt:i4>14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31</vt:i4>
      </vt:variant>
    </vt:vector>
  </HeadingPairs>
  <TitlesOfParts>
    <vt:vector size="46" baseType="lpstr">
      <vt:lpstr>Aptos</vt:lpstr>
      <vt:lpstr>Arial</vt:lpstr>
      <vt:lpstr>Calibri</vt:lpstr>
      <vt:lpstr>Century</vt:lpstr>
      <vt:lpstr>Inter</vt:lpstr>
      <vt:lpstr>Liberation Serif</vt:lpstr>
      <vt:lpstr>LMSans12-Regular</vt:lpstr>
      <vt:lpstr>NimbusRomNo9L-Medi</vt:lpstr>
      <vt:lpstr>Palatino Linotype</vt:lpstr>
      <vt:lpstr>Segoe UI Emoji</vt:lpstr>
      <vt:lpstr>Segoe UI Symbol</vt:lpstr>
      <vt:lpstr>Times New Roman</vt:lpstr>
      <vt:lpstr>ui-sans-serif</vt:lpstr>
      <vt:lpstr>Wingdings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islem oussama</dc:creator>
  <cp:keywords/>
  <dc:description>generated using python-pptx</dc:description>
  <cp:lastModifiedBy>islem oussama</cp:lastModifiedBy>
  <cp:revision>479</cp:revision>
  <dcterms:created xsi:type="dcterms:W3CDTF">2013-01-27T09:14:16Z</dcterms:created>
  <dcterms:modified xsi:type="dcterms:W3CDTF">2026-05-16T20:31:18Z</dcterms:modified>
  <cp:category/>
</cp:coreProperties>
</file>