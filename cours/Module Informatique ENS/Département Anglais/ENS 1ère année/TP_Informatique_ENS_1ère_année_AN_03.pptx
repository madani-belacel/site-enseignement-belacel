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Computer Science Lab 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ENS Year 1 — English Dept |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Computer Science Lab 03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Python programming</a:t>
            </a:r>
          </a:p>
          <a:p>
            <a:pPr>
              <a:defRPr sz="2000"/>
            </a:pPr>
            <a:r>
              <a:t>🎯 Problem solving</a:t>
            </a:r>
          </a:p>
          <a:p>
            <a:pPr>
              <a:defRPr sz="2000"/>
            </a:pPr>
            <a:r>
              <a:t>🎯 Algorithm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Computer Science Lab 03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Read problem</a:t>
            </a:r>
          </a:p>
          <a:p>
            <a:pPr>
              <a:defRPr sz="2000"/>
            </a:pPr>
            <a:r>
              <a:t>1️⃣ Write code</a:t>
            </a:r>
          </a:p>
          <a:p>
            <a:pPr>
              <a:defRPr sz="2000"/>
            </a:pPr>
            <a:r>
              <a:t>1️⃣ Test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Computer Science Lab 03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Read problem</a:t>
            </a:r>
          </a:p>
          <a:p>
            <a:pPr>
              <a:defRPr sz="2000"/>
            </a:pPr>
            <a:r>
              <a:t>2️⃣ Write code</a:t>
            </a:r>
          </a:p>
          <a:p>
            <a:pPr>
              <a:defRPr sz="2000"/>
            </a:pPr>
            <a:r>
              <a:t>2️⃣ Test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Computer Science Lab 03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Read problem</a:t>
            </a:r>
          </a:p>
          <a:p>
            <a:pPr>
              <a:defRPr sz="2000"/>
            </a:pPr>
            <a:r>
              <a:t>3️⃣ Write code</a:t>
            </a:r>
          </a:p>
          <a:p>
            <a:pPr>
              <a:defRPr sz="2000"/>
            </a:pPr>
            <a:r>
              <a:t>3️⃣ Test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Computer Science Lab 03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Read problem</a:t>
            </a:r>
          </a:p>
          <a:p>
            <a:pPr>
              <a:defRPr sz="2000"/>
            </a:pPr>
            <a:r>
              <a:t>4️⃣ Write code</a:t>
            </a:r>
          </a:p>
          <a:p>
            <a:pPr>
              <a:defRPr sz="2000"/>
            </a:pPr>
            <a:r>
              <a:t>4️⃣ Test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Computer Science Lab 03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Read problem</a:t>
            </a:r>
          </a:p>
          <a:p>
            <a:pPr>
              <a:defRPr sz="2000"/>
            </a:pPr>
            <a:r>
              <a:t>5️⃣ Write code</a:t>
            </a:r>
          </a:p>
          <a:p>
            <a:pPr>
              <a:defRPr sz="2000"/>
            </a:pPr>
            <a:r>
              <a:t>5️⃣ Test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Computer Science Lab 03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Grading Rubric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5 criteria × 20%</a:t>
            </a:r>
          </a:p>
          <a:p>
            <a:pPr>
              <a:defRPr sz="2000"/>
            </a:pPr>
            <a:r>
              <a:t>✔️ 0 = Not acquired</a:t>
            </a:r>
          </a:p>
          <a:p>
            <a:pPr>
              <a:defRPr sz="2000"/>
            </a:pPr>
            <a:r>
              <a:t>✔️ 0.5 = Partial</a:t>
            </a:r>
          </a:p>
          <a:p>
            <a:pPr>
              <a:defRPr sz="2000"/>
            </a:pPr>
            <a:r>
              <a:t>✔️ 1 = Acquired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Computer Science Lab 03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Pedagogical 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📝 Teaching transposition</a:t>
            </a:r>
          </a:p>
          <a:p>
            <a:pPr>
              <a:defRPr sz="2000"/>
            </a:pPr>
            <a:r>
              <a:t>📝 Trainer advice</a:t>
            </a:r>
          </a:p>
          <a:p>
            <a:pPr>
              <a:defRPr sz="2000"/>
            </a:pPr>
            <a:r>
              <a:t>📝 Extension activities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Computer Science Lab 03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 of 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Submit your work (.py file)</a:t>
            </a:r>
          </a:p>
          <a:p>
            <a:pPr>
              <a:defRPr sz="2000"/>
            </a:pPr>
            <a:r>
              <a:t>✅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Computer Science Lab 03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