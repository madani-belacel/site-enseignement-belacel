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10 — TD_Informatique_ENS_1ère_année_AN_10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10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10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10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10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10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10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10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10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10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10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