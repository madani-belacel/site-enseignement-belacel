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Arch 15'</a:t>
            </a:r>
          </a:p>
          <a:p>
            <a:pPr>
              <a:defRPr sz="2000"/>
            </a:pPr>
            <a:r>
              <a:t>⏱️ Ex.2 Processes 18'</a:t>
            </a:r>
          </a:p>
          <a:p>
            <a:pPr>
              <a:defRPr sz="2000"/>
            </a:pPr>
            <a:r>
              <a:t>⏱️ Ex.3 Algo 18'</a:t>
            </a:r>
          </a:p>
          <a:p>
            <a:pPr>
              <a:defRPr sz="2000"/>
            </a:pPr>
            <a:r>
              <a:t>⏱️ Ex.4 Networks 18'</a:t>
            </a:r>
          </a:p>
          <a:p>
            <a:pPr>
              <a:defRPr sz="2000"/>
            </a:pPr>
            <a:r>
              <a:t>⏱️ Ex.5 Python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ALU/control/memory</a:t>
            </a:r>
          </a:p>
          <a:p>
            <a:pPr>
              <a:defRPr sz="2000"/>
            </a:pPr>
            <a:r>
              <a:t>1️⃣ Binary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Process/thread</a:t>
            </a:r>
          </a:p>
          <a:p>
            <a:pPr>
              <a:defRPr sz="2000"/>
            </a:pPr>
            <a:r>
              <a:t>2️⃣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Array maximum</a:t>
            </a:r>
          </a:p>
          <a:p>
            <a:pPr>
              <a:defRPr sz="2000"/>
            </a:pPr>
            <a:r>
              <a:t>3️⃣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IP/mask/gateway</a:t>
            </a:r>
          </a:p>
          <a:p>
            <a:pPr>
              <a:defRPr sz="2000"/>
            </a:pPr>
            <a:r>
              <a:t>4️⃣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Python average</a:t>
            </a:r>
          </a:p>
          <a:p>
            <a:pPr>
              <a:defRPr sz="2000"/>
            </a:pPr>
            <a:r>
              <a:t>5️⃣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MCQ 30%</a:t>
            </a:r>
          </a:p>
          <a:p>
            <a:pPr>
              <a:defRPr sz="2000"/>
            </a:pPr>
            <a:r>
              <a:t>✔️ Python lab 35%</a:t>
            </a:r>
          </a:p>
          <a:p>
            <a:pPr>
              <a:defRPr sz="2000"/>
            </a:pPr>
            <a:r>
              <a:t>✔️ Project 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Python script</a:t>
            </a:r>
          </a:p>
          <a:p>
            <a:pPr>
              <a:defRPr sz="2000"/>
            </a:pPr>
            <a:r>
              <a:t>📁 Moodle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