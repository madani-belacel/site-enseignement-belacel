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Algorithmique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— ENS Year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Fundamentals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Machine architecture</a:t>
            </a:r>
          </a:p>
          <a:p>
            <a:pPr>
              <a:defRPr sz="2000"/>
            </a:pPr>
            <a:r>
              <a:t>🎯 Operating systems</a:t>
            </a:r>
          </a:p>
          <a:p>
            <a:pPr>
              <a:defRPr sz="2000"/>
            </a:pPr>
            <a:r>
              <a:t>🎯 Algorithms</a:t>
            </a:r>
          </a:p>
          <a:p>
            <a:pPr>
              <a:defRPr sz="2000"/>
            </a:pPr>
            <a:r>
              <a:t>🎯 Data structures</a:t>
            </a:r>
          </a:p>
          <a:p>
            <a:pPr>
              <a:defRPr sz="2000"/>
            </a:pPr>
            <a:r>
              <a:t>🎯 Networks &amp; security</a:t>
            </a:r>
          </a:p>
          <a:p>
            <a:pPr>
              <a:defRPr sz="2000"/>
            </a:pPr>
            <a:r>
              <a:t>🎯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2/10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Binary encoding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OS/processes</a:t>
            </a:r>
          </a:p>
          <a:p>
            <a:pPr>
              <a:defRPr sz="2000"/>
            </a:pPr>
            <a:r>
              <a:t>📋 Algorithms</a:t>
            </a:r>
          </a:p>
          <a:p>
            <a:pPr>
              <a:defRPr sz="2000"/>
            </a:pPr>
            <a:r>
              <a:t>📋 Structures</a:t>
            </a:r>
          </a:p>
          <a:p>
            <a:pPr>
              <a:defRPr sz="2000"/>
            </a:pPr>
            <a:r>
              <a:t>📋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🖥️ ALU, control unit, memory</a:t>
            </a:r>
          </a:p>
          <a:p>
            <a:pPr>
              <a:defRPr sz="2000"/>
            </a:pPr>
            <a:r>
              <a:t>🖥️ Fetch-execute cycle</a:t>
            </a:r>
          </a:p>
          <a:p>
            <a:pPr>
              <a:defRPr sz="2000"/>
            </a:pPr>
            <a:r>
              <a:t>🖥️ Memory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4/10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Operating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Processes vs threads</a:t>
            </a:r>
          </a:p>
          <a:p>
            <a:pPr>
              <a:defRPr sz="2000"/>
            </a:pPr>
            <a:r>
              <a:t>⚙️ Files</a:t>
            </a:r>
          </a:p>
          <a:p>
            <a:pPr>
              <a:defRPr sz="2000"/>
            </a:pPr>
            <a:r>
              <a:t>⚙️ Command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🔢 Pseudocode</a:t>
            </a:r>
          </a:p>
          <a:p>
            <a:pPr>
              <a:defRPr sz="2000"/>
            </a:pPr>
            <a:r>
              <a:t>🔢 O(n) complexity</a:t>
            </a:r>
          </a:p>
          <a:p>
            <a:pPr>
              <a:defRPr sz="2000"/>
            </a:pPr>
            <a:r>
              <a:t>🔢 Tracing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6/10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  <p:pic>
        <p:nvPicPr>
          <p:cNvPr id="6" name="Picture 5" descr="ENS_s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Arrays</a:t>
            </a:r>
          </a:p>
          <a:p>
            <a:pPr>
              <a:defRPr sz="2000"/>
            </a:pPr>
            <a:r>
              <a:t>📚 Stacks and queues</a:t>
            </a:r>
          </a:p>
          <a:p>
            <a:pPr>
              <a:defRPr sz="2000"/>
            </a:pPr>
            <a:r>
              <a:t>📚 Linked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Networks &amp;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🔒 IP, DNS, HTTP</a:t>
            </a:r>
          </a:p>
          <a:p>
            <a:pPr>
              <a:defRPr sz="2000"/>
            </a:pPr>
            <a:r>
              <a:t>🔒 MFA, phishing</a:t>
            </a:r>
          </a:p>
          <a:p>
            <a:pPr>
              <a:defRPr sz="2000"/>
            </a:pPr>
            <a:r>
              <a:t>🔒 3-2-1 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8/10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🐍 Variables, loops</a:t>
            </a:r>
          </a:p>
          <a:p>
            <a:pPr>
              <a:defRPr sz="2000"/>
            </a:pPr>
            <a:r>
              <a:t>🐍 Functions</a:t>
            </a:r>
          </a:p>
          <a:p>
            <a:pPr>
              <a:defRPr sz="2000"/>
            </a:pPr>
            <a:r>
              <a:t>🐍 Pedagogical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&amp;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Year 1 project</a:t>
            </a:r>
          </a:p>
          <a:p>
            <a:pPr>
              <a:defRPr sz="2000"/>
            </a:pPr>
            <a:r>
              <a:t>✅ Tutorial 5 × 90 min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10/10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