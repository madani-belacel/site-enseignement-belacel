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04 — Microsoft Word: Academic Office Automation and Page 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04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04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