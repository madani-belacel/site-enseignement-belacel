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Tutorial 02 — Computer Science and Computer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TD INF 02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