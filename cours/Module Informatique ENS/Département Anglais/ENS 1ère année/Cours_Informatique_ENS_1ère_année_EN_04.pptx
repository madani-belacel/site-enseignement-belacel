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04 — Microsoft Word: Academic Office Automation and Page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04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2/10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4/10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6/10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8/10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10/10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