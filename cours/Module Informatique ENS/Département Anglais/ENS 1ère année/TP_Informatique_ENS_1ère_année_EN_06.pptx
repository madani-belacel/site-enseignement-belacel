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2/10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3/10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4/10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5/10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6/10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7/10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8/10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9/10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10/10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Lab 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ENS Year 1 — English Dept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programming</a:t>
            </a:r>
          </a:p>
          <a:p>
            <a:pPr>
              <a:defRPr sz="2000"/>
            </a:pPr>
            <a:r>
              <a:t>🎯 Problem solving</a:t>
            </a:r>
          </a:p>
          <a:p>
            <a:pPr>
              <a:defRPr sz="2000"/>
            </a:pPr>
            <a:r>
              <a:t>🎯 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Read problem</a:t>
            </a:r>
          </a:p>
          <a:p>
            <a:pPr>
              <a:defRPr sz="2000"/>
            </a:pPr>
            <a:r>
              <a:t>1️⃣ Write code</a:t>
            </a:r>
          </a:p>
          <a:p>
            <a:pPr>
              <a:defRPr sz="2000"/>
            </a:pPr>
            <a:r>
              <a:t>1️⃣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Read problem</a:t>
            </a:r>
          </a:p>
          <a:p>
            <a:pPr>
              <a:defRPr sz="2000"/>
            </a:pPr>
            <a:r>
              <a:t>2️⃣ Write code</a:t>
            </a:r>
          </a:p>
          <a:p>
            <a:pPr>
              <a:defRPr sz="2000"/>
            </a:pPr>
            <a:r>
              <a:t>2️⃣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Read problem</a:t>
            </a:r>
          </a:p>
          <a:p>
            <a:pPr>
              <a:defRPr sz="2000"/>
            </a:pPr>
            <a:r>
              <a:t>3️⃣ Write code</a:t>
            </a:r>
          </a:p>
          <a:p>
            <a:pPr>
              <a:defRPr sz="2000"/>
            </a:pPr>
            <a:r>
              <a:t>3️⃣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Read problem</a:t>
            </a:r>
          </a:p>
          <a:p>
            <a:pPr>
              <a:defRPr sz="2000"/>
            </a:pPr>
            <a:r>
              <a:t>4️⃣ Write code</a:t>
            </a:r>
          </a:p>
          <a:p>
            <a:pPr>
              <a:defRPr sz="2000"/>
            </a:pPr>
            <a:r>
              <a:t>4️⃣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Read problem</a:t>
            </a:r>
          </a:p>
          <a:p>
            <a:pPr>
              <a:defRPr sz="2000"/>
            </a:pPr>
            <a:r>
              <a:t>5️⃣ Write code</a:t>
            </a:r>
          </a:p>
          <a:p>
            <a:pPr>
              <a:defRPr sz="2000"/>
            </a:pPr>
            <a:r>
              <a:t>5️⃣ Test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5 criteria × 20%</a:t>
            </a:r>
          </a:p>
          <a:p>
            <a:pPr>
              <a:defRPr sz="2000"/>
            </a:pPr>
            <a:r>
              <a:t>✔️ 0 = Not acquired</a:t>
            </a:r>
          </a:p>
          <a:p>
            <a:pPr>
              <a:defRPr sz="2000"/>
            </a:pPr>
            <a:r>
              <a:t>✔️ 0.5 = Partial</a:t>
            </a:r>
          </a:p>
          <a:p>
            <a:pPr>
              <a:defRPr sz="2000"/>
            </a:pPr>
            <a:r>
              <a:t>✔️ 1 = Acquired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Pedagogical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Teaching transposition</a:t>
            </a:r>
          </a:p>
          <a:p>
            <a:pPr>
              <a:defRPr sz="2000"/>
            </a:pPr>
            <a:r>
              <a:t>📝 Trainer advice</a:t>
            </a:r>
          </a:p>
          <a:p>
            <a:pPr>
              <a:defRPr sz="2000"/>
            </a:pPr>
            <a:r>
              <a:t>📝 Extension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Submit your work (.py file)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Computer Science Lab 06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