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ICT Tutorial 03 — Windows: Interface, Files and Personalization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TD INF 03 | 1h30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INF 03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ENS session</a:t>
            </a:r>
          </a:p>
          <a:p>
            <a:pPr>
              <a:defRPr sz="2000"/>
            </a:pPr>
            <a:r>
              <a:t>1h30</a:t>
            </a:r>
          </a:p>
          <a:p>
            <a:pPr>
              <a:defRPr sz="2000"/>
            </a:pPr>
            <a:r>
              <a:t>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INF 03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ENS session</a:t>
            </a:r>
          </a:p>
          <a:p>
            <a:pPr>
              <a:defRPr sz="2000"/>
            </a:pPr>
            <a:r>
              <a:t>1h30</a:t>
            </a:r>
          </a:p>
          <a:p>
            <a:pPr>
              <a:defRPr sz="2000"/>
            </a:pPr>
            <a:r>
              <a:t>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INF 03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ENS session</a:t>
            </a:r>
          </a:p>
          <a:p>
            <a:pPr>
              <a:defRPr sz="2000"/>
            </a:pPr>
            <a:r>
              <a:t>1h30</a:t>
            </a:r>
          </a:p>
          <a:p>
            <a:pPr>
              <a:defRPr sz="2000"/>
            </a:pPr>
            <a:r>
              <a:t>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INF 03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ENS session</a:t>
            </a:r>
          </a:p>
          <a:p>
            <a:pPr>
              <a:defRPr sz="2000"/>
            </a:pPr>
            <a:r>
              <a:t>1h30</a:t>
            </a:r>
          </a:p>
          <a:p>
            <a:pPr>
              <a:defRPr sz="2000"/>
            </a:pPr>
            <a:r>
              <a:t>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INF 03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ENS session</a:t>
            </a:r>
          </a:p>
          <a:p>
            <a:pPr>
              <a:defRPr sz="2000"/>
            </a:pPr>
            <a:r>
              <a:t>1h30</a:t>
            </a:r>
          </a:p>
          <a:p>
            <a:pPr>
              <a:defRPr sz="2000"/>
            </a:pPr>
            <a:r>
              <a:t>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INF 03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6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ENS session</a:t>
            </a:r>
          </a:p>
          <a:p>
            <a:pPr>
              <a:defRPr sz="2000"/>
            </a:pPr>
            <a:r>
              <a:t>1h30</a:t>
            </a:r>
          </a:p>
          <a:p>
            <a:pPr>
              <a:defRPr sz="2000"/>
            </a:pPr>
            <a:r>
              <a:t>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INF 03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7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ENS session</a:t>
            </a:r>
          </a:p>
          <a:p>
            <a:pPr>
              <a:defRPr sz="2000"/>
            </a:pPr>
            <a:r>
              <a:t>1h30</a:t>
            </a:r>
          </a:p>
          <a:p>
            <a:pPr>
              <a:defRPr sz="2000"/>
            </a:pPr>
            <a:r>
              <a:t>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INF 03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8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ENS session</a:t>
            </a:r>
          </a:p>
          <a:p>
            <a:pPr>
              <a:defRPr sz="2000"/>
            </a:pPr>
            <a:r>
              <a:t>1h30</a:t>
            </a:r>
          </a:p>
          <a:p>
            <a:pPr>
              <a:defRPr sz="2000"/>
            </a:pPr>
            <a:r>
              <a:t>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INF 03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9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ENS session</a:t>
            </a:r>
          </a:p>
          <a:p>
            <a:pPr>
              <a:defRPr sz="2000"/>
            </a:pPr>
            <a:r>
              <a:t>1h30</a:t>
            </a:r>
          </a:p>
          <a:p>
            <a:pPr>
              <a:defRPr sz="2000"/>
            </a:pPr>
            <a:r>
              <a:t>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INF 03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