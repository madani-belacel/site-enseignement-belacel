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Tutorial 03 — Windows: Interface, Files and Personalization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TD INF 03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 03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