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10 — Cursor : l'éditeur qui modifie ton code à ta voix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utiliser Cursor pour décrire une modification en français et la voir s'appliquer dans ton code — ligne par ligne, en comprenant chaque changement avant de l'accepter.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Cursor est un éditeur avant d'être une IA : c'est VS Code amélioré. Tout ce que tu as appris en séance 9 (terminal, fichiers, raccourcis) fonctionne à l'identique.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 diff, c'est le cœur du sujet : le vert ajoute, le rouge supprime. Aucune modification ne devrait entrer dans ton fichier sans que tu aies lu les deux couleurs.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Ton code part vers le modèle : ce que tu as ouvert sert de contexte à l'IA. C'est puissant — et c'est exactement pour ça qu'on n'ouvre pas un travail sensible dans Cursor.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Cursor = VS Code + IA : tes acquis de la séance 9 restent valables.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Cmd/Ctrl + K modifie, Cmd/Ctrl + L explique, Cmd/Ctrl + I crée — trois gestes, trois usages.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 diff vert/rouge est ta seule garantie : rien ne s'applique sans ta lecture.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Ton code part vers le modèle : rien de sensible n'est ouvert dans Cursor.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Sauvegarde avant, Cmd/Ctrl + Z après : annuler est un réflexe de professionnel.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