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11 — OpenCode + DeepSeek : piloter un agent IA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installer OpenCode, le connecter à DeepSeek, et lui confier une vraie tâche sur tes fichiers — en restant maître de chaque étape grâce au mode Plan, à @fichier et à /undo 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agent = un assistant qui exécute : il ne se contente pas de répondre, il modifie des fichiers et lance des commandes. D'où l'obligation de le superviser.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Plan d'abord, Build ensuite : tu passes par la touche Tab . Dans le Plan, rien ne s'exécute — l'agent expose ce qu'il compte faire et tu valides.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contexte se choisit : avec @fichier , tu dis à l'agent quoi lire. Ce qu'il ne lit pas, il ne le devine pas — et ne le casse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agent exécute : il lit, écrit, lance — d'où la supervision obligatoire.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Tab = Plan ↔ Build ; @fichier = contexte choisi ; /init = mémoire AGENTS.md 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/undo annule la dernière action : c'est ton filet de sécurité.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Clé API locale et secrète — jamais dans un fichier versionné.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Sortie dans un nouveau dossier : l'annulation devient un jeu d'enfant.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