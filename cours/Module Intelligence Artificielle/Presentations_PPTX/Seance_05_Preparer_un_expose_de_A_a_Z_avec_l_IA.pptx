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Module Intelligence Artificielle · PEP 2ème année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  <a:r>
              <a:t>Séance 05 — Préparer un exposé de A à Z avec l'IA</a:t>
            </a:r>
          </a:p>
          <a:p>
            <a:pPr>
              <a:defRPr sz="1600">
                <a:solidFill>
                  <a:srgbClr val="5B6879"/>
                </a:solidFill>
              </a:defRPr>
            </a:pPr>
            <a:r>
              <a:t>Dr. Madani BELACEL — Université de Mostaganem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🎯 En une phrase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À la fin de cette séance, tu sauras produire un exposé complet : sujet, plan, diapositives et script oral minute par minute.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🔑 Les 3 idées essentielles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Un exposé = 3 temps : accroche, corps en 3 parties, conclusion. Tout le reste est du remplissage.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Les diapositives servent à l'auditoire, pas à toi. Des titres + des mots-clés, jamais des phrases entières.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Le script oral se prépare avant le jour J. Sans texte écrit, tu improvises et tu perds le fil.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🧠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4 étapes, 30 minutes : sujet, plan, diapos, script.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3 parties maximum et une idée par diapositive.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Le script se dit à voix haute , chronométré, debout.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Une source vérifiable pour chaque chiffre que tu annonces.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Prépare la question sur les limites — elle arrive toujours.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