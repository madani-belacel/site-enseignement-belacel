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13 — Réparer, flasher et mettre à jour un appareil (téléphone, tablette, PC, GPS)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diagnostiquer une panne, flasher un système, mettre à jour un GPS et réparer un PC qui ne démarre pas — en suivant une procédure sûre, avec l'aide d'une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Toujours sauvegarder avant de toucher. Une IA ne récupère pas des données effacées : ni par magie, ni par une commande secrète. Si la sauvegarde n'est pas faite, la manipulation ne commence pas.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panne = un symptôme précis. Décris exactement ce que tu vois : logo bloqué, écran bleu, vibrations, code d'erreur. « Mon téléphone marche mal » ne mène nulle part ; « bloqué sur le logo, vibre 3 fois puis s'éteint » mène à un diagnostic.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guide, tu exécutes. Aucune commande ne se tape sans l'avoir lue et comprise. Tu restes responsable de ce qui se passe sur ton appareil.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symptôme précis = un diagnostic précis. Modèle exact + observation exacte.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sauvegarde vient toujours en premier , et elle se vérifie avant de continuer.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ROM se prend sur le site officiel — jamais ailleurs.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guide, toi tu valides chaque étape : aucune commande exécutée sans être comprise.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Documenter permet de refaire ou d'expliquer : la fiche de réparation vaut plus que dix essais ratés.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