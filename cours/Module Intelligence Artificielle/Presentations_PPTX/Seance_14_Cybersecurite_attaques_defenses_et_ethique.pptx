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26A0A"/>
                </a:solidFill>
              </a:defRPr>
            </a:pPr>
            <a:r>
              <a:t>Module Intelligence Artificielle · PEP 2ème année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A4F"/>
                </a:solidFill>
              </a:defRPr>
            </a:pPr>
            <a:r>
              <a:t>Séance 14 — Cybersécurité : attaques, défenses et éthique</a:t>
            </a:r>
          </a:p>
          <a:p>
            <a:pPr>
              <a:defRPr sz="1600">
                <a:solidFill>
                  <a:srgbClr val="5B6879"/>
                </a:solidFill>
              </a:defRPr>
            </a:pPr>
            <a:r>
              <a:t>Dr. Madani BELACEL — Université de Mostaganem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26A0A"/>
                </a:solidFill>
              </a:defRPr>
            </a:pPr>
            <a:r>
              <a:t>🎯 En une phrase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A4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À la fin de cette séance, tu sauras protéger ton téléphone, ton PC et tes comptes , reconnaître les attaques les plus fréquentes, et connaître la frontière exacte entre sécurité légitime et piratage — avec le test des 3 questions à poser avant toute demande.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26A0A"/>
                </a:solidFill>
              </a:defRPr>
            </a:pPr>
            <a:r>
              <a:t>🔑 Les 3 idées essentielles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A4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La défense est toujours légale, l'attaque jamais. Sécuriser ton propre réseau, tester ton propre système avec autorisation : parfaitement autorisé. Tester celui du voisin : crime.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Un outil n'est ni bon ni mauvais, c'est l'usage qui décide. Wireshark, Kali Linux ou Aircrack-ng sont des outils d'audit professionnels — utilisés en labo avec autorisation, ce sont des armes.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L'IA refuse par conception. Elle ne connaît pas ton intention : elle refuse tout ce qui peut nuire, faute de pouvoir vérifier que tu es un chercheur plutôt qu'un malveillant.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26A0A"/>
                </a:solidFill>
              </a:defRPr>
            </a:pPr>
            <a:r>
              <a:t>🧠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A4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Défendre est légal, attaquer ne l'est jamais — et la frontière, c'est la propriété du système ou l'autorisation écrite.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Un outil de sécurité se juge à son usage : labo avec autorisation, ou délit.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L'IA refuse ce qui peut nuire , faute de pouvoir vérifier ton intention.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Le test des 3 questions : je le possède ? Ça peut nuire ? Pourrais-je l'expliquer à un juge ?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La sauvegarde et la vérification viennent toujours en premier , en sécurité comme en réparation.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