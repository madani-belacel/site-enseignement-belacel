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08 — Rédiger, corriger et traduire (FR / EN / AR)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faire rédiger, corriger, alléger et traduire un texte en français, en anglais et en arabe — en comprenant chaque correction au lieu de la subir.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prompt de rédaction a 4 ingrédients : un rôle, un contexte, une longueur et une structure. Sans les quatre, tu reçois du texte générique que tout le monde pourrait écrire.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Corriger n'est pas réécrire : demande TOUJOURS la liste des fautes avec la règle. Une correction qu'on ne comprend pas ne se retient pas.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traduction automatique traduit les mots, pas l'intention : elle choisit le sens le plus fréquent. Fais vérifier le sens, surtout pour l'arabe et les termes administratifs.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4 ingrédients de prompt : rôle, contexte, longueur, structure.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Corriger = liste des fautes + règle en une phrase , jamais une réécriture.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Alléger avec un chiffre (−30 %) : c'est la seule consigne tenue exactement.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DeepL traduit, l'IA contrôle : l'aller-retour démasque le contresens.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Deux arabes : littéraire pour l'écrit, algérien pour l'oral.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