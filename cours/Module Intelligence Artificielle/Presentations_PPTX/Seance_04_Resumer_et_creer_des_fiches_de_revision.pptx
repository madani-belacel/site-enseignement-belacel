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Module Intelligence Artificielle · PEP 2ème année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  <a:r>
              <a:t>Séance 04 — Résumer et créer des fiches de révision</a:t>
            </a:r>
          </a:p>
          <a:p>
            <a:pPr>
              <a:defRPr sz="1600">
                <a:solidFill>
                  <a:srgbClr val="5B6879"/>
                </a:solidFill>
              </a:defRPr>
            </a:pPr>
            <a:r>
              <a:t>Dr. Madani BELACEL — Université de Mostaganem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🎯 En une phrase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À la fin de cette séance, tu sauras transformer un chapitre de 15 pages en une fiche de révision d'une page, sans rien perdre d'important.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🔑 Les 3 idées essentielles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Un résumé efficace garde la structure , pas les mots : titres, idées principales, exemples.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L'IA ne connaît pas ton cours tant que tu ne le lui donnes pas. Colle le texte ou dépose ton PDF.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Une fiche doit tenir sur 1 page et se lire debout, en 3 minutes. Sinon, ce n'est pas une fiche.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🧠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Colle le texte, jamais une question vague. Sinon l'IA invente ton cours.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Une fiche = 1 page + des lignes « À retenir ».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Vérifie toujours ce qui manque avant de réviser.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3 niveaux d'explication : 1 phrase, 3 phrases, exemple concret.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NotebookLM vérifie sur TES documents. ChatGPT rédige, Claude reformule.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