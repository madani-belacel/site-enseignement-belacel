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06 — Réviser un examen avec l'IA (QCM + flashcards)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fabriquer seul — à partir de tes propres cours — un examen blanc complet : 10 questions à choix multiple corrigées, un jeu de flashcards et une simulation d'oral notée, en moins de 30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Ton examen blanc part de TON cours, pas d'Internet. Tu déposes d'abord tes documents dans NotebookLM : sinon l'IA fabrique des questions sur un programme qui n'existe pas dans ta fac.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Réviser, c'est se tester, pas relire. Une flashcard à laquelle tu réponds à voix haute avant de la retourner vaut dix relectures passives.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question non vérifiée = une fausse révision. Fais valider tes QCM par un second outil (NotebookLM, sur tes documents) avant de les retenir.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Dépose d'abord TES documents (NotebookLM) : l'examen part de ton cours, pas d'Internet.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10 QCM corrigés en 7 minutes avec ChatGPT, difficulté progressive.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Vérifie-les dans NotebookLM avant de les retenir : ambiguë, hors document, trop absolu.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10 flashcards recto/verso avec Gemini, importables dans Anki ou Quizlet.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 oral noté à voix haute avec ChatGPT : la seule étape qui dit si tu sais vraiment.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