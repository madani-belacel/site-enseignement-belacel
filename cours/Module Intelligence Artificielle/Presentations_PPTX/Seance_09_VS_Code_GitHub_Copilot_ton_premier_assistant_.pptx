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Module Intelligence Artificielle · PEP 2ème 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  <a:r>
              <a:t>Séance 09 — VS Code + GitHub Copilot : ton premier assistant de code</a:t>
            </a:r>
          </a:p>
          <a:p>
            <a:pPr>
              <a:defRPr sz="1600">
                <a:solidFill>
                  <a:srgbClr val="5B6879"/>
                </a:solidFill>
              </a:defRPr>
            </a:pPr>
            <a:r>
              <a:t>Dr. Madani BELACEL — Université de Mostaganem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🎯 En une phrase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À la fin de cette séance, tu auras installé VS Code avec Copilot, écrit un script assisté ligne par ligne, et su comprendre et corriger ce que l'IA t'a proposé — sans savoir coder avant.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🔑 Les 3 idées essentielles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L'IA propose, tu décides. Chaque suggestion de Copilot s'accepte (Tab, Entrée) ou se refuse : aucune modification ne se fait sans ton geste.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Le contexte fait la qualité. Copilot regarde les noms de fichiers, les commentaires et le code ouvert : un fichier propre et commenté = des propositions justes.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Lire avant d'accepter est la seule règle. Une suggestion acceptée sans lecture est un bug que tu découvriras le jour de la remise.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🧠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VS Code se vérifie avec code --version 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Copilot propose, tu acceptes ou tu refuses : Tab ou Échap.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Un commentaire clair = une complétion juste : décris avant de coder.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Pose les bugs depuis le Chat intégré : il voit tes fichiers.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Termine par une question de compréhension : c'est là que tu apprends.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