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Module Intelligence Artificielle · PEP 2ème année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  <a:r>
              <a:t>Séance 03 — Chercher et vérifier l'information avec l'IA</a:t>
            </a:r>
          </a:p>
          <a:p>
            <a:pPr>
              <a:defRPr sz="1600">
                <a:solidFill>
                  <a:srgbClr val="5B6879"/>
                </a:solidFill>
              </a:defRPr>
            </a:pPr>
            <a:r>
              <a:t>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🎯 En une phrase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À la fin de cette séance, tu sauras trouver 5 sources fiables sur n'importe quel sujet et repérer une information inventée par l'IA en moins d'une minute.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🔑 Les 3 idées essentielles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réponse sans source n'est pas une preuve. C'est une opinion très bien écrite.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source fiable a un auteur, une date et un lien qui s'ouvre. Sans ces 3 éléments, tu ne peux pas citer.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Vérifier prend 30 secondes. Copier sans vérifier prend 0 seconde — et peut te coûter ta note.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26A0A"/>
                </a:solidFill>
              </a:defRPr>
            </a:pPr>
            <a:r>
              <a:t>🧠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22A4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Une réponse sans source ne peut pas être citée telle quelle. Retrouve et vérifie la source primaire avant de l'utiliser.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3 marques d'une source fiable : auteur, date, lien qui s'ouvre.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Vérifier prend 30 secondes. Copier sans vérifier peut te coûter ta note.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Les outils d'IA peuvent proposer des pistes ; la source primaire et ses métadonnées permettent la vérification finale.</a:t>
            </a:r>
          </a:p>
          <a:p>
            <a:pPr>
              <a:spcAft>
                <a:spcPts val="1000"/>
              </a:spcAft>
              <a:defRPr sz="2000">
                <a:solidFill>
                  <a:srgbClr val="122A4F"/>
                </a:solidFill>
              </a:defRPr>
            </a:pPr>
            <a:r>
              <a:t>•  La règle d'or : pour une affirmation importante, recoupe au moins deux sources fiables quand cela est possible et explique leurs éventuelles divergences.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