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Module Intelligence Artificielle · PEP 2ème 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  <a:r>
              <a:t>Séance 07 — Programmer avec l'IA : mini-projet Python + API</a:t>
            </a:r>
          </a:p>
          <a:p>
            <a:pPr>
              <a:defRPr sz="1600">
                <a:solidFill>
                  <a:srgbClr val="5B6879"/>
                </a:solidFill>
              </a:defRPr>
            </a:pPr>
            <a:r>
              <a:t>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🎯 En une phrase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À la fin de cette séance, tu sauras faire écrire, lancer et comprendre un mini-projet Python qui interroge une vraie API — et tu auras un script qui tourne sur ton ordinateur.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🔑 Les 3 idées essentielles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Une API, c'est un serveur qui répond à ta question : tu envoies une requête, tu reçois du texte structuré (JSON). C'est exactement ce que fait ton téléphone quand il affiche la météo.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L'IA écrit, toi tu lis. Un script que tu ne comprends pas est un script que tu ne pourras pas corriger le jour où il casse.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Une erreur = une information. Colle le message d'erreur exact à l'IA : la cause se trouve presque toujours dans la dernière ligne affichée.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🧠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Une API = une requête → une réponse JSON. Tu l'as vue fonctionner dans ton navigateur avant d'écrire du code.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Prompt précis : rôle, 4 contraintes numérotées, « commente chaque bloc », « sans clé », « script complet ».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Une erreur se traite en collant le message exact , jamais un résumé.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Tu personnalises une modification à la fois , en gardant les versions intermédiaires.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Tu sais expliquer ton script ligne par ligne — c'est ça, l'autonomie.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