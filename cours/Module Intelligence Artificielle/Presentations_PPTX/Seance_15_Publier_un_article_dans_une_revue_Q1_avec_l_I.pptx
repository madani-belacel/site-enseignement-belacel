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15 — Publier un article dans une revue Q1 avec l'IA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utiliser l'IA pour structurer, rédiger et vérifier un article académique destiné à une revue Q1 — sans plagiat, avec des références réelles, et en déclarant honnêtement l'usage de l'IA.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structure, reformule et vérifie ; elle ne produit pas ta recherche à ta place. Le fond (données, analyse, argument) reste ta signature — c'est lui que le reviewer évalue.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Chaque référence se vérifie une par une sur Google Scholar et doi.org : un format parfait ne prouve pas qu'un article existe.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Déclarer l'usage de l'IA est obligatoire dans la plupart des revues depuis 2023, et une IA ne peut jamais être co-auteur.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peut assumer une partie de la préparation, mais l'auteur reste responsable du fond, des sources et de la version finale.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Chaque référence se vérifie une par une dans la source éditeur, la revue ou une base bibliographique fiable.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ne peut pas être co-auteur et son usage doit être déclaré lorsque la politique de la revue l'exige.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reviewer évalue le fond et la méthode : réponds précisément à chaque remarque.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« Q1 » décrit un classement relatif , pas une garantie de qualité ni un délai de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