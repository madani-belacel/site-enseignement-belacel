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12 — Construire son IA + Charte d'usage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auras construit (sans coder) un assistant IA qui répond uniquement d'après tes propres cours — et tu auras rédigé la Charte d'usage qui explique à un jury, un collègue ou un élève comment cet outil est utilisé proprement.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assistant = un modèle + un périmètre. Le modèle sait tout ; ton prompt système et tes documents lui disent de quoi il a le droit de parler.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base de connaissances (RAG) : tes PDF sont découpés en morceaux, indexés, puis rappelés au besoin. L'IA ne « devine » plus — elle cite.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charte engage l'utilisateur, pas l'outil. Elle précise ce qui est vérifié, ce qui est déclaré, ce qui ne sera jamais déposé. C'est ton livrable de fin de module.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Assistant = modèle + périmètre : prompt système et documents fixent ce dont il a le droit de parler.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base de connaissances (RAG) indexe tes PDF et transforme « je pense » en « page 12 ».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règle de refus est la première : un assistant maîtrisé sait dire « je ne trouve pas ».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Teste les cas limites avant de te fier à ton outil : météo, devoir, hors sujet.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charte engage l'utilisateur : 7 articles, un signé de ta main, déclaré à chaque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