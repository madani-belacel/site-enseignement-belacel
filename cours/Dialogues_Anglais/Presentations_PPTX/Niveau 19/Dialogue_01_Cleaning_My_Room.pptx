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Cleaning My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Cleaning My Room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time to clean your room, boys. A tidy room helps the mind stay clear.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الغرفة المرتبة تساعد العقل على البقاء صافيا.يا أولاد حان وقت تنظيف غرفكم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Dialogue_1_Cleaning_My_Room/01_Madani.mp3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Cleaning My Room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start by putting my books on the shelf and my clothes in the cupboard.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.سأبدأ بوضع كتبي على الرف وملابسي في الخزانة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Dialogue_1_Cleaning_My_Room/02_Oussama.mp3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Cleaning My Room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make my bed carefully and clear the desk of unnecessary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.سريري بعناية وأنظف المكتب من الأشياء غير الضرورية سأرتب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Dialogue_1_Cleaning_My_Room/03_Islem.mp3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Cleaning My Room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help by collecting the toys from the floor?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المساعدة بجمع الألعاب من الأرض؟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Dialogue_1_Cleaning_My_Room/04_Anes.mp3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Cleaning My Room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Working together makes the job faster and more pleasant.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العمل معا يجعل المهمة أسرع وأكثر متعة.نعم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Dialogue_1_Cleaning_My_Room/05_Madani.mp3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Cleaning My Room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room feels more peaceful and easier to study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.النظيفة تشعر بمزيد من السلام وأسهل للدراسة فيها الغرفة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Dialogue_1_Cleaning_My_Room/06_Oussama.mp3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Cleaning My Room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sweep the floor after everything is put away.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.سأكنس الأرض بعد وضع كل شيء في مكانه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Dialogue_1_Cleaning_My_Room/07_Islem.mp3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Cleaning My Room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Keeping your space clean is a daily act of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.الحفاظ على نظافة مساحتكم عمل يومي من المسؤولية 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Dialogue_1_Cleaning_My_Room/08_Madani.mp3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