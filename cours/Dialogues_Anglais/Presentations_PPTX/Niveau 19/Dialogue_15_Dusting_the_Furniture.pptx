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15 — Dusting the Furniture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Dusting the Furniture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Dust collects quickly on furniture. Let us clean it regularly.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لننظفه بانتظام.الغبار يتجمع بسرعة على الأثاث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Dialogue_15_Dusting_the_Furniture/01_Madani.mp3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Dusting the Furniture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use a soft dry cloth to wipe the tables and shelves.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.قطعة قماش ناعمة جافة لمسح الطاولات والرفوف سأستخدم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Dialogue_15_Dusting_the_Furniture/02_Oussama.mp3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Dusting the Furniture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be careful with delicate objects and picture frames.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.سأكون حذرا مع الأشياء الدقيقة وإطارات الصور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Dialogue_15_Dusting_the_Furniture/03_Islem.mp3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Dusting the Furniture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dust the lower parts of the chairs?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إزالة الغبار عن الأجزاء السفلية من الكراسي؟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Dialogue_15_Dusting_the_Furniture/04_Anes.mp3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Dusting the Furniture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Reach only what is safe for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اصل فقط إلى ما هو آمن لك.نعم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Dialogue_15_Dusting_the_Furniture/05_Madani.mp3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Dusting the Furniture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Dusting makes the house look fresher and more welcoming.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.إزالة الغبار تجعل البيت يبدو أكثر انتعاشا وترحيبا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Dialogue_15_Dusting_the_Furniture/06_Oussama.mp3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Dusting the Furniture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also clean the television screen carefully with a special cloth.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.سأنظف أيضا شاشة التلفاز بعناية بقطعة قماش خاصة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Dialogue_15_Dusting_the_Furniture/07_Islem.mp3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15 — Dusting the Furniture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Regular light cleaning prevents heavy work later.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التنظيف الخفيف المنتظم يمنع العمل الثقيل لاحقا.ممتاز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Dialogue_15_Dusting_the_Furniture/08_Madani.mp3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