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Making My Bed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Making My Bed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Every morning after waking up, the first job is to make your bed.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أول عمل هو ترتيب السرير،كل صباح بعد الاستيقاظ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Dialogue_9_Making_My_Bed/01_Madani.mp3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Making My Bed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pull the sheet straight, smooth the blanket, and place the pillow neatly.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وأضع الوسادة بترتيب، وأملس البطانية،بشكل مستقيم أسحب الملاءة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Dialogue_9_Making_My_Bed/02_Oussama.mp3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Making My Bed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made bed makes the whole room look cleaner and more organized.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.السرير المرتب يجعل الغرفة كلها تبدو أنظف وأكثر تنظيما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Dialogue_9_Making_My_Bed/03_Islem.mp3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Making My Bed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okay if I make my bed a little later sometimes?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من الجيد إذا رتبت سريري متأخرا قليلا أحيانا؟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Dialogue_9_Making_My_Bed/04_Anes.mp3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Making My Bed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Try to do it first. Small good habits create big positive results.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العادات الجيدة الصغيرة تخلق نتائج إيجابية كبيرة.أولا حاول أن تفعله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Dialogue_9_Making_My_Bed/05_Madani.mp3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Making My Bed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Making the bed takes only two minutes but gives a sense of order.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.السرير يستغرق دقيقتين فقط لكنه يعطي شعورا بالنظام ترتيب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Dialogue_9_Making_My_Bed/06_Oussama.mp3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Making My Bed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more ready for the day when my bed is made.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.أشعر بمزيد من الاستعداد لليوم عندما يكون سريري مرتبا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Dialogue_9_Making_My_Bed/07_Islem.mp3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Making My Bed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Start the day with a small act of discipline and care.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ابدأوا اليوم بعمل صغير من الانضباط والعناية.نعم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Dialogue_9_Making_My_Bed/08_Madani.mp3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