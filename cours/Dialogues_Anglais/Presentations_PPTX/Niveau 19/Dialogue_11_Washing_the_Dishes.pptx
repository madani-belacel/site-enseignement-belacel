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11 — Washing the Dishes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meal, the dishes need washing. Who will help?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من سيساعد؟. تحتاج الصحون إلى غسل،بعد الوجبة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plates and glasses carefully with soap and warm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الصحون والأكواب بعناية بالصابون والماء الدافئ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dry them with a clean towel and put them in their places.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.سأنشفها بمنشفة نظيفة وأضعها في أماكنها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rinse the spoons and forks?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شطف الملاعق والشوك؟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Rinsing well removes the soap and keeps them clean.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الشطف الجيد يزيل الصابون ويبقيها نظيفة.نعم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Washing dishes is a simple but important daily job.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.غسل الصحون عمل يومي بسيط لكنه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share the work, no one feels overloaded.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لا يشعر أحد بالإرهاق،عندما نتشارك العمل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11 — Washing the Dishes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Completing the meal cycle with cleaning shows respect for the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إكمال دورة الوجبة بالتنظيف يظهر الاحترام للبيت.نعم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Dialogue_11_Washing_the_Dishes/08_Madani.mp3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