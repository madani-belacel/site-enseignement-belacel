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Setting the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Setting the Table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Lunch is almost ready. Who can help set the table?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من يمكنه المساعدة في ترتيب المائدة؟.الغداء جاهز تقريبا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Dialogue_2_Setting_the_Table/01_Madani.mp3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Setting the Table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put the plates, spoons, and glasses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.سأضع الصحون والملاعق والأكواب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Dialogue_2_Setting_the_Table/02_Oussama.mp3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Setting the Table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fold the napkins and place them next to each plate.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.سأطوي المناديل وأضعها بجانب كل صحن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Dialogue_2_Setting_the_Table/03_Islem.mp3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Setting the Table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put the salt and the water jug on the table?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وضع الملح وإبريق الماء على المائدة؟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Dialogue_2_Setting_the_Table/04_Anes.mp3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Setting the Table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Make sure everything is clean and in the right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تأكدوا من أن كل شيء نظيف وفي المكان الصحيح.نعم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Dialogue_2_Setting_the_Table/05_Madani.mp3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Setting the Table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Setting the table makes the meal feel special and organized.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.ترتيب المائدة يجعل الوجبة تشعر بالخصوصية والتنظيم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Dialogue_2_Setting_the_Table/06_Oussama.mp3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Setting the Table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also check that there is a place for everyone.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.سأتأكد أيضا من أن هناك مكانا للجميع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Dialogue_2_Setting_the_Table/07_Islem.mp3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Setting the Table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you. Helping before the meal is a sign of good manners.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المساعدة قبل الوجبة علامة على الأخلاق الحسنة.شكرا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Dialogue_2_Setting_the_Table/08_Madani.mp3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