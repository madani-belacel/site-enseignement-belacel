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5 — Teamwork at 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Teamwork at Home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we work together at home, everything becomes easier and faster.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يصبح كل شيء أسهل وأسرع،عندما نعمل معا في البيت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Dialogue_5_Teamwork_at_Home/01_Madani.mp3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Teamwork at Home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agree. Teamwork means each person does his part without waiting.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.الجماعي يعني أن كل شخص يفعل نصيبه دون انتظار العمل.أوافق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Dialogue_5_Teamwork_at_Home/02_Oussama.mp3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Teamwork at Home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If one of us is tired, the others can help more that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يمكن للآخرين المساعدة أكثر في ذلك اليوم،أحدنا متعبا إذا كان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Dialogue_5_Teamwork_at_Home/03_Islem.mp3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Teamwork at Home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make a list of jobs so everyone knows what to do?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عمل قائمة بالمهام حتى يعرف الجميع ما يفعل؟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Dialogue_5_Teamwork_at_Home/04_Anes.mp3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Teamwork at Home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That is a smart idea. Clear tasks help teamwork succeed.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المهام الواضحة تساعد العمل الجماعي على النجاح.ذكية هذه فكرة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Dialogue_5_Teamwork_at_Home/05_Madani.mp3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Teamwork at Home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feel proud when we finish a big job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.أشعر بالفخر عندما ننهي عملا كبيرا معا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Dialogue_5_Teamwork_at_Home/06_Oussama.mp3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Teamwork at Home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Helping each other at home teaches us to cooperate outside as well.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.مساعدة بعضنا في البيت تعلمنا التعاون خارج البيت أيضا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Dialogue_5_Teamwork_at_Home/07_Islem.mp3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Teamwork at Home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 family that works as a team stays strong and united.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العائلة التي تعمل كفريق تبقى قوية ومتحدة.نعم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Dialogue_5_Teamwork_at_Home/08_Madani.mp3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