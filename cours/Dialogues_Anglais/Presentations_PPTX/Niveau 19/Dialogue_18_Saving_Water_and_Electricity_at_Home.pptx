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Saving Water and Electricity at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at home also means using water and electricity wisely.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البيت تعني أيضا استخدام الماء والكهرباء بحكمة المساعدة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turn off the lights when I leave a room and do not need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.أطفئ الأنوار عندما أغادر غرفة ولا أحتاج إليها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close the tap while brushing my teeth and never leave water running.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.أغلق الحنفية أثناء تنظيف أسناني ولا أترك الماء يجري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small actions really make a difference?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للأفعال الصغيرة أن تحدث فرقا حقا؟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Many small savings add up to large benefits for the family and the planet.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.الصغيرة تتجمع لتصبح فوائد كبيرة للعائلة والكوكب الكثير من التوفيرات.نعم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remind my brothers politely if they forget.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.سأذكر إخوتي بأدب إذا نسوا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Saving resources is a form of gratitude for the blessings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.توفير الموارد شكل من أشكال الامتنان للنعم التي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Saving Water and Electricity at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Careful use of water and electricity is part of responsible living.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.الاستخدام الحذر للماء والكهرباء جزء من العيش المسؤول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Dialogue_18_Saving_Water_and_Electricity_at_Home/08_Madani.mp3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