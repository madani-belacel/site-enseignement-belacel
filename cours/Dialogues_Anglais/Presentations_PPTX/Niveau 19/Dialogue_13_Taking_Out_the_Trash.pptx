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13 — Taking Out the Trash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trash bin is full. Who will take it out to the collection area?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من سيخرجها إلى منطقة الجمع؟.سلة القمامة ممتلئة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the bag carefully and make sure it is tied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الكيس بعناية وأتأكد من أنه مربوط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put a new bag in the bin right away.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.سأضع كيسا جديدا في السلة فورا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go with Oussama so I learn how to do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يمكنني الذهاب مع أسامة حتى أتعلم كيف أفعل ذلك؟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Learning household tasks step by step is good training.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تعلم المهام المنزلية خطوة بخطوة تدريب جيد.نعم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out the trash keeps the house smelling fresh and clean.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.إخراج القمامة يحافظ على رائحة البيت منعشة ونظيفة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check if any other bins need emptying.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.سأتأكد أيضا مما إذا كانت أي سلال أخرى تحتاج إلى تفريغ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13 — Taking Out the Trash  |  📖 Niveau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you. Completing unpleasant jobs without complaining is mature behavior.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.إكمال الأعمال غير الممتعة دون شكوى سلوك ناضج .شكرا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Dialogue_13_Taking_Out_the_Trash/08_Madani.mp3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