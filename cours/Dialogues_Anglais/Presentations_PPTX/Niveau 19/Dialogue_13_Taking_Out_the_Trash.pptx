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Taking Out the Trash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Out the Trash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trash bin is full. Who will take it out to the collection area?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سيخرجها إلى منطقة الجمع؟.سلة القمامة ممتلئة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Dialogue_13_Taking_Out_the_Trash/01_Madani.mp3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Out the Trash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the bag carefully and make sure it is tied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الكيس بعناية وأتأكد من أنه مربوط جيدا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Dialogue_13_Taking_Out_the_Trash/02_Oussama.mp3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Out the Trash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a new bag in the bin right away.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كيسا جديدا في السلة فورا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Dialogue_13_Taking_Out_the_Trash/03_Islem.mp3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Out the Trash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go with Oussama so I learn how to do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الذهاب مع أسامة حتى أتعلم كيف أفعل ذلك؟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Dialogue_13_Taking_Out_the_Trash/04_Anes.mp3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Out the Trash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Learning household tasks step by step is good training.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تعلم المهام المنزلية خطوة بخطوة تدريب جيد.نعم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Dialogue_13_Taking_Out_the_Trash/05_Madani.mp3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Out the Trash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out the trash keeps the house smelling fresh and 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.إخراج القمامة يحافظ على رائحة البيت منعشة ونظيفة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Dialogue_13_Taking_Out_the_Trash/06_Oussama.mp3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Out the Trash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check if any other bins need emptying.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.سأتأكد أيضا مما إذا كانت أي سلال أخرى تحتاج إلى تفريغ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Dialogue_13_Taking_Out_the_Trash/07_Islem.mp3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Out the Trash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Completing unpleasant jobs without complaining is mature behavior.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.إكمال الأعمال غير الممتعة دون شكوى سلوك ناضج 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Dialogue_13_Taking_Out_the_Trash/08_Madani.mp3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