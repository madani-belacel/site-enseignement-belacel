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10 — Cleaning the Windows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Cleaning the Windows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windows are dusty. Clean windows let more light into the house.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.النوافذ النظيفة تسمح بدخول المزيد من الضوء إلى البيت .النوافذ مغبرة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Dialogue_10_Cleaning_the_Windows/01_Madani.mp3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Cleaning the Windows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use a clean cloth and window cleaner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.سأستخدم قطعة قماش نظيفة ومنظف نوافذ بعناية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Dialogue_10_Cleaning_the_Windows/02_Oussama.mp3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Cleaning the Windows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clean the inside while Oussama cleans the outside if needed.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.سأنظف الداخل بينما ينظف أسامة الخارج إذا لزم الأمر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Dialogue_10_Cleaning_the_Windows/03_Islem.mp3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Cleaning the Windows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help by holding the cloth or the spray bottle?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المساعدة بإمساك القماش أو زجاجة الرش؟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Dialogue_10_Cleaning_the_Windows/04_Anes.mp3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Cleaning the Windows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Be careful not to spray too much liquid.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كن حذرا حتى لا ترش الكثير من السائل.نعم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Dialogue_10_Cleaning_the_Windows/05_Madani.mp3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Cleaning the Windows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Clean windows make the rooms brighter and more pleasant.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.النوافذ النظيفة تجعل الغرف أكثر إشراقا ومتعة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Dialogue_10_Cleaning_the_Windows/06_Oussama.mp3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Cleaning the Windows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also wipe the window frames and the sills.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.سأمسح أيضا إطارات النوافذ والحواف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Dialogue_10_Cleaning_the_Windows/07_Islem.mp3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Cleaning the Windows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you. Attention to small details keeps the home beautiful.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.الاهتمام بالتفاصيل الصغيرة يحافظ على جمال البيت .شكرا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Dialogue_10_Cleaning_the_Windows/08_Madani.mp3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