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Preparing for Guests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are expecting guests this afternoon. Let us prepare the house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لنعد البيت معا.نتوقع ضيوفا هذا بعد الظهر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tidy the living room and plump the cushions.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.سأرتب غرفة الجلوس وأملأ الوسائد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sure the bathroom is clean and has fresh towels.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.سأتأكد من أن الحمام نظيف وفيه مناشف 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put some flowers on the table?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وضع بعض الزهور على الطاولة؟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Small touches make guests feel specially welcomed.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.اللمسات الصغيرة تجعل الضيوف يشعرون بترحيب خاص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Preparing for guests is an act of hospitality and respect.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.الاستعداد للضيوف عمل من أعمال الضيافة والاحترام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prepare a tray with water and glasses.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.سأعد أيضا صينية بالماء والأكواب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Preparing for Guests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A well-prepared home honors both the guests and the hosts.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البيت المعد جيدا يكرم الضيوف والمضيفين معا.شكرا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Dialogue_16_Preparing_for_Guests/08_Madani.mp3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