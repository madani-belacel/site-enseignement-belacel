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Fixing Small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small problems appear at home. We should fix them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نصلحها بسرعة.تظهر مشاكل صغيرة في البيت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noticed a loose screw on a chair. Shall I tighten it carefully?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أشده بعناية؟.لاحظت برغيا مفكوكا في كرسي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saw a dripping tap. We should report it so it can be repaired.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نبلغ عنها حتى يمكن إصلاحها.رأيت حنفية تقطر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break something by accident?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كسرت شيئا عن طريق الخطأ؟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Tell me honestly right away. We will solve it together without anger.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سنحلها معا دون غضب.أخبرني بصدق فورا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small issues prevents them from becoming big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.بالمشاكل الصغيرة تمنعها من أن تصبح مشاكل كبيرة العناية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my eyes open for things that need attention.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.سأبقي عيني مفتوحتين على الأشياء التي تحتاج إلى 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Fixing Small Problems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responsible family member notices and 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فرد العائلة المسؤول يلاحظ ويتصرف.نعم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Dialogue_17_Fixing_Small_Problems/08_Madani.mp3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