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Watering the Plants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Watering the Plants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plants in the garden look a little dry. Who will water them?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من سيسقيها؟.النباتات في الحديقة تبدو جافة قليلا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Dialogue_3_Watering_the_Plants/01_Madani.mp3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Watering the Plants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take the watering can and give them enough water.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.سآخذ إبريق الري وأعطيها ماء كافيا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Dialogue_3_Watering_the_Plants/02_Oussama.mp3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Watering the Plants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Plants need regular water, sunlight, and care to stay healthy.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.تحتاج إلى ماء منتظم وضوء شمس ورعاية لتبقى صحية النباتات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Dialogue_3_Watering_the_Plants/03_Islem.mp3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Watering the Plants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water the small flowers near the door?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سقي الزهور الصغيرة قرب الباب؟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Dialogue_3_Watering_the_Plants/04_Anes.mp3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Watering the Plants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do not give them too much water. Balance is important.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التوازن مهم. لكن لا تعطها الكثير من الماء،نعم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Dialogue_3_Watering_the_Plants/05_Madani.mp3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Watering the Plants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Taking care of plants teaches us patience and responsibility.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.العناية بالنباتات تعلمنا الصبر والمسؤولية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Dialogue_3_Watering_the_Plants/06_Oussama.mp3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Watering the Plants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watching the plants grow stronger after we water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مشاهدة النباتات تنمو أقوى بعد أن نسقيها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Dialogue_3_Watering_the_Plants/07_Islem.mp3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Watering the Plants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Caring for living things is a beautiful and rewarding habit.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العناية بالكائنات الحية عادة جميلة ومجزية.نعم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Dialogue_3_Watering_the_Plants/08_Madani.mp3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