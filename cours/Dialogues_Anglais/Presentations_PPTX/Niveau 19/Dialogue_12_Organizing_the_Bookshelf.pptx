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Organizing the Bookshelf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Organizing the Bookshelf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bookshelf is messy. Let us organize the books by size or topic.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لنرتب الكتب حسب الحجم أو الموضوع.الكتب فوضوي رف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Dialogue_12_Organizing_the_Bookshelf/01_Madani.mp3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Organizing the Bookshelf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the story books together and the school books in another group.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.كتب القصص معا والكتب المدرسية في مجموعة أخرى سأضع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Dialogue_12_Organizing_the_Bookshelf/02_Oussama.mp3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Organizing the Bookshelf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place the taller books on the lower shelves for stability.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الكتب الأطول على الرفوف السفلية للاستقرار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Dialogue_12_Organizing_the_Bookshelf/03_Islem.mp3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Organizing the Bookshelf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put my favorite picture books where I can reach them?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كتب الصور المفضلة لدي حيث أستطيع الوصول إليها؟ هل يمكنني وضع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Dialogue_12_Organizing_the_Bookshelf/04_Anes.mp3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Organizing the Bookshelf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Make sure the shelf is not overcrowded.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تأكد من أن الرف ليس مكتظا.نعم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Dialogue_12_Organizing_the_Bookshelf/05_Madani.mp3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Organizing the Bookshelf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 organized bookshelf makes it easy to find any book quickly.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.الكتب المنظم يجعل من السهل إيجاد أي كتاب بسرعة رف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Dialogue_12_Organizing_the_Bookshelf/06_Oussama.mp3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Organizing the Bookshelf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dust the shelves before putting the books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.سأزيل الغبار عن الرفوف أيضا قبل إعادة وضع الكتب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Dialogue_12_Organizing_the_Bookshelf/07_Islem.mp3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Organizing the Bookshelf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Order in small places creates calm in the whole house.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.النظام في الأماكن الصغيرة يخلق الهدوء في البيت كله 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Dialogue_12_Organizing_the_Bookshelf/08_Madani.mp3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