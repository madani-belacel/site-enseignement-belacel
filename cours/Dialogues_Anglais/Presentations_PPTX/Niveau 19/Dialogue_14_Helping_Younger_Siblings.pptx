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Helping Younger Siblings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Older brothers should help their younger siblings with daily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.الإخوة الأكبر مساعدة إخوتهم الأصغر في المهام اليومية يجب على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Anes put away his toys and choose his clothes sometimes.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أنس في ترتيب ألعابه واختيار ملابسه أحيانا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read a short story to him or help him with simple homework.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.قراءة قصة قصيرة له أو مساعدته في الواجبات البسيطة يمكنني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for helping me. It makes me feel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يجعلني أشعر بالسعادة.شكرا لمساعدتي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younger ones teaches patience and builds strong family bonds.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الأصغر تعلم الصبر وتبني روابط عائلية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proud when Anes learns something new because of my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.بالفخر عندما يتعلم أنس شيئا جديدا بفضل مساعدتي أشعر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make younger siblings feel small or incapable.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.ألا نجعل الإخوة الأصغر يشعرون بالصغر أو بعدم القدرة أبدا يجب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Helping Younger Siblings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Support and encouragement turn the home into a school of kindness.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الدعم والتشجيع يحولان البيت إلى مدرسة للطف.نعم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Dialogue_14_Helping_Younger_Siblings/08_Madani.mp3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