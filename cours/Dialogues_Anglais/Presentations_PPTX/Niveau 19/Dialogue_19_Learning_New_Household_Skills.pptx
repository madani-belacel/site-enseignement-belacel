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Learning New Household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New Household Skills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As you grow, you can learn more useful household skills.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يمكنكم تعلم المزيد من المهارات المنزلية المفيدة،كبرتم كلما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Dialogue_19_Learning_New_Household_Skills/01_Madani.mp3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New Household Skills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learn how to cook a simple meal by myself.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أتعلم كيف أطبخ وجبة بسيطة بنفسي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Dialogue_19_Learning_New_Household_Skills/02_Oussama.mp3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New Household Skills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would like to learn how to sew a button or fix a small tear.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.أود أن أتعلم كيف أخيط زرا أو أصلح تمزقا صغيرا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Dialogue_19_Learning_New_Household_Skills/03_Islem.mp3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New Household Skills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learn how to water the plants and sweep properly?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تعلم كيف أسقي النباتات وأكنس بشكل صحيح؟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Dialogue_19_Learning_New_Household_Skills/04_Anes.mp3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New Household Skills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We will practice together step by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سنتدرب معا خطوة بخطوة.بالطبع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Dialogue_19_Learning_New_Household_Skills/05_Madani.mp3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New Household Skills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Learning practical skills makes me more independent and helpful.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.تعلم المهارات العملية يجعلني أكثر استقلالية وفائدة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Dialogue_19_Learning_New_Household_Skills/06_Oussama.mp3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New Household Skills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proud when I can do something useful without being asked.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.بالفخر عندما أستطيع فعل شيء مفيد دون أن يطلب مني أشعر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Dialogue_19_Learning_New_Household_Skills/07_Islem.mp3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New Household Skills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Every new skill is a gift you give to yourself and your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 مهارة جديدة هدية تقدمونها لأنفسكم ولعائلتكم.نعم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Dialogue_19_Learning_New_Household_Skills/08_Madani.mp3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