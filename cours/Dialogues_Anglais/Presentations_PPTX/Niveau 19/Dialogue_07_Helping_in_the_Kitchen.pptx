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7 — Helping in the Kitchen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Helping in the Kitchen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Who can help me in the kitchen today?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من يمكنه مساعدتي في المطبخ اليوم؟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Dialogue_7_Helping_in_the_Kitchen/01_Madani.mp3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Helping in the Kitchen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wash the vegetables and cut the soft ones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.يمكنني غسل الخضروات وقطع اللينة منها بعناية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Dialogue_7_Helping_in_the_Kitchen/02_Oussama.mp3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Helping in the Kitchen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set out the ingredients and measure them if needed.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.سأضع المكونات وأقيسها إذا لزم الأمر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Dialogue_7_Helping_in_the_Kitchen/03_Islem.mp3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Helping in the Kitchen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stir the soup slowly?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تحريك الحساء ببطء؟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Dialogue_7_Helping_in_the_Kitchen/04_Anes.mp3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Helping in the Kitchen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stay a safe distance from the hot stove.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ابق على مسافة آمنة من الموقد الساخن،نعم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Dialogue_7_Helping_in_the_Kitchen/05_Madani.mp3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Helping in the Kitchen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Helping in the kitchen teaches us how food is prepared.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.المساعدة في المطبخ تعلمنا كيف يحضر الطعام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Dialogue_7_Helping_in_the_Kitchen/06_Oussama.mp3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Helping in the Kitchen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also clean the counters after we finish cooking.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.سأنظف أيضا أسطح العمل بعد أن ننهي الطبخ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Dialogue_7_Helping_in_the_Kitchen/07_Islem.mp3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Helping in the Kitchen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Kitchen help makes the work lighter and more joyful.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مساعدة المطبخ تجعل العمل أخف وأكثر فرحة.ممتاز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Dialogue_7_Helping_in_the_Kitchen/08_Madani.mp3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