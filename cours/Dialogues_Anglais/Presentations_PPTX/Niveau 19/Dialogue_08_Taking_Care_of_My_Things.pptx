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5C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914400"/>
            <a:ext cx="76809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200" b="1">
                <a:solidFill>
                  <a:srgbClr val="FFFFFF"/>
                </a:solidFill>
                <a:latin typeface="Calibri"/>
              </a:defRPr>
            </a:pPr>
            <a:r>
              <a:t>Dialogue 8 — Taking Care of My Things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2103120"/>
            <a:ext cx="76809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0">
                <a:solidFill>
                  <a:srgbClr val="C5D9C7"/>
                </a:solidFill>
                <a:latin typeface="Calibri"/>
              </a:defRPr>
            </a:pPr>
            <a:r>
              <a:t>📖 Niveau 19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200400"/>
            <a:ext cx="7680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A0C0A8"/>
                </a:solidFill>
                <a:latin typeface="Calibri"/>
              </a:defRPr>
            </a:pPr>
            <a:r>
              <a:t>Dr. BELACEL Madani — Université de Mostaganem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931920"/>
            <a:ext cx="7680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80B088"/>
                </a:solidFill>
                <a:latin typeface="Calibri"/>
              </a:defRPr>
            </a:pPr>
            <a:r>
              <a:t>Dialogue 8 / 20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8 — Taking Care of My Things  |  📖 Niveau 19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1/8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Madani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Taking care of your own things is an important responsibility.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.العناية بأشياءكم الخاصة مسؤولية مهمة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Dialogue_8_Taking_Care_of_My_Things/01_Madani.mp3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8 — Taking Care of My Things  |  📖 Niveau 19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2/8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Oussama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I will keep my school bag organized and my books in good condition.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.على تنظيم حقيبتي المدرسية وكتبي في حالة جيدة سأحافظ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Dialogue_8_Taking_Care_of_My_Things/02_Oussama.mp3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8 — Taking Care of My Things  |  📖 Niveau 19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3/8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Islem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I put my shoes in their place and hang my jacket when I come home.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.أضع حذائي في مكانه وأعلق سترتي عندما أعود إلى البيت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Dialogue_8_Taking_Care_of_My_Things/03_Islem.mp3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8 — Taking Care of My Things  |  📖 Niveau 19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4/8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Anes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What should I do if I lose something?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ماذا يجب أن أفعل إذا فقدت شيئا؟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Dialogue_8_Taking_Care_of_My_Things/04_Anes.mp3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8 — Taking Care of My Things  |  📖 Niveau 19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5/8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Madani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Look carefully first, then ask for help. Prevention is better.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 الوقاية أفضل. ثم اطلب المساعدة،ابحث بعناية أولا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Dialogue_8_Taking_Care_of_My_Things/05_Madani.mp3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8 — Taking Care of My Things  |  📖 Niveau 19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6/8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Oussama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Taking care of things shows respect for the gifts we have.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.العناية بالأشياء تظهر الاحترام للهدايا التي لدينا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Dialogue_8_Taking_Care_of_My_Things/06_Oussama.mp3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8 — Taking Care of My Things  |  📖 Niveau 19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7/8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Islem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I will not leave my belongings lying around for others to trip over.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.لن أترك ممتلكاتي ملقاة ليتعثر بها الآخرون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Dialogue_8_Taking_Care_of_My_Things/07_Islem.mp3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8 — Taking Care of My Things  |  📖 Niveau 19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8/8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Madani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Yes. Responsible people look after their possessions carefully.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 الأشخاص المسؤولون يعتنون بممتلكاتهم بعناية.نعم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Dialogue_8_Taking_Care_of_My_Things/08_Madani.mp3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