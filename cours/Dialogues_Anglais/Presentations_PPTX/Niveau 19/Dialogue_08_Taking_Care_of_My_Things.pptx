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Taking Care of My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Taking Care of My Things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your own things is an important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بأشياءكم الخاصة مسؤولية مهمة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Dialogue_8_Taking_Care_of_My_Things/01_Madani.mp3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Taking Care of My Things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keep my school bag organized and my books in good condition.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.على تنظيم حقيبتي المدرسية وكتبي في حالة جيدة سأحافظ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Dialogue_8_Taking_Care_of_My_Things/02_Oussama.mp3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Taking Care of My Things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put my shoes in their place and hang my jacket when I come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.أضع حذائي في مكانه وأعلق سترتي عندما أعود إلى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Dialogue_8_Taking_Care_of_My_Things/03_Islem.mp3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Taking Care of My Things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lose something?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فقدت شيئا؟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Dialogue_8_Taking_Care_of_My_Things/04_Anes.mp3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Taking Care of My Things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carefully first, then ask for help. Prevention is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الوقاية أفضل. ثم اطلب المساعدة،ابحث بعناية أولا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Dialogue_8_Taking_Care_of_My_Things/05_Madani.mp3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Taking Care of My Things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things shows respect for the gifts we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بالأشياء تظهر الاحترام للهدايا التي لدينا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Dialogue_8_Taking_Care_of_My_Things/06_Oussama.mp3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Taking Care of My Things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leave my belongings lying around for others to trip 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أترك ممتلكاتي ملقاة ليتعثر بها الآخرون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Dialogue_8_Taking_Care_of_My_Things/07_Islem.mp3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Taking Care of My Things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Responsible people look after their possessions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الأشخاص المسؤولون يعتنون بممتلكاتهم بعناية.نعم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Dialogue_8_Taking_Care_of_My_Things/08_Madani.mp3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