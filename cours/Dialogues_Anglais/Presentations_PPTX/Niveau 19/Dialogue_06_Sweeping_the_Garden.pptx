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Sweeping the Garden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Sweeping the Garden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garden needs sweeping. Leaves and dust have collected.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الأوراق والغبار تجمعا.الحديقة تحتاج إلى كنس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Dialogue_6_Sweeping_the_Garden/01_Madani.mp3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Sweeping the Garden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the broom and start from the back of the garden.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المكنسة وأبدأ من خلف الحديقة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Dialogue_6_Sweeping_the_Garden/02_Oussama.mp3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Sweeping the Garden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collect the leaves in a bag so we can dispose of them properly.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.سأجمع الأوراق في كيس حتى نتخلص منها بشكل 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Dialogue_6_Sweeping_the_Garden/03_Islem.mp3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Sweeping the Garden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help by holding the bag open?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المساعدة بإبقاء الكيس مفتوحا؟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Dialogue_6_Sweeping_the_Garden/04_Anes.mp3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Sweeping the Garden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Working as a team makes outdoor chores pleasant.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كفريق يجعل الأعمال الخارجية ممتعة.نعم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Dialogue_6_Sweeping_the_Garden/05_Madani.mp3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Sweeping the Garden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garden looks more beautiful and is safer to walk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.الحديقة النظيفة تبدو أجمل وأكثر أمانا للمشي فيها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Dialogue_6_Sweeping_the_Garden/06_Oussama.mp3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Sweeping the Garden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water the plants after we finish sweeping.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.سأسقي النباتات أيضا بعد أن ننهي الكنس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Dialogue_6_Sweeping_the_Garden/07_Islem.mp3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Sweeping the Garden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Taking care of the outdoor space is part of home care.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العناية بالمساحة الخارجية جزء من العناية بالبيت.شكرا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Dialogue_6_Sweeping_the_Garden/08_Madani.mp3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