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Helping with the Laundry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with the Laundry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There is laundry to hang and fold today. Can you help?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يمكنكم المساعدة؟.هناك غسيل ل تعليقه وطيه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Dialogue_4_Helping_with_the_Laundry/01_Madani.mp3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with the Laundry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hang the wet clothes carefully on the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.سأعلق الملابس المبللة بعناية على الحبل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Dialogue_4_Helping_with_the_Laundry/02_Oussama.mp3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with the Laundry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fold the dry clothes and put them in the right places.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.سأطوي الملابس الجافة وأضعها في الأماكن الصحيحة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Dialogue_4_Helping_with_the_Laundry/03_Islem.mp3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with the Laundry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match the socks and put them together?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مطابقة الجوارب ووضعها معا؟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Dialogue_4_Helping_with_the_Laundry/04_Anes.mp3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with the Laundry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Matching socks is a useful and careful job.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مطابقة الجوارب عمل مفيد وحذر.نعم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Dialogue_4_Helping_with_the_Laundry/05_Madani.mp3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with the Laundry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with laundry makes the work lighter for the whole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.المساعدة في الغسيل تجعل العمل أخف على العائلة كلها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Dialogue_4_Helping_with_the_Laundry/06_Oussama.mp3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with the Laundry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put the dirty clothes in the basket after changing.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أيضا الملابس المتسخة في السلة بعد التغيير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Dialogue_4_Helping_with_the_Laundry/07_Islem.mp3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with the Laundry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Sharing household work builds a strong and caring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مشاركة الأعمال المنزلية تبني عائلة قوية ومهتمة.ممتاز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Dialogue_4_Helping_with_the_Laundry/08_Madani.mp3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