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The Joy of a Shared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home becomes truly special when everyone helps and cares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.البيت يصبح مميزا حقا عندما يساعد الجميع ويعتنون به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 when the house is clean and we all contributed.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.بالسعادة عندما يكون البيت نظيفا وقد ساهمنا جميعا أشعر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at home is not just work. It is a way of loving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طريقة لمحبة العائلة.في البيت ليست مجرد عمل المساعدة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it when we finish the chores and then play or rest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عندما ننهي الأعمال ثم نلعب أو نستريح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Shared effort creates shared joy and stronger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الجهد المشترك يخلق فرحة مشتركة وروابط أقوى.نعم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continue to help every day without waiting to be asked.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.سأستمر في المساعدة كل يوم دون انتظار أن يطلب مني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caring home is the best place to grow up and feel 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.البيت المهتم هو أفضل مكان للنمو والشعور بالأمان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a Shared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bless our home and make it a place of peace, work, and love.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بارك الله بيتنا وجعله مكانا للسلام والعمل والمحبة.نعم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Dialogue_20_The_Joy_of_a_Shared_Home/08_Madani.mp3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