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New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really want a new football. Can I buy it with my savings?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شراؤها بمدخراتي؟.أريد حقا كرة قدم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much have you saved, and how much does the ball cost?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وكم تكلف الكرة؟،كم ادخرت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almost enough. I need a little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أحتاج إلى القليل أكثر.لدي تقريبا ما يكفي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wait one more week and save the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الانتظار أسبوعا آخر وادخار الباقي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Waiting a little makes the purchase more satisfying.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.الانتظار قليلا يجعل الشراء أكثر إرضاء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Dialogue_10_The_New_Football/05_Islem.mp3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When you buy it with your full savings, you will value it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ستقدرها أكثر، عندما تشتريها بمدخراتك الكاملة.نعم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wait and finish saving. Then I will buy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سأشتريها بعناية.سأنتظر وأنهي الادخار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Football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 decision. Patience and full preparation make better buyers.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الصبر والتحضير الكامل يصنعان مشترين أفضل.ممتاز قرار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Dialogue_10_The_New_Football/08_Madani.mp3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