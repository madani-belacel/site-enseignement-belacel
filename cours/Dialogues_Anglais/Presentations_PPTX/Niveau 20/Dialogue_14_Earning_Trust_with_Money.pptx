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14 — Earning Trust with Money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14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Earning Trust with Money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we handle money affects how much people trust us.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.كيف نتعامل مع المال يؤثر على مقدار ثقة الناس بنا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Dialogue_14_Earning_Trust_with_Money/01_Madani.mp3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Earning Trust with Money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If I borrow money, I must return it on time and with thanks.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يجب أن أعيده في الوقت ومع الشكر،إذا اقترضت مالا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Dialogue_14_Earning_Trust_with_Money/02_Oussama.mp3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Earning Trust with Money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Keeping promises about money builds a strong reputation.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.الوفاء بالوعود المتعلقة بالمال يبني سمعة قوية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Dialogue_14_Earning_Trust_with_Money/03_Islem.mp3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Earning Trust with Money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if I cannot return the money when I promised?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لو لم أستطع إعادة المال عندما وعدت؟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Dialogue_14_Earning_Trust_with_Money/04_Anes.mp3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Earning Trust with Money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Tell the person early and make a clear new plan. Honesty is essential.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الصدق أساسي.الشخص مبكرا وضع خطة جديدة واضحة أخبر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Dialogue_14_Earning_Trust_with_Money/05_Madani.mp3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Earning Trust with Money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never take money that does not belong to 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.لن آخذ أبدا مالا لا يخصني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Dialogue_14_Earning_Trust_with_Money/06_Oussama.mp3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Earning Trust with Money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Trust around money is easy to lose and hard to rebuild.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.الثقة حول المال سهلة الفقدان وصعبة إعادة البناء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Dialogue_14_Earning_Trust_with_Money/07_Islem.mp3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14 — Earning Trust with Money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Be transparent and reliable with every coin.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كونوا شفافين وموثوقين مع كل عملة.نعم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Dialogue_14_Earning_Trust_with_Money/08_Madani.mp3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