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Needs and Wants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Needs and Wants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important to know the difference between needs and wants.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المهم معرفة الفرق بين الاحتياجات والرغبات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Dialogue_4_Needs_and_Wants/01_Madani.mp3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Needs and Wants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Needs are things we must have, like food, water, and clothes.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مثل الطعام والماء والملابس،هي أشياء يجب أن نملكها الاحتياجات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Dialogue_4_Needs_and_Wants/02_Oussama.mp3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Needs and Wants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Wants are things we would like to have but can live without.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.الرغبات هي أشياء نود امتلاكها لكن يمكننا العيش بدونها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Dialogue_4_Needs_and_Wants/03_Islem.mp3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Needs and Wants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a new toy a need or a want?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اللعبة الجديدة احتياج أم رغبة؟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Dialogue_4_Needs_and_Wants/04_Anes.mp3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Needs and Wants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usually a want. Needs come first when we spend money.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الاحتياجات تأتي أولا عندما ننفق المال.عادة ما تكون رغبة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Dialogue_4_Needs_and_Wants/05_Madani.mp3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Needs and Wants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to buy needs before I buy wants.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شراء الاحتياجات قبل أن أشتري الرغبات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Dialogue_4_Needs_and_Wants/06_Oussama.mp3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Needs and Wants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Understanding this difference helps us avoid wasting money.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.فهم هذا الفرق يساعدنا على تجنب إهدار المال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Dialogue_4_Needs_and_Wants/07_Islem.mp3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Needs and Wants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Wise spenders always put needs before wants.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.المنفقون الحكماء يضعون دائما الاحتياجات قبل الرغبات 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Dialogue_4_Needs_and_Wants/08_Madani.mp3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