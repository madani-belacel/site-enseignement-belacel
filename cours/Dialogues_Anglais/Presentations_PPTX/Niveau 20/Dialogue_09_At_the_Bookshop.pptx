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At the Bookshop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Bookshop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at the bookshop. Choose a book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اختاروا كتابا بعناية.نحن في المكتبة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Dialogue_9_At_the_Bookshop/01_Madani.mp3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Bookshop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look for a useful book that I can learn from.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.سأبحث عن كتاب مفيد يمكنني التعلم منه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Dialogue_9_At_the_Bookshop/02_Oussama.mp3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Bookshop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prefer books that teach good values and interesting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الكتب التي تعلم قيما جيدة ومعرفة مثيرة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Dialogue_9_At_the_Bookshop/03_Islem.mp3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Bookshop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buy a story book with pictures?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شراء كتاب قصص بالصور؟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Dialogue_9_At_the_Bookshop/04_Anes.mp3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Bookshop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if it is within our budget and of good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إذا كان ضمن ميزانيتنا وذا جودة جيدة،نعم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Dialogue_9_At_the_Bookshop/05_Madani.mp3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Bookshop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Buying books is better than buying many toys that break quickly.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من شراء الكثير من الألعاب التي تتكسر بسرعة شراء الكتب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Dialogue_9_At_the_Bookshop/06_Oussama.mp3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Bookshop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book can stay with us for years and teach us many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.الجيد يمكن أن يبقى معنا لسنوات ويعلمنا أشياء كثيرة الكتاب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Dialogue_9_At_the_Bookshop/07_Islem.mp3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Bookshop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Investing in knowledge is one of the best uses of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الاستثمار في المعرفة من أفضل استخدامات المال.نعم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Dialogue_9_At_the_Bookshop/08_Madani.mp3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