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Teaching Younger Ones about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Older children can help younger ones learn about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 للأطفال الأكبر مساعدة الأصغر على التعلم عن المال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show Anes how to count coins and put them in his piggy bank.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.سأري أنس كيف يعد العملات ويضعها في حصالته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explain the difference between needs and wants with simple examples.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.شرح الفرق بين الاحتياجات والرغبات بأمثلة بسيطة يمكنني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learn how to save like my big brothers.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أتعلم كيف أدخر مثل إخوتي الكبار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Teaching others deepens your own understanding.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.تعليم الآخرين يعمق فهمكم أنتم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be patient and not make Anes feel small if he makes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.سأكون صبورا ولن أجعل أنس يشعر بالصغر إذا أخطأ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Learning about money early is a gift that lasts a lifetime.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.التعلم عن المال مبكرا هدية تدوم مدى الحياة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Teaching Younger Ones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Pass on good money habits with kindness and clear examples.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مرروا عادات المال الجيدة بلطف وأمثلة واضحة.نعم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Dialogue_17_Teaching_Younger_Ones_about_Money/08_Madani.mp3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