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19 — Reviewing Spending Habits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19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Reviewing Spending Habits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From time to time we should review how we spend our money.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.من وقت لآخر يجب أن نراجع كيف ننفق أموالنا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Dialogue_19_Reviewing_Spending_Habits/01_Madani.mp3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Reviewing Spending Habits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look at what I bought last month and see if it was useful.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.سأنظر إلى ما اشتريته الشهر الماضي وأرى إذا كان مفيدا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Dialogue_19_Reviewing_Spending_Habits/02_Oussama.mp3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Reviewing Spending Habits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Reviewing helps me notice wasteful habits and correct them.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.تساعدني على ملاحظة العادات المهدرة وتصحيحها المراجعة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Dialogue_19_Reviewing_Spending_Habits/03_Islem.mp3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Reviewing Spending Habits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if I spent too much on sweets?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ماذا لو أنفقت كثيرا على الحلويات؟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Dialogue_19_Reviewing_Spending_Habits/04_Anes.mp3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Reviewing Spending Habits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Then next month try to spend less on sweets and more on something better.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.حاول أن تنفق أقل على الحلويات وأكثر على شيء أفضل إذن الشهر القادم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Dialogue_19_Reviewing_Spending_Habits/05_Madani.mp3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Reviewing Spending Habits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Honest review without self-blame is the best way to improve.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.الصادقة دون لوم الذات هي أفضل طريقة للتحسين المراجعة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Dialogue_19_Reviewing_Spending_Habits/06_Oussama.mp3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Reviewing Spending Habits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keep a small notebook of my main expenses.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.سأحتفظ بدفتر صغير لنفقاتي الرئيسية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Dialogue_19_Reviewing_Spending_Habits/07_Islem.mp3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Reviewing Spending Habits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Awareness of spending is the first step to better control.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الوعي بالإنفاق هو الخطوة الأولى نحو تحكم أفضل.نعم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Dialogue_19_Reviewing_Spending_Habits/08_Madani.mp3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