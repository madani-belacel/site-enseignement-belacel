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16 — The Danger of Debt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16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The Danger of Debt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Debt means borrowing money that you must pay back later.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.الدين يعني اقتراض مال يجب أن تسدده لاحقا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Dialogue_16_The_Danger_of_Debt/01_Madani.mp3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The Danger of Debt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try to avoid debt as much as possible.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.سأحاول تجنب الدين قدر الإمكان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Dialogue_16_The_Danger_of_Debt/02_Oussama.mp3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The Danger of Debt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Debt can grow and become a heavy burden if not managed carefully.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.الدين يمكن أن ينمو ويصبح عبئا ثقيلا إذا لم يدار بعناية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Dialogue_16_The_Danger_of_Debt/03_Islem.mp3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The Danger of Debt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it ever okay to borrow money?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من الجيد أبدا اقتراض المال؟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Dialogue_16_The_Danger_of_Debt/04_Anes.mp3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The Danger of Debt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Sometimes for important needs, but only if you have a clear plan to repay.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فقط إذا كانت لديكم خطة واضحة للسداد،المهمة أحيانا للاحتياجات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Dialogue_16_The_Danger_of_Debt/05_Madani.mp3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The Danger of Debt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Living within our means is safer and more peaceful.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.العيش ضمن إمكانياتنا أكثر أمانا وسلاما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Dialogue_16_The_Danger_of_Debt/06_Oussama.mp3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The Danger of Debt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save first and buy later instead of borrowing.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.سأدخر أولا وأشتري لاحقا بدلا من الاقتراض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Dialogue_16_The_Danger_of_Debt/07_Islem.mp3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The Danger of Debt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Freedom from debt is a great form of wealth.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التحرر من الدين شكل عظيم من أشكال الثروة.نعم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Dialogue_16_The_Danger_of_Debt/08_Madani.mp3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