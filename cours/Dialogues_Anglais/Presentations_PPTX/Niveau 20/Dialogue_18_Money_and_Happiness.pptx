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Money and Happiness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money buy happiness?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للمال أن يشتري السعادة؟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Money can buy comfort and useful things, but not real happiness.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السعادة الحقيقية،الراحة والأشياء المفيدة المال يمكن أن يشتري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happiness comes from faith, family, good character, and helping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الإيمان والعائلة والأخلاق الحسنة ومساعدة الآخرين السعادة الحقيقية تأتي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some people still want a lot of money?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لماذا ما زال بعض الناس يريدون الكثير من المال؟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they hope money will solve all problems. But the heart needs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القلب يحتاج إلى المزيد.أن يحل المال كل المشاكل لأنهم يأملون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use money as a tool, not as the goal of my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كهدف لحياتي،سأستخدم المال كأداة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Contentment is greater wealth than a large bank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.القناعة ثروة أعظم من حساب بنكي كبير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Money and Happiness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Seek enough money for needs, and seek endless happiness in what money cannot buy.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.وابحثوا عن سعادة لا نهاية لها فيما لا يستطيع المال شراءه ، ابحثوا عن مال كاف للاحتياجات.نعم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Dialogue_18_Money_and_Happiness/08_Madani.mp3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