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Gratitude for Provision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Provision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Whatever money we have is a provision from Allah. We should be grateful.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نكون ممتنين.أي مال نملكه هو رزق من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Dialogue_20_Gratitude_for_Provision/01_Madani.mp3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Provision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Alhamdulillah for the ability to earn, save, and share.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.الحمد لله على القدرة على الكسب والادخار والمشاركة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Dialogue_20_Gratitude_for_Provision/02_Oussama.mp3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Provision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Gratitude makes us content with what we have and careful with what we spend.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.الامتنان يجعلنا قانعين بما لدينا وحذرين بما ننفقه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Dialogue_20_Gratitude_for_Provision/03_Islem.mp3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Provision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I show gratitude for money?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يمكنني إظهار الامتنان للمال؟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Dialogue_20_Gratitude_for_Provision/04_Anes.mp3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Provision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By using it honestly, helping others, and never wasting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وعدم إهداره أبدا، ومساعدة الآخرين،باستخدامه بأمانة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Dialogue_20_Gratitude_for_Provision/05_Madani.mp3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Provision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remember that money is a trust, not just a personal possession.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 مجرد ملكية شخصية،سأتذكر أن المال أمانة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Dialogue_20_Gratitude_for_Provision/06_Oussama.mp3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Provision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grateful heart attracts more barakah into every provision.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.القلب الشاكر يجذب المزيد من البركة إلى كل رزق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Dialogue_20_Gratitude_for_Provision/07_Islem.mp3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Provision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Thank Allah for every coin, and use it in ways that please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واستخدموها بطرق ترضيه، اشكروا الله على كل عملة.نعم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Dialogue_20_Gratitude_for_Provision/08_Madani.mp3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