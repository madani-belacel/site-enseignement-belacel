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A Budget for the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budget is a plan for how we will spend and save our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.الميزانية خطة لكيفية إنفاق وادخار أموالنا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helps us make sure we have enough for important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التأكد من أن لدينا ما يكفي للأشياء المهمة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Without a budget, money can disappear quickly without clear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 أن يختفي المال بسرعة دون نتائج واضحة،ميزانية بدون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families have budgets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للعائلات أن يكون لديها ميزانيات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plan for food, school, clothes, savings, and charity.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نخطط للطعام والمدرسة والملابس والادخار والصدقة.نعم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follow a small personal budget for my pocket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اتباع ميزانية شخصية صغيرة لمصروفي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Sticking to a budget requires discipline and regular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.الالتزام بالميزانية يتطلب انضباطا ومراجعة منتظمة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Budget for the Family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good budget brings order and peace of mind to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الميزانية الجيدة تجلب النظام وراحة البال للعائلة.نعم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Dialogue_8_A_Budget_for_the_Family/08_Madani.mp3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