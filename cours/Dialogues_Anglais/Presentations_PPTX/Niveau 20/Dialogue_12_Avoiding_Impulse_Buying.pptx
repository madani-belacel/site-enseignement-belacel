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Avoiding Impulse Buying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Impulse buying means buying something suddenly without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.الشراء الاندفاعي يعني شراء شيء فجأة دون تفكير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want to buy things just because they look nice in the shop.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أريد شراء أشياء فقط لأنها تبدو جميلة في المتجر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Waiting one day before buying helps me decide if I really need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.قبل الشراء يساعدني على تقرير ما إذا كنت أحتاجه حقا الانتظار يوما واحدا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the thing is on sale and might finish?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كان الشيء في تخفيضات وقد ينتهي؟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Ask yourself: Did I plan to buy this? Can I use the money better?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لشراء هذا؟ هل يمكنني استخدام المال بشكل أفضل؟ هل خططت:اسأل نفسك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Most impulse purchases are not very useful after a few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.المشتريات الاندفاعية ليست مفيدة جدا بعد بضعة أيام معظم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Planning purchases in advance saves money and regret.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.تخطيط المشتريات مسبقا يوفر المال والندم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Avoiding Impulse Buying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Think before you buy. Your future self will 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أنفسكم المستقبلية ستشكركم. فكروا قبل أن تشتروا.نعم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Dialogue_12_Avoiding_Impulse_Buying/08_Madani.mp3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