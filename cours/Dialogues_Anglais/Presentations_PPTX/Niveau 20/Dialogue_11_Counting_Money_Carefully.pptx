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Counting Money Carefully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Counting Money Carefully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receive or spend money, always count it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اعدوه دائما بعناية،عندما تستلمون أو تنفقون مالا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Dialogue_11_Counting_Money_Carefully/01_Madani.mp3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Counting Money Carefully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count my coins and notes twice to make sure the amount is correct.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.أعد عملاتي وأوراقي مرتين للتأكد من أن المبلغ صحيح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Dialogue_11_Counting_Money_Carefully/02_Oussama.mp3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Counting Money Carefully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Mistakes in counting can lead to problems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.الأخطاء في العد يمكن أن تؤدي إلى مشاكل لاحقا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Dialogue_11_Counting_Money_Carefully/03_Islem.mp3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Counting Money Carefully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I find extra money or lose some?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وجدت مالا إضافيا أو فقدت بعضا؟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Dialogue_11_Counting_Money_Carefully/04_Anes.mp3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Counting Money Carefully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you find money that is not yours, try to return it. If you lose money, learn the lesson.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 الدرس، إذا فقدت مالا. حاول إعادته،مالا ليس لك إذا وجدت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Dialogue_11_Counting_Money_Carefully/05_Madani.mp3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Counting Money Carefully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keep my money in a safe place so I do not lose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.أحتفظ بمالي في مكان آمن حتى لا أفقده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Dialogue_11_Counting_Money_Carefully/06_Oussama.mp3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Counting Money Carefully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Careful counting is a sign of responsibility and attention.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.العد الدقيق علامة على المسؤولية والانتباه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Dialogue_11_Counting_Money_Carefully/07_Islem.mp3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Counting Money Carefully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Treat money with respect and it will serve you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عاملوا المال باحترام وسيخدمكم بشكل أفضل.نعم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Dialogue_11_Counting_Money_Carefully/08_Madani.mp3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