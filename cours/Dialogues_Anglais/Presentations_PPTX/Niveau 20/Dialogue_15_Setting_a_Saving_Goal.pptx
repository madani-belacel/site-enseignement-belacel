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Setting a Saving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becomes easier when you have a clear goal.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.الادخار يصبح أسهل عندما يكون لديكم هدف واضح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goal is to save enough for a good bicycle next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.هدفي هو ادخار ما يكفي لدراجة جيدة في العام القادم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my goal and the amount I need on a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هدفي والمبلغ الذي أحتاجه على ورقة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my goal be a new story book?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أن يكون هدفي كتاب قصص جديد؟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Start with small realistic goals and celebrate when you reach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.ابدأوا بأهداف صغيرة واقعية واحتفلوا عندما تصلون إليها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Having a goal stops me from spending money randomly.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.وجود هدف يمنعني من إنفاق المال عشوائيا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my progress every month and adjust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تقدمي كل شهر وأعدل إذا لزم الأمر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Setting a Saving Goal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Clear goals turn saving from a chore into an exciting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.الواضحة تحول الادخار من عمل روتيني إلى مشروع مثير الأهداف.نعم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Dialogue_15_Setting_a_Saving_Goal/08_Madani.mp3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