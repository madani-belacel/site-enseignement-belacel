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Buying a Gift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buy a small gift for Grandma with your savings?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شراء هدية صغيرة للجدة من مدخراتكم؟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have been saving for something special.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كنت أدخر لشيء خاص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choose something useful and not too expensive.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.سأختار شيئا مفيدا وغير غالي الثمن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help choose the gift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المساعدة في اختيار الهدية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Think about what would make her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فكروا في ما سيسعدها.بالطبع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Buying a gift with my own saved money feels more meaningful.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.شراء هدية بمالي المدخر يبدو أكثر معنى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value of a gift is not only in its price but in the love behind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.الهدية ليست فقط في سعرها بل في الحب الذي وراءها قيمة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Buying a Gift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Thoughtful gifts strengthen family bonds.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الهدايا المدروسة تقوي الروابط العائلية.نعم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Dialogue_3_Buying_a_Gift/08_Madani.mp3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