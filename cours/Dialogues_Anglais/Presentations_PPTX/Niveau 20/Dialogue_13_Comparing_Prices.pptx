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13 — Comparing Prices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13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Comparing Prices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Before buying something important, compare prices in different places.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قارنوا الأسعار في أماكن مختلفة،قبل شراء شيء مهم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Dialogue_13_Comparing_Prices/01_Madani.mp3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Comparing Prices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same item can cost more in one shop and less in another.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.نفس الشيء يمكن أن يكلف أكثر في متجر وأقل في آخر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Dialogue_13_Comparing_Prices/02_Oussama.mp3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Comparing Prices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Comparing prices helps us get good quality for a fair price.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.الأسعار تساعدنا على الحصول على جودة جيدة بسعر عادل مقارنة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Dialogue_13_Comparing_Prices/03_Islem.mp3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Comparing Prices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Does cheaper always mean better?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الأرخص يعني دائما الأفضل؟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Dialogue_13_Comparing_Prices/04_Anes.mp3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Comparing Prices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No. Sometimes a slightly higher price means better quality that lasts longer.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أحيانا السعر الأعلى قليلا يعني جودة أفضل تدوم أطول.لا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Dialogue_13_Comparing_Prices/05_Madani.mp3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Comparing Prices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look at both price and quality before deciding.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.سأنظر إلى السعر والجودة قبل أن أقرر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Dialogue_13_Comparing_Prices/06_Oussama.mp3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Comparing Prices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Smart shopping is about value, not only about the lowest price.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وليس فقط بأقل سعر،التسوق الذكي يتعلق بالقيمة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Dialogue_13_Comparing_Prices/07_Islem.mp3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Comparing Prices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Good comparison turns you into a wise buyer.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المقارنة الجيدة تحولكم إلى مشترين حكماء.نعم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Dialogue_13_Comparing_Prices/08_Madani.mp3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