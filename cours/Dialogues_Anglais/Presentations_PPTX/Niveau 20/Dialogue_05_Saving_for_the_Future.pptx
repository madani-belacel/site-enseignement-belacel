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5 — Saving for the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5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Saving for the Future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Saving money is not only for today. It is also for the future.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هو أيضا للمستقبل.ادخار المال ليس فقط لليوم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Dialogue_5_Saving_for_the_Future/01_Madani.mp3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Saving for the Future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want to save for university books and important things later.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.أريد الادخار لكتب الجامعة وأشياء مهمة لاحقا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Dialogue_5_Saving_for_the_Future/02_Oussama.mp3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Saving for the Future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Even small amounts saved regularly can become large over time.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.الصغيرة المدخرة بانتظام يمكن أن تصبح كبيرة مع الوقت حتى المبالغ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Dialogue_5_Saving_for_the_Future/03_Islem.mp3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Saving for the Future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How long does it take to save a lot of money?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كم من الوقت يستغرق ادخار الكثير من المال؟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Dialogue_5_Saving_for_the_Future/04_Anes.mp3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Saving for the Future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It depends on how much and how often you save. Patience is the key.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الصبر هو المفتاح.يعتمد على كم وكم مرة تدخر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Dialogue_5_Saving_for_the_Future/05_Madani.mp3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Saving for the Future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not spend all my money as soon as I receive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.لن أنفق كل مالي بمجرد أن أستلمه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Dialogue_5_Saving_for_the_Future/06_Oussama.mp3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Saving for the Future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Saving for the future gives me a feeling of security and freedom.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.الادخار للمستقبل يعطيني شعورا بالأمان والحرية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Dialogue_5_Saving_for_the_Future/07_Islem.mp3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Saving for the Future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Future-oriented saving is a sign of maturity and wisdom.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الادخار الموجه للمستقبل علامة على النضج والحكمة.نعم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Dialogue_5_Saving_for_the_Future/08_Madani.mp3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