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A5C3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914400"/>
            <a:ext cx="768096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200" b="1">
                <a:solidFill>
                  <a:srgbClr val="FFFFFF"/>
                </a:solidFill>
                <a:latin typeface="Calibri"/>
              </a:defRPr>
            </a:pPr>
            <a:r>
              <a:t>Dialogue 5 — Saving for the Future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31520" y="2103120"/>
            <a:ext cx="76809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2000" b="0">
                <a:solidFill>
                  <a:srgbClr val="C5D9C7"/>
                </a:solidFill>
                <a:latin typeface="Calibri"/>
              </a:defRPr>
            </a:pPr>
            <a:r>
              <a:t>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200400"/>
            <a:ext cx="76809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400" b="0">
                <a:solidFill>
                  <a:srgbClr val="A0C0A8"/>
                </a:solidFill>
                <a:latin typeface="Calibri"/>
              </a:defRPr>
            </a:pPr>
            <a:r>
              <a:t>Dr. BELACEL Madani — Université de Mostaganem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931920"/>
            <a:ext cx="76809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1200" b="0">
                <a:solidFill>
                  <a:srgbClr val="80B088"/>
                </a:solidFill>
                <a:latin typeface="Calibri"/>
              </a:defRPr>
            </a:pPr>
            <a:r>
              <a:t>Dialogue 5 / 20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Saving for the Future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1/8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Saving money is not only for today. It is also for the future.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هو أيضا للمستقبل.ادخار المال ليس فقط لليوم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Dialogue_5_Saving_for_the_Future/01_Madani.mp3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Saving for the Future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2/8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want to save for university books and important things later.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.أريد الادخار لكتب الجامعة وأشياء مهمة لاحقا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Dialogue_5_Saving_for_the_Future/02_Oussama.mp3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Saving for the Future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3/8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Even small amounts saved regularly can become large over time.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.الصغيرة المدخرة بانتظام يمكن أن تصبح كبيرة مع الوقت حتى المبالغ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Dialogue_5_Saving_for_the_Future/03_Islem.mp3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Saving for the Future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4/8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Anes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How long does it take to save a lot of money?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كم من الوقت يستغرق ادخار الكثير من المال؟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Dialogue_5_Saving_for_the_Future/04_Anes.mp3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Saving for the Future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5/8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It depends on how much and how often you save. Patience is the key.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الصبر هو المفتاح.يعتمد على كم وكم مرة تدخر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Dialogue_5_Saving_for_the_Future/05_Madani.mp3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Saving for the Future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6/8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Oussama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I will not spend all my money as soon as I receive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.لن أنفق كل مالي بمجرد أن أستلمه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Dialogue_5_Saving_for_the_Future/06_Oussama.mp3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Saving for the Future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7/8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Islem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Saving for the future gives me a feeling of security and freedom.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.الادخار للمستقبل يعطيني شعورا بالأمان والحرية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Dialogue_5_Saving_for_the_Future/07_Islem.mp3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73152"/>
          </a:xfrm>
          <a:prstGeom prst="rect">
            <a:avLst/>
          </a:prstGeom>
          <a:solidFill>
            <a:srgbClr val="2C6E4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13716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666666"/>
                </a:solidFill>
                <a:latin typeface="Calibri"/>
              </a:defRPr>
            </a:pPr>
            <a:r>
              <a:t>Dialogue 5 — Saving for the Future  |  📖 Niveau 20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772400" y="137160"/>
            <a:ext cx="1097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1000" b="0">
                <a:solidFill>
                  <a:srgbClr val="666666"/>
                </a:solidFill>
                <a:latin typeface="Calibri"/>
              </a:defRPr>
            </a:pPr>
            <a:r>
              <a:t>8/8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94360"/>
            <a:ext cx="82296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B45309"/>
                </a:solidFill>
                <a:latin typeface="Calibri"/>
              </a:defRPr>
            </a:pPr>
            <a:r>
              <a:t>Madani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097280"/>
            <a:ext cx="8229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0">
                <a:solidFill>
                  <a:srgbClr val="222222"/>
                </a:solidFill>
                <a:latin typeface="Calibri"/>
              </a:defRPr>
            </a:pPr>
            <a:r>
              <a:t>Yes. Future-oriented saving is a sign of maturity and wisdom.</a:t>
            </a:r>
          </a:p>
        </p:txBody>
      </p:sp>
      <p:sp>
        <p:nvSpPr>
          <p:cNvPr id="7" name="Rectangle 6"/>
          <p:cNvSpPr/>
          <p:nvPr/>
        </p:nvSpPr>
        <p:spPr>
          <a:xfrm>
            <a:off x="457200" y="2606040"/>
            <a:ext cx="8229600" cy="18288"/>
          </a:xfrm>
          <a:prstGeom prst="rect">
            <a:avLst/>
          </a:prstGeom>
          <a:solidFill>
            <a:srgbClr val="E8F0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27432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2C6E49"/>
                </a:solidFill>
                <a:latin typeface="Calibri"/>
              </a:defRPr>
            </a:pPr>
            <a:r>
              <a:t>الترجمة :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10896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defRPr sz="2000" b="0">
                <a:solidFill>
                  <a:srgbClr val="1A3C6E"/>
                </a:solidFill>
                <a:latin typeface="Traditional Arabic"/>
              </a:defRPr>
            </a:pPr>
            <a:r>
              <a:t>. الادخار الموجه للمستقبل علامة على النضج والحكمة.نعم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" y="457200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666666"/>
                </a:solidFill>
                <a:latin typeface="Calibri"/>
              </a:defRPr>
            </a:pPr>
            <a:r>
              <a:t>Audio : Dialogue_5_Saving_for_the_Future/08_Madani.mp3</a:t>
            </a:r>
          </a:p>
        </p:txBody>
      </p:sp>
      <p:sp>
        <p:nvSpPr>
          <p:cNvPr id="11" name="Rectangle 10"/>
          <p:cNvSpPr/>
          <p:nvPr/>
        </p:nvSpPr>
        <p:spPr>
          <a:xfrm>
            <a:off x="0" y="6784848"/>
            <a:ext cx="9144000" cy="73152"/>
          </a:xfrm>
          <a:prstGeom prst="rect">
            <a:avLst/>
          </a:prstGeom>
          <a:solidFill>
            <a:srgbClr val="1A5C3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