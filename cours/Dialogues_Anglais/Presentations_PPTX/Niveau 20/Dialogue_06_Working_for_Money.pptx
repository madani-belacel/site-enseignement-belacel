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Working for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Honest work is the best way to earn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.العمل الشريف أفضل طريقة لكسب المال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help with small jobs at home or in the neighborhood.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المساعدة في أعمال صغيرة في البيت أو الحي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Working for money teaches us the value of effort and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.العمل من أجل المال يعلمنا قيمة الجهد والوقت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children also work in some ways?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للأطفال أيضا العمل بطرق ما؟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by helping at home, doing chores, or learning useful skills.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البيت أو القيام بالأعمال أو تعلم مهارات مفيدة بالمساعدة،نعم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proud when I earn something through my own effort.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بالفخر عندما أكسب شيئا من خلال جهدي الخاص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Easy money without work is not as satisfying as earned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.المال السهل بدون عمل ليس مرضيا مثل المال المكتسب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Working for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Honest work builds character and self-respect.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الشريف يبني الشخصية واحترام الذات.نعم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Dialogue_6_Working_for_Money/08_Madani.mp3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