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Sharing with the Poor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Sharing with the Poor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Part of using money wisely is sharing with people in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.جزء من استخدام المال بحكمة هو المشاركة مع المحتاجين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Dialogue_7_Sharing_with_the_Poor/01_Madani.mp3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Sharing with the Poor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give some of my savings to help a poor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إعطاء بعض مدخراتي لمساعدة عائلة فقيرة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Dialogue_7_Sharing_with_the_Poor/02_Oussama.mp3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Sharing with the Poor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Charity purifies our wealth and softens our hearts.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.الصدقة تطهر أموالنا وتلين قلوبنا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Dialogue_7_Sharing_with_the_Poor/03_Islem.mp3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Sharing with the Poor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Does giving money make us poorer?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إعطاء المال يجعلنا أكثر فقرا؟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Dialogue_7_Sharing_with_the_Poor/04_Anes.mp3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Sharing with the Poor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Giving in the right way often brings more barakah and happiness.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.الصحيحة غالبا ما يجلب المزيد من البركة والسعادة العطاء بالطريقة.لا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Dialogue_7_Sharing_with_the_Poor/05_Madani.mp3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Sharing with the Poor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give regularly, even if the amount is small.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حتى لو كان المبلغ صغيرا،سأحاول العطاء بانتظام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Dialogue_7_Sharing_with_the_Poor/06_Oussama.mp3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Sharing with the Poor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others is one of the best uses of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الآخرين من أفضل استخدامات المال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Dialogue_7_Sharing_with_the_Poor/07_Islem.mp3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Sharing with the Poor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generous hand is never empty in the sight of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اليد الكريمة لا تكون فارغة أبدا في نظر الله.نعم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Dialogue_7_Sharing_with_the_Poor/08_Madani.mp3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