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My Piggy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Piggy Bank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you still put money in your piggy bank?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ما زلتم تضعون المال في حصالتكم؟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Dialogue_2_My_Piggy_Bank/01_Madani.mp3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Piggy Bank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 save a little every week from my pocket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أدخر قليلا كل أسبوع من مصروفي.نعم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Dialogue_2_My_Piggy_Bank/02_Oussama.mp3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Piggy Bank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piggy bank helps me reach bigger goals step by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.تساعدني على الوصول إلى أهداف أكبر خطوة بخطوة حصالتي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Dialogue_2_My_Piggy_Bank/03_Islem.mp3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Piggy Bank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hearing the coins drop inside when I save.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سماع العملات تسقط داخلها عندما أدخر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Dialogue_2_My_Piggy_Bank/04_Anes.mp3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Piggy Bank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Saving regularly is a powerful habit that grows with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.الادخار بانتظام عادة قوية تنمو مع الوقت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Dialogue_2_My_Piggy_Bank/05_Madani.mp3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Piggy Bank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open the piggy bank for small unnecessary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أفتح الحصالة من أجل أشياء صغيرة غير ضرورية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Dialogue_2_My_Piggy_Bank/06_Oussama.mp3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Piggy Bank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the piggy bank is full, I will decide carefully how to use the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سأقرر بعناية كيف أستخدم المال،عندما تمتلئ الحصالة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Dialogue_2_My_Piggy_Bank/07_Islem.mp3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My Piggy Bank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full piggy bank is the result of patience and discipline.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الحصالة الممتلئة نتيجة للصبر والانضباط.نعم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Dialogue_2_My_Piggy_Bank/08_Madani.mp3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