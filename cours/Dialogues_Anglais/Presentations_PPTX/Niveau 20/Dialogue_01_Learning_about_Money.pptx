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Learning about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Learning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talk about money and how to use it wisely.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سنتحدث عن المال وكيف نستخدمه بحكمة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Dialogue_1_Learning_about_Money/01_Madani.mp3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Learning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Money is a tool that helps us buy what we need and want.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.المال أداة تساعدنا على شراء ما نحتاجه ونريده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Dialogue_1_Learning_about_Money/02_Oussama.mp3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Learning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But money should be earned honestly and spent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.لكن المال يجب أن يكتسب بأمانة وينفق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Dialogue_1_Learning_about_Money/03_Islem.mp3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Learning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does money come from,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أين يأتي المال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Dialogue_1_Learning_about_Money/04_Anes.mp3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Learning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People work, provide services, or sell things to earn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أو يبيعون أشياء لكسب المال، أو يقدمون خدمات،الناس يعمل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Dialogue_1_Learning_about_Money/05_Madani.mp3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Learning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Learning about money now will help us make better choices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.عن المال الآن سيساعدنا على اتخاذ خيارات أفضل لاحقا التعلم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Dialogue_1_Learning_about_Money/06_Oussama.mp3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Learning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not to waste money on things I do not really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ألا أهدر المال على أشياء لا أحتاجها حقا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Dialogue_1_Learning_about_Money/07_Islem.mp3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Learning about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Understanding money is an important life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فهم المال مهارة حياتية مهمة.ممتاز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Dialogue_1_Learning_about_Money/08_Madani.mp3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