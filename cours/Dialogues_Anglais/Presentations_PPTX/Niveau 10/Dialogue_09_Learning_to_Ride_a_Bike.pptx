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Learning to Ride a Bike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Learning to Ride a Bike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 will teach you how to ride a bicycle,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سأعلمك كيف تركب الدراجة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Dialogue_9_Learning_to_Ride_a_Bike/01_Madani.mp3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Learning to Ride a Bike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scared of falling, 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خائف قليلا من السقوط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Dialogue_9_Learning_to_Ride_a_Bike/02_Anes.mp3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Learning to Ride a Bike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normal. I will hold the bike until you feel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سأمسك الدراجة حتى تشعر أنك مستعد.هذا طبيعي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Dialogue_9_Learning_to_Ride_a_Bike/03_Madani.mp3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Learning to Ride a Bike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stay near you and encourage you,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.سأبقى قربك وأشجعك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Dialogue_9_Learning_to_Ride_a_Bike/04_Oussama.mp3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Learning to Ride a Bike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I learned, I fell a few times but then I succeeded.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سقطت عدة مرات لكنني نجحت بعد ذلك،عندما تعلمت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Dialogue_9_Learning_to_Ride_a_Bike/05_Islem.mp3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Learning to Ride a Bike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try. Can you hold the seat,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إمساك المقعد من فضلك؟.سأحاول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Dialogue_9_Learning_to_Ride_a_Bike/06_Anes.mp3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Learning to Ride a Bike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Look forward, pedal slowly, and keep your balance.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وحافظ على توازنك، ادفع الدواسات ببطء،انظر إلى الأمام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Dialogue_9_Learning_to_Ride_a_Bike/07_Madani.mp3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Learning to Ride a Bike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doing well, Anes! Keep going!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!أنت تقوم بعمل جيد يا أنس! استمر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Dialogue_9_Learning_to_Ride_a_Bike/08_Oussama.mp3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