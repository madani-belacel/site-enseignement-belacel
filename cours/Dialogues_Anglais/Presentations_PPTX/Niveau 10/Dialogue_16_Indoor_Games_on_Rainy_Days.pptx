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Indoor Games on Rainy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Indoor Games on Rainy Days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raining outside. What indoor games can we play?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هي الألعاب الداخلية التي يمكننا لعبها؟.تمطر في الخارج إنها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Dialogue_16_Indoor_Games_on_Rainy_Days/01_Madani.mp3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Indoor Games on Rainy Days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play chess, cards, or board games.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.يمكننا لعب الشطرنج أو الورق أو ألعاب الطاولة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Dialogue_16_Indoor_Games_on_Rainy_Days/02_Oussama.mp3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Indoor Games on Rainy Days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building things with blocks or solving puzzles.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بناء الأشياء بالمكعبات أو حل الألغاز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Dialogue_16_Indoor_Games_on_Rainy_Days/03_Islem.mp3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Indoor Games on Rainy Days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play hide and seek inside the house carefully?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لعب الغميضة داخل البيت بحذر؟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Dialogue_16_Indoor_Games_on_Rainy_Days/04_Anes.mp3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Indoor Games on Rainy Days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be careful not to break anything or make too much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.كونوا حذرين حتى لا تكسروا شيئا أو تحدثوا ضوضاء كثيرة لكن،نعم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Dialogue_16_Indoor_Games_on_Rainy_Days/05_Madani.mp3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Indoor Games on Rainy Days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Indoor games are fun when the weather is bad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.الداخلية ممتعة عندما يكون الطقس سيئا في الخارج الألعاب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Dialogue_16_Indoor_Games_on_Rainy_Days/06_Oussama.mp3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Indoor Games on Rainy Days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Playing games together strengthens our family bonds.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.لعب الألعاب معا يقوي روابط عائلتنا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Dialogue_16_Indoor_Games_on_Rainy_Days/07_Islem.mp3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Indoor Games on Rainy Days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Rainy days can still be full of joy and laughter.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.الأيام الممطرة يمكن أن تكون مليئة بالفرح والضحك 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Dialogue_16_Indoor_Games_on_Rainy_Days/08_Madani.mp3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