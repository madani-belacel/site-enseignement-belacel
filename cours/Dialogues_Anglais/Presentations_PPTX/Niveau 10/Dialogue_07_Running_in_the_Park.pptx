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Running in the Park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 running in the park this morning. The weather is nice.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الطقس جميل.هيا بنا نجري في الحديقة هذا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running. It makes me feel free and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يجعلني أشعر بالحرية والقوة.أحب الجري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Running is simple but very good for the heart and lungs.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.الجري بسيط لكنه جيد جدا للقلب والرئتين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run slowly at first and then a little faster?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الجري ببطء أولا ثم أسرع قليلا؟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Start slowly, breathe well, and enjoy the fresh 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واستمتعوا بالهواء النقي، تنفسوا جيدا، ابدأوا ببطء.نعم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count my steps and try to improve every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.سأعد خطواتي وأحاول التحسن كل 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Running in nature is more enjoyable than running indoors.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.الجري في الطبيعة أكثر متعة من الجري في الداخل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Running in the Park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Nature and exercise together are a perfect combination.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والتمارين معا مزيج مثالي.بالضبط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Dialogue_7_Running_in_the_Park/08_Madani.mp3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