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7 — Running in the Park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7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Running in the Park  |  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Let us go running in the park this morning. The weather is nice.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الطقس جميل.هيا بنا نجري في الحديقة هذا الصباح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Dialogue_7_Running_in_the_Park/01_Madani.mp3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Running in the Park  |  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like running. It makes me feel free and strong.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يجعلني أشعر بالحرية والقوة.أحب الجري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Dialogue_7_Running_in_the_Park/02_Oussama.mp3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Running in the Park  |  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Running is simple but very good for the heart and lungs.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.الجري بسيط لكنه جيد جدا للقلب والرئتين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Dialogue_7_Running_in_the_Park/03_Islem.mp3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Running in the Park  |  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we run slowly at first and then a little faster?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يمكننا الجري ببطء أولا ثم أسرع قليلا؟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Dialogue_7_Running_in_the_Park/04_Anes.mp3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Running in the Park  |  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Start slowly, breathe well, and enjoy the fresh air.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واستمتعوا بالهواء النقي، تنفسوا جيدا، ابدأوا ببطء.نعم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Dialogue_7_Running_in_the_Park/05_Madani.mp3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Running in the Park  |  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count my steps and try to improve every week.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.سأعد خطواتي وأحاول التحسن كل أسبوع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Dialogue_7_Running_in_the_Park/06_Oussama.mp3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Running in the Park  |  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Running in nature is more enjoyable than running indoors.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.الجري في الطبيعة أكثر متعة من الجري في الداخل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Dialogue_7_Running_in_the_Park/07_Islem.mp3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Running in the Park  |  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Exactly. Nature and exercise together are a perfect combination.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الطبيعة والتمارين معا مزيج مثالي.بالضبط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Dialogue_7_Running_in_the_Park/08_Madani.mp3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