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Warming Up Before Sports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any sport, we should warm up our body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نحيي جسمنا بعناية،قبل أي رياضة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Warming up helps prevent injuries and prepares the muscles.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.الإحماء يساعد على منع الإصابات ويجهز العضلات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stretch my arms and legs before running.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.أمدد ذراعي وساقي دائما قبل الجري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show me some simple warm-up exercises?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أن تريني بعض تمارين الإحماء البسيطة؟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Start with light jogging and then gentle stretches.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ابدأوا بالجري الخفيف ثم تمارين التمدد اللطيفة.بالطبع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warm-up makes the sport more enjoyable and safer.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.الإحماء الجيد يجعل الرياضة أكثر متعة وأمانا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skip warming up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أتخطى الإحماء مرة أخرى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Warming Up Before Sports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Taking care of the body is a sign of wisdom.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بالجسم علامة على الحكمة.ممتاز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Dialogue_11_Warming_Up_Before_Sports/08_Madani.mp3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