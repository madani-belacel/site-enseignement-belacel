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Respecting the Referee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every sport, there is a referee. How should we treat him?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يجب أن نعامله؟.في كل رياضة هناك حكم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respect his decisions even if we do not agree.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نحترم قراراته حتى لو لم نتفق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Arguing with the referee is not good sportsmanship.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.الجدال مع الحكم ليس من الروح الرياضية الجيدة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think the referee made a mistake?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اعتقدت أن الحكم أخطأ؟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Accept the decision calmly and continue playing your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.اقبل القرار بهدوء واستمر في اللعب بأفضل ما لديك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Respecting the referee shows maturity and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الحكم يظهر النضج والأخلاق الحسنة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referee helps the game stay fair and organized.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.الحكم يساعد اللعبة على البقاء عادلة ومنظمة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Respecting the Referee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Without respect for the rules and the referee, sport loses its beauty.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تفقد الرياضة جمالها، بدون احترام القواعد والحكم.نعم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Dialogue_15_Respecting_the_Referee/08_Madani.mp3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