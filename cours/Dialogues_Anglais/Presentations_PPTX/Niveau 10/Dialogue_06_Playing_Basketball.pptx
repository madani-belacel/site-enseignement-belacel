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6 — Playing Basketball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6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Playing Basketball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we play basketball at the sports court this afternoon?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يمكننا لعب كرة السلة في الملعب الرياضي هذا بعد الظهر؟ هل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Dialogue_6_Playing_Basketball/01_Oussama.mp3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Playing Basketball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Yes! I like throwing the ball into the basket.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.نعم! أحب رمي الكرة في السلة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Dialogue_6_Playing_Basketball/02_Islem.mp3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Playing Basketball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try to pass the ball to my teammates.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.سأحاول تمرير الكرة إلى زملائي في الفريق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Dialogue_6_Playing_Basketball/03_Anes.mp3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Playing Basketball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Basketball is a team sport. Communication is very important.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التواصل مهم جدا.كرة السلة رياضة جماعية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Dialogue_6_Playing_Basketball/04_Madani.mp3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Playing Basketball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should run, jump, and share the ball fairly.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.يجب أن نركض ونقفز ونتشارك الكرة بنزاهة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Dialogue_6_Playing_Basketball/05_Oussama.mp3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Playing Basketball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Playing basketball makes my body strong and my mind alert.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.لعب كرة السلة يجعل جسمي قويا وعقلي يقظا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Dialogue_6_Playing_Basketball/06_Islem.mp3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Playing Basketball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feel happy when we score points together as a team.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.أشعر بالسعادة عندما نسجل نقاطا معا كفريق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Dialogue_6_Playing_Basketball/07_Anes.mp3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Playing Basketball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Enjoy the game and always respect your teammates and opponents.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.استمتعوا باللعبة واحترموا دائما زملاءكم وخصومكم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Dialogue_6_Playing_Basketball/08_Madani.mp3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