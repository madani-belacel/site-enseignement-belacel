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Playing Basketball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basketball at the sports court this afternoon?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يمكننا لعب كرة السلة في الملعب الرياضي هذا بعد الظهر؟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like throwing the ball into the basket.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أحب رمي الكرة في السلة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pass the ball to my teammates.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تمرير الكرة إلى زملائي في الفريق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Basketball is a team sport. Communication is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التواصل مهم جدا.كرة السلة رياضة جماعية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run, jump, and share the ball fairly.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نركض ونقفز ونتشارك الكرة بنزاهة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 basketball makes my body strong and my mind alert.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.لعب كرة السلة يجعل جسمي قويا وعقلي يقظا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happy when we score points together as a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بالسعادة عندما نسجل نقاطا معا كفريق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Playing Basketball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Enjoy the game and always respect your teammates and opponents.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.استمتعوا باللعبة واحترموا دائما زملاءكم وخصومكم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Dialogue_6_Playing_Basketball/08_Madani.mp3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