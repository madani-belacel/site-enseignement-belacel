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Winning and 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sports we sometimes win and sometimes lose. How should we act?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يجب أن نتصرف؟.الرياضة نفوز أحيانا ونخسر أحيانا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win, we should be happy but not arrogant.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سعداء لكن غير متكبرين،عندما نفوز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lose, we should congratulate the winner and try harder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نهنئ الفائز ونحاول بجهد أكبر في المرة القادمة ،عندما نخسر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sad when I lose, but I will not cry or get angry.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لن أبكي أو أغضب،أشعر بالحزن عندما أخسر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excellent. Good sportsmanship is more important than winning.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الروح الرياضية الجيدة أهم من الفوز.هذا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game teaches us something if we stay calm and 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لعبة تعلمنا شيئا إذا بقينا هادئين وتعلمنا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Respecting the opponent is a sign of a strong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الخصم علامة على شخصية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Winning and Losing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Win with humility and lose with dignity.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افرحوا بتواضع واخسروا بكرامة.نعم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Dialogue_5_Winning_and_Losing/08_Madani.mp3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