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5 — Winning and 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5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Winning and Losing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In sports we sometimes win and sometimes lose. How should we act?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كيف يجب أن نتصرف؟.الرياضة نفوز أحيانا ونخسر أحيانا في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Dialogue_5_Winning_and_Losing/01_Madani.mp3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Winning and Losing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When we win, we should be happy but not arrogant.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يجب أن نكون سعداء لكن غير متكبرين،عندما نفوز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Dialogue_5_Winning_and_Losing/02_Oussama.mp3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Winning and Losing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When we lose, we should congratulate the winner and try harder next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.يجب أن نهنئ الفائز ونحاول بجهد أكبر في المرة القادمة ،عندما نخسر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Dialogue_5_Winning_and_Losing/03_Islem.mp3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Winning and Losing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feel sad when I lose, but I will not cry or get angry.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لكنني لن أبكي أو أغضب،أشعر بالحزن عندما أخسر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Dialogue_5_Winning_and_Losing/04_Anes.mp3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Winning and Losing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That is excellent. Good sportsmanship is more important than winning.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الروح الرياضية الجيدة أهم من الفوز.هذا ممتاز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Dialogue_5_Winning_and_Losing/05_Madani.mp3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Winning and Losing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Every game teaches us something if we stay calm and learn.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.كل لعبة تعلمنا شيئا إذا بقينا هادئين وتعلمنا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Dialogue_5_Winning_and_Losing/06_Oussama.mp3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Winning and Losing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Respecting the opponent is a sign of a strong character.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.احترام الخصم علامة على شخصية قوية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Dialogue_5_Winning_and_Losing/07_Islem.mp3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Winning and Losing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Win with humility and lose with dignity.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افرحوا بتواضع واخسروا بكرامة.نعم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Dialogue_5_Winning_and_Losing/08_Madani.mp3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