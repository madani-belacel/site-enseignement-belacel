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Team Spirit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Team Spirit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team spirit mean in sports?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تعني روح الفريق في الرياضة؟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Dialogue_13_Team_Spirit/01_Madani.mp3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Team Spirit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means supporting your teammates and working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.تعني دعم زملائك والعمل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Dialogue_13_Team_Spirit/02_Oussama.mp3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Team Spirit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team player thinks about the group, not only himself.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وليس في نفسه فقط،الفريق الجيد يفكر في المجموعة لاعب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Dialogue_13_Team_Spirit/03_Islem.mp3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Team Spirit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encourage each other even when someone makes a mistake.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نشجع بعضنا حتى عندما يخطئ أحد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Dialogue_13_Team_Spirit/04_Anes.mp3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Team Spirit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Team spirit turns a group of players into a real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.روح الفريق تحول مجموعة من اللاعبين إلى فريق حقيقي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Dialogue_13_Team_Spirit/05_Madani.mp3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Team Spirit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help each other, we all become stronger.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نصبح جميعا أقوى،عندما نساعد بعضنا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Dialogue_13_Team_Spirit/06_Oussama.mp3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Team Spirit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Celebrating together and supporting in difficult moments is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.الاحتفال معا والدعم في اللحظات الصعبة مهم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Dialogue_13_Team_Spirit/07_Islem.mp3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Team Spirit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The best teams are built on trust and kindness.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أفضل الفرق تبنى على الثقة واللطف.بالضبط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Dialogue_13_Team_Spirit/08_Madani.mp3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