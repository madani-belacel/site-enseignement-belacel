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13 — Team Spirit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13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What does team spirit mean in sports?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ماذا تعني روح الفريق في الرياضة؟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It means supporting your teammates and working together.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.تعني دعم زملائك والعمل معا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good team player thinks about the group, not only himself.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وليس في نفسه فقط،الفريق الجيد يفكر في المجموعة لاعب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We should encourage each other even when someone makes a mistake.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.يجب أن نشجع بعضنا حتى عندما يخطئ أحد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Team spirit turns a group of players into a real team.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.روح الفريق تحول مجموعة من اللاعبين إلى فريق حقيقي 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When we help each other, we all become stronger.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نصبح جميعا أقوى،عندما نساعد بعضنا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Celebrating together and supporting in difficult moments is important.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.الاحتفال معا والدعم في اللحظات الصعبة مهم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13 — Team Spirit  |  📖 Niveau 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Exactly. The best teams are built on trust and kindness.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أفضل الفرق تبنى على الثقة واللطف.بالضبط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Dialogue_13_Team_Spirit/08_Madani.mp3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