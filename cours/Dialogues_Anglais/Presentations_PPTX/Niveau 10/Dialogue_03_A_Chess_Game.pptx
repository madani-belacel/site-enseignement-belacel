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 Chess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play a game of chess with me, Islem?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 أن تلعب معي لعبة شطرنج يا إسلام؟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Chess is a smart game that makes us think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الشطرنج لعبة ذكية تجعلنا نفكر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watch you play and learn the rules?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مشاهدتكم تلعبون وأتعلم القواعد؟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Chess teaches patience, planning, and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الشطرنج يعلم الصبر والتخطيط والاستراتيجية.بالطبع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protect my king and plan my moves.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حماية ملكي وتخطيط حركاتي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if I lose, I will learn something new from the game.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سأتعلم شيئا جديدا من اللعبة،حتى لو خسرت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Chess looks quiet but it is full of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.الشطرنج يبدو هادئا لكنه مليء بالتفكير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Chess Game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good chess player thinks before every move.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لاعب الشطرنج الجيد يفكر قبل كل حركة.نعم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Dialogue_3_A_Chess_Game/08_Madani.mp3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