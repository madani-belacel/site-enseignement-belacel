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A Football 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school team has a football match this Saturday.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.فريق مدرستنا لديه مباراة كرة قدم هذا السبت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exciting! Will you play in the match?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هذا مثير! هل ستلعب في المباراة؟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am in the starting team. I will try my best.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سأبذل قصارى جهدي. أنا في الفريق الأساسي،نعم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come to watch and support you from the 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.سآتي للمشاهدة ودعمك من الجانب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your team scores many goals!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!أتمنى أن يسجل فريقك أهدافا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 fairly, respect the referee, and enjoy the game.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واستمتع باللعبة، احترم الحكم،العب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 or lose, I will learn something and stay positive.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سأتعلم شيئا وأبقى إيجابيا،فوزا أو خسارة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A Football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spirit of a true sportsman. I am proud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فخور بك.هذه روح الرياضي الحقيقي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Dialogue_10_A_Football_Match/08_Madani.mp3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