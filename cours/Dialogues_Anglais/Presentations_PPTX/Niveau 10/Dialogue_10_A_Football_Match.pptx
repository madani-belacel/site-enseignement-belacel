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A Football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Football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Our school team has a football match this Saturday.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.فريق مدرستنا لديه مباراة كرة قدم هذا السبت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Dialogue_10_A_Football_Match/01_Oussama.mp3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Football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exciting! Will you play in the match?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هذا مثير! هل ستلعب في المباراة؟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Dialogue_10_A_Football_Match/02_Madani.mp3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Football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 am in the starting team. I will try my best.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سأبذل قصارى جهدي. أنا في الفريق الأساسي،نعم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Dialogue_10_A_Football_Match/03_Oussama.mp3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Football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come to watch and support you from the 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.سآتي للمشاهدة ودعمك من الجانب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Dialogue_10_A_Football_Match/04_Islem.mp3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Football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hope your team scores many goals!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!أتمنى أن يسجل فريقك أهدافا كثيرة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Dialogue_10_A_Football_Match/05_Anes.mp3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Football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Play fairly, respect the referee, and enjoy the game.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واستمتع باللعبة، احترم الحكم،العب بنزاهة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Dialogue_10_A_Football_Match/06_Madani.mp3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Football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Win or lose, I will learn something and stay positive.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سأتعلم شيئا وأبقى إيجابيا،فوزا أو خسارة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Dialogue_10_A_Football_Match/07_Oussama.mp3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Football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the spirit of a true sportsman. I am proud of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أنا فخور بك.هذه روح الرياضي الحقيقي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Dialogue_10_A_Football_Match/08_Madani.mp3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