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Sports and Friendship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Sports and Friendship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Sports are not only about winning. They also create friendships.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تخلق أيضا صداقات.الرياضة ليست فقط عن الفوز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Dialogue_20_Sports_and_Friendship/01_Madani.mp3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Sports and Friendship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made many good friends through football and basketball.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.كونت صداقات جيدة كثيرة من خلال كرة القدم وكرة السلة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Dialogue_20_Sports_and_Friendship/02_Oussama.mp3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Sports and Friendship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Playing together builds trust and understanding between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.اللعب معا يبني الثقة والتفاهم بين 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Dialogue_20_Sports_and_Friendship/03_Islem.mp3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Sports and Friendship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teammates help me and I help them. That is friendship.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هذه هي الصداقة.زملائي يساعدونني وأنا أساعدهم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Dialogue_20_Sports_and_Friendship/04_Anes.mp3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Sports and Friendship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True friends support each other on and off the field.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.الأصدقاء الحقيقيون يدعمون بعضهم في الملعب وخارجه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Dialogue_20_Sports_and_Friendship/05_Madani.mp3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Sports and Friendship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Sports teach us that we are stronger when we stand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.الرياضة تعلمنا أننا أقوى عندما نقف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Dialogue_20_Sports_and_Friendship/06_Oussama.mp3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Sports and Friendship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thankful for the friends I have met through sports.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.أنا ممتن للأصدقاء الذين التقيت بهم من خلال الرياضة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Dialogue_20_Sports_and_Friendship/07_Islem.mp3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Sports and Friendship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bless your friendships and keep them strong and pure.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.بارك الله في صداقاتكم وأدامها قوية ونقية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Dialogue_20_Sports_and_Friendship/08_Madani.mp3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