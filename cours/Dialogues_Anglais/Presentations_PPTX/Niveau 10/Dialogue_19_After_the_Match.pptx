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19 — After the 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After the Match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should we do after a match, win or lose?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فوزا أو خسارة؟،ماذا يجب أن نفعل بعد المباراة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Dialogue_19_After_the_Match/01_Madani.mp3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After the Match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shake hands with the other team and thank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أن نصافح الفريق الآخر ونشكرهم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Dialogue_19_After_the_Match/02_Oussama.mp3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After the Match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can also thank the referee and the coaches.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.يمكننا أيضا شكر الحكم والمدربين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Dialogue_19_After_the_Match/03_Islem.mp3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After the Match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If we won, we should not laugh at the losers.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يجب ألا نضحك على الخاسرين،إذا فزنا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Dialogue_19_After_the_Match/04_Anes.mp3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After the Match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Humility in victory and dignity in defeat are beautiful qualities.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التواضع في النصر والكرامة في الهزيمة صفات جميلة.نعم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Dialogue_19_After_the_Match/05_Madani.mp3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After the Match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After the match I will rest, drink water, and think about what I learned.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وأفكر فيما تعلمته، أشرب ماء،بعد المباراة سأستريح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Dialogue_19_After_the_Match/06_Oussama.mp3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After the Match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Every match is a chance to improve for the next 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.كل مباراة فرصة للتحسن للمباراة التالية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Dialogue_19_After_the_Match/07_Islem.mp3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After the Match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The real competition is always with ourselves.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المنافسة الحقيقية دائما مع أنفسنا.بالضبط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Dialogue_19_After_the_Match/08_Madani.mp3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