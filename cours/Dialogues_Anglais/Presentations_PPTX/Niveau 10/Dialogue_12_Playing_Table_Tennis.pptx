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Playing Table Tennis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Playing Table Tennis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Would you like to play table tennis with me after lunch?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تريد أن تلعب معي تنس الطاولة بعد الغداء؟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Dialogue_12_Playing_Table_Tennis/01_Oussama.mp3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Playing Table Tennis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Table tennis is fast and needs good concentration.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تنس الطاولة سريع ويحتاج إلى تركيز جيد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Dialogue_12_Playing_Table_Tennis/02_Islem.mp3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Playing Table Tennis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try after you finish one game?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التجربة بعد أن تنتهوا من لعبة واحدة؟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Dialogue_12_Playing_Table_Tennis/03_Anes.mp3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Playing Table Tennis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Table tennis improves hand-eye coordination.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تنس الطاولة يحسن تنسيق اليد والعين.بالطبع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Dialogue_12_Playing_Table_Tennis/04_Madani.mp3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Playing Table Tennis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control the ball and not hit it too hard.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التحكم في الكرة وعدم ضربها بقوة كبيرة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Dialogue_12_Playing_Table_Tennis/05_Oussama.mp3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Playing Table Tennis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Playing table tennis is fun and does not need a large space.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.لعب تنس الطاولة ممتع ولا يحتاج إلى مساحة كبيرة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Dialogue_12_Playing_Table_Tennis/06_Islem.mp3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Playing Table Tennis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the sound of the ball hitting the 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صوت الكرة وهي تضرب الطاولة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Dialogue_12_Playing_Table_Tennis/07_Anes.mp3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Playing Table Tennis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Enjoy the game and always play with respect.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.استمتعوا باللعبة والعبوا دائما باحترام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Dialogue_12_Playing_Table_Tennis/08_Madani.mp3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