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Playing Fairly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Playing Fairly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it mean to play fairly in sports?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يعني اللعب بنزاهة في الرياضة؟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Dialogue_18_Playing_Fairly/01_Madani.mp3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Playing Fairly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means following the rules and not cheating.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.يعني اتباع القواعد وعدم الغش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Dialogue_18_Playing_Fairly/02_Oussama.mp3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Playing Fairly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also means respecting the opponent and the referee.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.يعني أيضا احترام الخصم والحكم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Dialogue_18_Playing_Fairly/03_Islem.mp3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Playing Fairly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someone falls, we should stop and help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نتوقف ونساعده،إذا سقط أحد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Dialogue_18_Playing_Fairly/04_Anes.mp3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Playing Fairly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Fair play is more important than winning by any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اللعب النزيه أهم من الفوز بأي وسيلة.نعم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Dialogue_18_Playing_Fairly/05_Madani.mp3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Playing Fairly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fair player is respected even when he loses.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.اللاعب النزيه يحترم حتى عندما يخسر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Dialogue_18_Playing_Fairly/06_Oussama.mp3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Playing Fairly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Cheating may give a short win, but it destroys trust.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لكنه يدمر الثقة،الغش قد يعطي فوزا قصيرا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Dialogue_18_Playing_Fairly/07_Islem.mp3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Playing Fairly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Always choose fair play over easy victory.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اختاروا دائما اللعب النزيه على الفوز السهل.بالضبط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Dialogue_18_Playing_Fairly/08_Madani.mp3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