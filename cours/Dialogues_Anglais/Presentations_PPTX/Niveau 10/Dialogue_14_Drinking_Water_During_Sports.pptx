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Drinking Water During Sports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Drinking Water During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you play sports, remember to drink water regularly.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تذكروا شرب الماء بانتظام،عندما تلعبون الرياضة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Dialogue_14_Drinking_Water_During_Sports/01_Madani.mp3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Drinking Water During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especially when it is hot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خاصة عندما يكون الجو حارا في الخارج،نعم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Dialogue_14_Drinking_Water_During_Sports/02_Oussama.mp3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Drinking Water During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Water helps the body stay cool and full of energy.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.الماء يساعد الجسم على البقاء باردا ومليئا بالطاقة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Dialogue_14_Drinking_Water_During_Sports/03_Islem.mp3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Drinking Water During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sometimes forget to drink until I feel very thirsty.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.أنسى أحيانا الشرب حتى أشعر بعطش شديد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Dialogue_14_Drinking_Water_During_Sports/04_Anes.mp3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Drinking Water During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Try to drink small amounts often, before you feel thirsty.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قبل أن تشعروا بالعطش،كميات صغيرة بشكل متكرر حاولوا شرب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Dialogue_14_Drinking_Water_During_Sports/05_Madani.mp3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Drinking Water During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a water bottle with me every time I play.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.سآخذ زجاجة ماء معي في كل مرة ألعب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Dialogue_14_Drinking_Water_During_Sports/06_Oussama.mp3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Drinking Water During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Drinking water is as important as the sport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.شرب الماء مهم بقدر أهمية الرياضة نفسها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Dialogue_14_Drinking_Water_During_Sports/07_Islem.mp3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Drinking Water During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Taking care of hydration is part of being a smart athlete.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العناية بالترطيب جزء من كونك رياضيا ذكيا.نعم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Dialogue_14_Drinking_Water_During_Sports/08_Madani.mp3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