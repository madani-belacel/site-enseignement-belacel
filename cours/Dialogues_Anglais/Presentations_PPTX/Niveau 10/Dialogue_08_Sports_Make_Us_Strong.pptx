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Sports Make Us Strong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Sports Make Us Strong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you know why sports are important for children?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تعرفون لماذا الرياضة مهمة للأطفال؟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Dialogue_8_Sports_Make_Us_Strong/01_Madani.mp3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Sports Make Us Strong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Sports make our body strong and our muscles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.الرياضة تجعل جسمنا قويا وعضلاتنا صحية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Dialogue_8_Sports_Make_Us_Strong/02_Oussama.mp3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Sports Make Us Strong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also help us sleep better and feel more energetic.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.تساعدنا أيضا على النوم بشكل أفضل والشعور بنشاط أكبر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Dialogue_8_Sports_Make_Us_Strong/03_Islem.mp3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Sports Make Us Strong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Sports teach us how to work with others and follow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.الرياضة تعلمنا كيف نعمل مع الآخرين ونتبع القواعد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Dialogue_8_Sports_Make_Us_Strong/04_Anes.mp3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Sports Make Us Strong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Sports build both the body and the character.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الرياضة تبني الجسم والشخصية معا.نعم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Dialogue_8_Sports_Make_Us_Strong/05_Madani.mp3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Sports Make Us Strong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happier and more confident when I play sports regularly.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بسعادة أكبر وثقة أكبر عندما أمارس الرياضة بانتظام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Dialogue_8_Sports_Make_Us_Strong/06_Oussama.mp3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Sports Make Us Strong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a short exercise every day is better than nothing.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.حتى التمرين القصير كل يوم أفضل من لا شيء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Dialogue_8_Sports_Make_Us_Strong/07_Islem.mp3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Sports Make Us Strong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Make sports a part of your daily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اجعلوا الرياضة جزءا من حياتكم اليومية.بالضبط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Dialogue_8_Sports_Make_Us_Strong/08_Madani.mp3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