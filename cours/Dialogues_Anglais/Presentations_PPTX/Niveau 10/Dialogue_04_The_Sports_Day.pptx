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Sports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Next week is Sports Day at your school.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مستعدون؟.القادم هو يوم الرياضة في مدرستكم الأسبوع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will take part in the running race.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سأشارك في سباق الجري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the long jump and the ball games.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.سأجرب القفز الطويل وألعاب الكرة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join the team games with my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الانضمام إلى الألعاب الجماعية مع أصدقائي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Sports Day is about doing your best and having fun.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 الرياضة يتعلق ببذل قصارى جهدكم والاستمتاع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practice a little every day until next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.سأتدرب قليلا كل يوم حتى الأسبوع القادم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support our classmates even if we do not win.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ندعم زملاءنا حتى لو لم نفوز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Sports Day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The real winner is the one who tries hard and stays kind.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الفائز الحقيقي هو من يحاول بجد ويبقى لطيفا.بالضبط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Dialogue_4_The_Sports_Day/08_Madani.mp3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