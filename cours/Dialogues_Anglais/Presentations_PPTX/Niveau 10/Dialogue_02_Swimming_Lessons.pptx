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Swimming 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Swimming Lessons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you have swimming lessons at the sports club.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لديكم دروس سباحة في النادي الرياضي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Dialogue_2_Swimming_Lessons/01_Madani.mp3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Swimming Lessons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excited! I want to learn how to swim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متحمس! أريد أن أتعلم السباحة بشكل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Dialogue_2_Swimming_Lessons/02_Oussama.mp3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Swimming Lessons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Swimming is a healthy and useful sport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.السباحة رياضة صحية ومفيدة للحياة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Dialogue_2_Swimming_Lessons/03_Islem.mp3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Swimming Lessons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there be a teacher to help us in the water?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سيكون هناك معلم لمساعدتنا في الماء؟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Dialogue_2_Swimming_Lessons/04_Anes.mp3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Swimming Lessons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coach will teach you step by step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المدرب سيعلمكم خطوة بخطوة بعناية.نعم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Dialogue_2_Swimming_Lessons/05_Madani.mp3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Swimming Lessons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listen carefully and practice a 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.سأستمع جيدا وأتدرب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Dialogue_2_Swimming_Lessons/06_Oussama.mp3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Swimming Lessons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swimming we will feel tired but strong and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السباحة سنشعر بالتعب لكن بالقوة والسعادة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Dialogue_2_Swimming_Lessons/07_Islem.mp3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Swimming Lessons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Sports keep the body strong and the mind fresh.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الرياضة تحافظ على قوة الجسم ونشاط العقل.بالضبط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Dialogue_2_Swimming_Lessons/08_Madani.mp3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