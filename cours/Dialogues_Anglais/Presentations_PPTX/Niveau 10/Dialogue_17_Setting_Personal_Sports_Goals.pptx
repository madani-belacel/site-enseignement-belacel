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Setting Personal Sports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Setting Personal Sports Goals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good to set small sports goals for yourselves.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الجيد تحديد أهداف رياضية صغيرة لأنفسكم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Dialogue_17_Setting_Personal_Sports_Goals/01_Madani.mp3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Setting Personal Sports Goals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run for twenty minutes without stopping.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أن أجري عشرين دقيقة دون توقف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Dialogue_17_Setting_Personal_Sports_Goals/02_Oussama.mp3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Setting Personal Sports Goals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goal is to improve my swimming technique this 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.هدفي هو تحسين تقنية السباحة هذا الشهر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Dialogue_17_Setting_Personal_Sports_Goals/03_Islem.mp3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Setting Personal Sports Goals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learn how to ride my bike without help.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أن أتعلم ركوب دراجتي بدون مساعدة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Dialogue_17_Setting_Personal_Sports_Goals/04_Anes.mp3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Setting Personal Sports Goals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 goals. Write them down and work on them step by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اكتبوها واعملوا عليها خطوة بخطوة.أهداف ممتازة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Dialogue_17_Setting_Personal_Sports_Goals/05_Madani.mp3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Setting Personal Sports Goals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Small daily progress is better than waiting for big results.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.التقدم اليومي الصغير أفضل من انتظار النتائج الكبيرة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Dialogue_17_Setting_Personal_Sports_Goals/06_Oussama.mp3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Setting Personal Sports Goals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I reach a goal, I feel proud and motivated.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أشعر بالفخر والتحفيز،عندما أصل إلى هدف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Dialogue_17_Setting_Personal_Sports_Goals/07_Islem.mp3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Setting Personal Sports Goals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Goals give direction and make sports more meaningful.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الأهداف تعطي اتجاها وتجعل الرياضة أكثر معنى.نعم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Dialogue_17_Setting_Personal_Sports_Goals/08_Madani.mp3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