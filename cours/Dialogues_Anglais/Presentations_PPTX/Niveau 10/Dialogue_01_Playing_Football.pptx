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Playing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football in the garden after school?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لعب كرة القدم في الحديقة بعد المدرسة؟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will be the goalkeeper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سأكون حارس المرمى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play too! Can I join you?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أريد اللعب أيضا! هل يمكنني الانضمام إليكم؟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Playing together is better than playing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اللعب معا أفضل من اللعب وحيدا.بالطبع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take turns so everyone can play fairly.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.سنتبادل الأدوار حتى يتمكن الجميع من اللعب بنزاهة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Football teaches us teamwork and respect for the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.كرة القدم تعلمنا العمل الجماعي واحترام القواعد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scoring goals! It makes me very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تسجيل الأهداف! يجعلني سعيدا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Playing Football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 fairly, be kind, and enjoy your time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واستمتعوا بوقتكم معا، كونوا لطفاء،العبوا بنزاهة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Dialogue_1_Playing_Football/08_Madani.mp3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