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The Dentist Visit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Dentist Visit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an appointment with the dentist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.لدينا موعد مع طبيب الأسنان غدا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Dialogue_6_The_Dentist_Visit/01_Madani.mp3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Dentist Visit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nervous, but I know it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أعرف أنه مهم،أنا متوتر قليلا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Dialogue_6_The_Dentist_Visit/02_Oussama.mp3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Dentist Visit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Regular dentist visits help us keep our teeth healthy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.تساعدنا على الحفاظ على صحة أسناننا مدى الحياة زيارات طبيب الأسنان المنتظمة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Dialogue_6_The_Dentist_Visit/03_Islem.mp3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Dentist Visit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the dentist check my teeth gently?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سيفحص طبيب الأسنان أسناني بلطف؟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Dialogue_6_The_Dentist_Visit/04_Anes.mp3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Dentist Visit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Dentists are trained to help children feel comfortable.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.الأسنان مدربون على مساعدة الأطفال على الشعور بالراحة أطباء.نعم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Dialogue_6_The_Dentist_Visit/05_Madani.mp3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Dentist Visit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open my mouth wide and listen to the dentist’s advice.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.سأفتح فمي واسعا وأستمع إلى نصيحة طبيب الأسنان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Dialogue_6_The_Dentist_Visit/06_Oussama.mp3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Dentist Visit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Prevention is better than waiting for pain to start.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.الوقاية أفضل من انتظار بدء الألم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Dialogue_6_The_Dentist_Visit/07_Islem.mp3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Dentist Visit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Taking care of teeth early saves many problems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بالأسنان مبكرا توفر الكثير من المشاكل لاحقا 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Dialogue_6_The_Dentist_Visit/08_Madani.mp3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