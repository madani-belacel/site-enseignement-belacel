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Poppins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Poppins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Poppins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Poppins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Poppins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Poppins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val="006847"/&gt;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91440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val="FFFFFF"/&gt;</a:solidFill>
                <a:latin typeface="Poppins"/>
              </a:defRPr>
            </a:pPr>
            <a:r>
              <a:t>Dialogue 15 — Saying No to Junk Food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10312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val="DFE5EA"/&gt;</a:solidFill>
                <a:latin typeface="Poppins"/>
              </a:defRPr>
            </a:pPr>
            <a:r>
              <a:t>📖 Niveau 15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00400"/>
            <a:ext cx="7680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val="B7C9BE"/&gt;</a:solidFill>
                <a:latin typeface="Poppins"/>
              </a:defRPr>
            </a:pPr>
            <a:r>
              <a:t>Dr. BELACEL Madani — Université de Mostaganem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931920"/>
            <a:ext cx="7680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val="93B39E"/&gt;</a:solidFill>
                <a:latin typeface="Poppins"/>
              </a:defRPr>
            </a:pPr>
            <a:r>
              <a:t>Dialogue 15 / 20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2880360" y="64008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15 — Saying No to Junk Food  |  📖 Niveau 15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1/8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Madani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Junk food is easy and tasty, but it is not good for our body.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 لكنه غير جيد لجسمنا،الطعام غير الصحي سهل ولذيذ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Dialogue_15_Saying_No_to_Junk_Food/01_Madani.mp3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15 — Saying No to Junk Food  |  📖 Niveau 15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2/8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Oussama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I will choose fruits and yogurt instead of chips and candy most days.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.الفواكه والزبادي بدلا من الشيبس والحلويات معظم الأيام سأختار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Dialogue_15_Saying_No_to_Junk_Food/02_Oussama.mp3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15 — Saying No to Junk Food  |  📖 Niveau 15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3/8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Islem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Too much junk food can make us tired and affect our concentration.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.غير الصحي يمكن أن تجعلنا متعبين وتؤثر على تركيزنا كثرة الطعام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Dialogue_15_Saying_No_to_Junk_Food/03_Islem.mp3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15 — Saying No to Junk Food  |  📖 Niveau 15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4/8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Anes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Can I still eat sweets sometimes?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هل يمكنني أكل الحلويات أحيانا؟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Dialogue_15_Saying_No_to_Junk_Food/04_Anes.mp3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15 — Saying No to Junk Food  |  📖 Niveau 15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5/8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Madani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Yes, but in small amounts and not every day. Balance is the key.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 التوازن هو المفتاح.لكن بكميات صغيرة وليس كل يوم ،نعم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Dialogue_15_Saying_No_to_Junk_Food/05_Madani.mp3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15 — Saying No to Junk Food  |  📖 Niveau 15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6/8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Oussama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Healthy food gives real energy. Junk food gives only short pleasure.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 الطعام غير الصحي يعطي متعة قصيرة فقط.طاقة حقيقية الطعام الصحي يعطي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Dialogue_15_Saying_No_to_Junk_Food/06_Oussama.mp3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15 — Saying No to Junk Food  |  📖 Niveau 15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7/8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Islem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I will read the labels on food packages when I can.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.سأقرأ الملصقات على عبوات الطعام عندما أستطيع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Dialogue_15_Saying_No_to_Junk_Food/07_Islem.mp3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15 — Saying No to Junk Food  |  📖 Niveau 15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8/8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Madani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Excellent. Smart food choices protect our health for many years.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.اختيارات الطعام الذكية تحمي صحتنا لسنوات كثيرة .ممتاز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Dialogue_15_Saying_No_to_Junk_Food/08_Madani.mp3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