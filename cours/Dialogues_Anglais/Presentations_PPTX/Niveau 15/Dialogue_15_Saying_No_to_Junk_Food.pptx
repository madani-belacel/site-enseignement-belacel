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Saying No to Junk Food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No to Junk Food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Junk food is easy and tasty, but it is not good for our body.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لكنه غير جيد لجسمنا،الطعام غير الصحي سهل ولذيذ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Dialogue_15_Saying_No_to_Junk_Food/01_Madani.mp3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No to Junk Food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choose fruits and yogurt instead of chips and candy most days.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.الفواكه والزبادي بدلا من الشيبس والحلويات معظم الأيام سأختار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Dialogue_15_Saying_No_to_Junk_Food/02_Oussama.mp3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No to Junk Food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Too much junk food can make us tired and affect our concentration.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.غير الصحي يمكن أن تجعلنا متعبين وتؤثر على تركيزنا كثرة الطعام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Dialogue_15_Saying_No_to_Junk_Food/03_Islem.mp3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No to Junk Food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still eat sweets sometimes?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أكل الحلويات أحيانا؟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Dialogue_15_Saying_No_to_Junk_Food/04_Anes.mp3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No to Junk Food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in small amounts and not every day. Balance is the key.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التوازن هو المفتاح.لكن بكميات صغيرة وليس كل يوم 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Dialogue_15_Saying_No_to_Junk_Food/05_Madani.mp3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No to Junk Food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Healthy food gives real energy. Junk food gives only short pleasure.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الطعام غير الصحي يعطي متعة قصيرة فقط.طاقة حقيقية الطعام الصحي يعطي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Dialogue_15_Saying_No_to_Junk_Food/06_Oussama.mp3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No to Junk Food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read the labels on food packages when I 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.سأقرأ الملصقات على عبوات الطعام عندما أستطيع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Dialogue_15_Saying_No_to_Junk_Food/07_Islem.mp3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Saying No to Junk Food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Smart food choices protect our health for many years.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.اختيارات الطعام الذكية تحمي صحتنا لسنوات كثيرة 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Dialogue_15_Saying_No_to_Junk_Food/08_Madani.mp3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