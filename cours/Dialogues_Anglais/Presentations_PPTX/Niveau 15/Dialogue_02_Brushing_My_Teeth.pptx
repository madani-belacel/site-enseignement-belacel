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Brushing My Teeth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Brushing My Teeth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Did you brush your teeth this morning and evening?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نظفت أسنانك هذا الصباح والمساء؟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Dialogue_2_Brushing_My_Teeth/01_Madani.mp3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Brushing My Teeth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Dad. I brush them for two minutes every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أنظفها لمدة دقيقتين في كل مرة.نعم يا 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Dialogue_2_Brushing_My_Teeth/02_Oussama.mp3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Brushing My Teeth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Brushing protects our teeth from pain and cavities.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.التنظيف يحمي أسناننا من الألم والتسوس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Dialogue_2_Brushing_My_Teeth/03_Islem.mp3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Brushing My Teeth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sometimes forget at night. Can you remind me?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يمكنك تذكيري؟.أنسى أحيانا في الليل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Dialogue_2_Brushing_My_Teeth/04_Anes.mp3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Brushing My Teeth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A healthy smile starts with clean teeth.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الابتسامة الصحية تبدأ بأسنان نظيفة.بالطبع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Dialogue_2_Brushing_My_Teeth/05_Madani.mp3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Brushing My Teeth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also use dental floss carefully after brushing.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.أستخدم أيضا خيط الأسنان بعناية بعد التنظيف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Dialogue_2_Brushing_My_Teeth/06_Oussama.mp3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Brushing My Teeth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Visiting the dentist regularly helps keep our teeth strong.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.زيارة طبيب الأسنان بانتظام تساعد على إبقاء أسناننا قوية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Dialogue_2_Brushing_My_Teeth/07_Islem.mp3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Brushing My Teeth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Good dental habits are a gift we give to our future selves.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.عادات الأسنان الجيدة هدية نقدمها لأنفسنا في المستقبل 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Dialogue_2_Brushing_My_Teeth/08_Madani.mp3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