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Visiting the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my throat hurts and I feel a little tired.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حلقي يؤلمني وأشعر بقليل من التعب،أبي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Come here, my son. Let me check your forehead.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دعني أتحقق من جبهتك.تعال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have a slight fever. We will visit the doctor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سنزور الطبيب اليوم.عندك حمى خفيفة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scared of the doctor.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خائف قليلا من الطبيب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doctor is our friend. He helps us feel better and stay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يساعدنا لنشعر بتحسن ونبقى بصحة جيدة.صديقنا الطبيب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come with you to support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.سأذهب معكم لدعم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to take your health card and the list of any medicines.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 أن تأخذ بطاقة الصحة وقائمة أي أدوية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Visiting the Doctor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Taking care of our health is a great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بصحتنا مسؤولية عظيمة.شكرا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Dialogue_1_Visiting_the_Doctor/08_Madani.mp3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