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Listening to Our Body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body sends us signals when something is wrong.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.جسمنا يرسل لنا إشارات عندما يكون هناك شيء خاطئ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 feel very tired, I will rest instead of forcing myself.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سأستريح بدلا من إجبار نفسي،إذا شعرت بتعب شديد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Pain is a signal. We should not ignore strong or lasting pain.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ألا نتجاهل الألم القوي أو المستمر.الألم إشارة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feel dizzy or very weak?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شعرت بالدوار أو الضعف الشديد؟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Tell me immediately and sit or lie down in a safe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.أخبرني فورا واجلس أو استلق في مكان آمن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Listening to the body helps us prevent bigger health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.الاستماع إلى الجسم يساعدنا على منع مشاكل صحية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Rest, water, and honest communication with parents are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.الراحة والماء والتواصل الصادق مع الوالدين 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Listening to Our Body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wise person respects the signals of his own body.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الشخص الحكيم يحترم إشارات جسمه.نعم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Dialogue_17_Listening_to_Our_Body/08_Madani.mp3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