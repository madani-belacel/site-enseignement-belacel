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17 — Listening to Our Body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17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Listening to Our Body  |  📖 Niveau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Our body sends us signals when something is wrong.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.جسمنا يرسل لنا إشارات عندما يكون هناك شيء خاطئ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Dialogue_17_Listening_to_Our_Body/01_Madani.mp3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Listening to Our Body  |  📖 Niveau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If I feel very tired, I will rest instead of forcing myself.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سأستريح بدلا من إجبار نفسي،إذا شعرت بتعب شديد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Dialogue_17_Listening_to_Our_Body/02_Oussama.mp3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Listening to Our Body  |  📖 Niveau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Pain is a signal. We should not ignore strong or lasting pain.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يجب ألا نتجاهل الألم القوي أو المستمر.الألم إشارة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Dialogue_17_Listening_to_Our_Body/03_Islem.mp3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Listening to Our Body  |  📖 Niveau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should I do if I feel dizzy or very weak?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ماذا يجب أن أفعل إذا شعرت بالدوار أو الضعف الشديد؟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Dialogue_17_Listening_to_Our_Body/04_Anes.mp3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Listening to Our Body  |  📖 Niveau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Tell me immediately and sit or lie down in a safe place.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.أخبرني فورا واجلس أو استلق في مكان آمن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Dialogue_17_Listening_to_Our_Body/05_Madani.mp3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Listening to Our Body  |  📖 Niveau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Listening to the body helps us prevent bigger health problems.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.الاستماع إلى الجسم يساعدنا على منع مشاكل صحية أكبر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Dialogue_17_Listening_to_Our_Body/06_Oussama.mp3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Listening to Our Body  |  📖 Niveau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Rest, water, and honest communication with parents are important.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.الراحة والماء والتواصل الصادق مع الوالدين مهمة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Dialogue_17_Listening_to_Our_Body/07_Islem.mp3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Listening to Our Body  |  📖 Niveau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A wise person respects the signals of his own body.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الشخص الحكيم يحترم إشارات جسمه.نعم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Dialogue_17_Listening_to_Our_Body/08_Madani.mp3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