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Exercise Every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Exercise Every Day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Moving our body every day is essential for good health.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.تحريك جسمنا كل يوم ضروري للصحة الجيدة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Dialogue_14_Exercise_Every_Day/01_Madani.mp3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Exercise Every Day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walk, run, or play sports for at least thirty minutes.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.أو أجري أو ألعب رياضة لمدة ثلاثين دقيقة على الأقل سأمشي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Dialogue_14_Exercise_Every_Day/02_Oussama.mp3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Exercise Every Day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Exercise makes my heart stronger and my mood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.التمارين تجعل قلبي أقوى ومزاجي 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Dialogue_14_Exercise_Every_Day/03_Islem.mp3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Exercise Every Day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exercise together as a family sometimes?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ممارسة الرياضة معا كعائلة أحيانا؟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Dialogue_14_Exercise_Every_Day/04_Anes.mp3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Exercise Every Day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Family walks or games in the park are excellent.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المشي العائلي أو الألعاب في الحديقة ممتازة.بالطبع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Dialogue_14_Exercise_Every_Day/05_Madani.mp3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Exercise Every Day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more energetic and focused after exercise.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.أشعر بمزيد من الطاقة والتركيز بعد التمرين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Dialogue_14_Exercise_Every_Day/06_Oussama.mp3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Exercise Every Day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Even simple stretching in the morning helps the body wake 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.التمدد البسيط في الصباح يساعد الجسم على الاستيقاظ حتى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Dialogue_14_Exercise_Every_Day/07_Islem.mp3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Exercise Every Day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body that moves regularly stays healthier longer.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.الجسم الذي يتحرك بانتظام يبقى أكثر صحة لفترة أطول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Dialogue_14_Exercise_Every_Day/08_Madani.mp3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