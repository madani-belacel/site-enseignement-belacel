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Taking Care of Our Skin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Taking Care of Our Skin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Our skin protects our body. We should take care of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نعتني بها.بشرتنا تحمي جسمنا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Dialogue_16_Taking_Care_of_Our_Skin/01_Madani.mp3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Taking Care of Our Skin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wash my face gently and use a clean towel.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.أغسل وجهي بلطف وأستخدم منشفة نظيفة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Dialogue_16_Taking_Care_of_Our_Skin/02_Oussama.mp3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Taking Care of Our Skin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hot weather I use sunscreen when we go outside for a long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.الحار أستخدم واقي الشمس عندما نخرج لفترة طويلة في الطقس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Dialogue_16_Taking_Care_of_Our_Skin/03_Islem.mp3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Taking Care of Our Skin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do if my skin feels dry?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 إذا شعرت بشرتي بالجفاف؟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Dialogue_16_Taking_Care_of_Our_Skin/04_Anes.mp3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Taking Care of Our Skin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Use a simple moisturizer and drink enough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.استخدم مرطبا بسيطا واشرب ماء كافيا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Dialogue_16_Taking_Care_of_Our_Skin/05_Madani.mp3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Taking Care of Our Skin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scratch insect bites too hard. It can damage the skin.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 أن تؤذي الجلد.أخدش لسعات الحشرات بقوة كبيرة لن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Dialogue_16_Taking_Care_of_Our_Skin/06_Oussama.mp3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Taking Care of Our Skin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Clean skin helps us feel fresh and confident.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.البشرة النظيفة تساعدنا على الشعور بالانتعاش والثقة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Dialogue_16_Taking_Care_of_Our_Skin/07_Islem.mp3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Taking Care of Our Skin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Taking care of the body includes taking care of the skin.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العناية بالجسم تشمل العناية بالبشرة.نعم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Dialogue_16_Taking_Care_of_Our_Skin/08_Madani.mp3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