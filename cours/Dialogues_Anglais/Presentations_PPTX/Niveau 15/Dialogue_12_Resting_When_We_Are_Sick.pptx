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12 — Resting When We Are Sick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Resting When We Are Sick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we are sick, the body needs rest to get better.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يحتاج الجسم إلى الراحة ليتحسن،عندما نكون مرضى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Dialogue_12_Resting_When_We_Are_Sick/01_Madani.mp3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Resting When We Are Sick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stay in bed and drink warm liquids if I have a cold.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.سأبقى في السرير وأشرب سوائل دافئة إذا كان لدي زكام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Dialogue_12_Resting_When_We_Are_Sick/02_Oussama.mp3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Resting When We Are Sick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Resting is not laziness when we are ill. It is part of the treatment.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هي جزء من العلاج.الراحة ليست كسلا عندما نكون مرضى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Dialogue_12_Resting_When_We_Are_Sick/03_Islem.mp3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Resting When We Are Sick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watch a quiet cartoon while I rest?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مشاهدة رسوم متحركة هادئة أثناء راحتي؟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Dialogue_12_Resting_When_We_Are_Sick/04_Anes.mp3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Resting When We Are Sick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keep the volume low and do not strain your eyes.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أبق الصوت منخفضا ولا تجهد عينيك،نعم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Dialogue_12_Resting_When_We_Are_Sick/05_Madani.mp3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Resting When We Are Sick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tell you if I feel worse so we can call the doctor.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.إذا شعرت بأسوأ حتى نتمكن من الاتصال بالطبيب سأخبرك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Dialogue_12_Resting_When_We_Are_Sick/06_Oussama.mp3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Resting When We Are Sick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Listening to the body and resting when needed is a sign of wisdom.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.الاستماع إلى الجسم والراحة عند الحاجة علامة على الحكمة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Dialogue_12_Resting_When_We_Are_Sick/07_Islem.mp3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Resting When We Are Sick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Health is a trust. We must take care of it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نعتني بها بعناية. الصحة أمانة.نعم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Dialogue_12_Resting_When_We_Are_Sick/08_Madani.mp3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