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The Importance of Fresh 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air is essential for a healthy body and a clear mind.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.الهواء النقي ضروري لجسم صحي وعقل صاف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opening the windows in the morning to let clean air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.فتح النوافذ في الصباح للسماح بدخول الهواء النظيف أحب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Walking outside every day gives us oxygen and sunlight.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.المشي في الخارج كل يوم يعطينا الأكسجين وضوء الشمس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go to the park after school to breathe fresh air?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يمكننا الذهاب إلى الحديقة بعد المدرسة للتنفس هواء نقي؟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Nature is the best place to refresh the body and the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الطبيعة أفضل مكان لتنشيط الجسم والقلب.نعم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Staying indoors all day makes me feel less energetic.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.البقاء في الداخل طوال اليوم يجعلني أشعر بطاقة أقل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air also helps us sleep more deeply at night.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.الهواء النقي يساعدنا أيضا على النوم بشكل أعمق في الليل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Importance of Fresh Air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Allah created clean air as a free and powerful medicine.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خلق الله الهواء النظيف كدواء مجاني وقوي.نعم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Dialogue_19_The_Importance_of_Fresh_Air/08_Madani.mp3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