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Washing Hands Before 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Before Eating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every meal, what should we always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نفعل دائما؟،قبل كل وجبة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Dialogue_11_Washing_Hands_Before_Eating/01_Madani.mp3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Before Eating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wash our hands with soap and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نغسل أيدينا بالصابون والماء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Dialogue_11_Washing_Hands_Before_Eating/02_Oussama.mp3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Before Eating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 hands protect us from germs that can make us sick.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.الأيدي النظيفة تحمينا من الجراثيم التي يمكن أن تمرضنا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Dialogue_11_Washing_Hands_Before_Eating/03_Islem.mp3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Before Eating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washed my hands already. Can I start eating?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البدء في الأكل؟.لقد غسلت يدي بالفعل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Dialogue_11_Washing_Hands_Before_Eating/04_Anes.mp3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Before Eating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Now say Bismillah and enjoy your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الآن قل بسم الله واستمتع بطعامك.نعم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Dialogue_11_Washing_Hands_Before_Eating/05_Madani.mp3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Before Eating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wash my hands after coming back from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يدي أيضا بعد العودة من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Dialogue_11_Washing_Hands_Before_Eating/06_Oussama.mp3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Before Eating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hygiene habits protect the whole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.عادات النظافة الجيدة تحمي العائلة كلها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Dialogue_11_Washing_Hands_Before_Eating/07_Islem.mp3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Hands Before Eating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Cleanliness is half of faith and a key to good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النظافة نصف الإيمان ومفتاح للصحة الجيدة.نعم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Dialogue_11_Washing_Hands_Before_Eating/08_Madani.mp3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