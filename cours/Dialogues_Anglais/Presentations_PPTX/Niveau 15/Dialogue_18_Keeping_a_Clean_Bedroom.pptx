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18 — Keeping a Clean Bedroom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📖 Niveau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18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18 — Keeping a Clean Bedroom  |  📖 Niveau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A clean bedroom helps us sleep better and stay healthier.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.النظيفة تساعدنا على النوم بشكل أفضل والبقاء أكثر صحة غرفة النوم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Dialogue_18_Keeping_a_Clean_Bedroom/01_Madani.mp3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18 — Keeping a Clean Bedroom  |  📖 Niveau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will make my bed every morning and put dirty clothes in the basket.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.سريري كل صباح وأضع الملابس المتسخة في السلة سأرتب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Dialogue_18_Keeping_a_Clean_Bedroom/02_Oussama.mp3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18 — Keeping a Clean Bedroom  |  📖 Niveau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Opening the window for fresh air is also good for the room.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.فتح النافذة للهواء النقي جيد أيضا للغرفة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Dialogue_18_Keeping_a_Clean_Bedroom/03_Islem.mp3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18 — Keeping a Clean Bedroom  |  📖 Niveau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Can I help dust the shelves and organize my toys?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يمكنني المساعدة في إزالة الغبار عن الرفوف وتنظيم ألعابي؟ هل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Dialogue_18_Keeping_a_Clean_Bedroom/04_Anes.mp3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18 — Keeping a Clean Bedroom  |  📖 Niveau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Yes. A tidy room makes the mind feel calmer too.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الغرفة المرتبة تجعل العقل يشعر بالهدوء أيضا.نعم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Dialogue_18_Keeping_a_Clean_Bedroom/05_Madani.mp3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18 — Keeping a Clean Bedroom  |  📖 Niveau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will not leave food or dirty plates in the bedroom.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.لن أترك طعاما أو صحونا متسخة في غرفة النوم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Dialogue_18_Keeping_a_Clean_Bedroom/06_Oussama.mp3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18 — Keeping a Clean Bedroom  |  📖 Niveau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Clean spaces reduce dust and help people with allergies.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.تقلل الغبار وتساعد الأشخاص الذين يعانون من الحساسية الأماكن النظيفة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Dialogue_18_Keeping_a_Clean_Bedroom/07_Islem.mp3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18 — Keeping a Clean Bedroom  |  📖 Niveau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Yes. Cleanliness of the home supports cleanliness of the body and soul.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نظافة البيت تدعم نظافة الجسم والروح.نعم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Dialogue_18_Keeping_a_Clean_Bedroom/08_Madani.mp3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