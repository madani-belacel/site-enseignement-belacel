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Fruits Make Us Strong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Fruits Make Us Strong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Eating fruits every day makes our body stronger and healthier.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.أكل الفواكه كل يوم يجعل جسمنا أقوى وأكثر صحة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Dialogue_10_Fruits_Make_Us_Strong/01_Madani.mp3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Fruits Make Us Strong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apples, bananas, and oranges. They are full of vitamins.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مليئة بالفيتامينات.أحب التفاح والموز والبرتقال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Dialogue_10_Fruits_Make_Us_Strong/02_Oussama.mp3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Fruits Make Us Strong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Fruits give us natural energy without too much sugar.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.الفواكه تعطينا طاقة طبيعية بدون الكثير من السكر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Dialogue_10_Fruits_Make_Us_Strong/03_Islem.mp3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Fruits Make Us Strong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take an apple with me to school every 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أخذ تفاحة معي إلى المدرسة كل يوم؟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Dialogue_10_Fruits_Make_Us_Strong/04_Anes.mp3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Fruits Make Us Strong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piece of fruit is a perfect healthy snack.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قطعة فاكهة وجبة خفيفة صحية مثالية.نعم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Dialogue_10_Fruits_Make_Us_Strong/05_Madani.mp3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Fruits Make Us Strong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fruit instead of too many sweets and chips.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الفاكهة بدلا من كثرة الحلويات والشيبس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Dialogue_10_Fruits_Make_Us_Strong/06_Oussama.mp3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Fruits Make Us Strong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Different colors of fruits give us different benefits.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.ألوان الفواكه المختلفة تعطينا فوائد مختلفة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Dialogue_10_Fruits_Make_Us_Strong/07_Islem.mp3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Fruits Make Us Strong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Nature provides us with delicious and powerful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الطبيعة توفر لنا طعاما لذيذا وقويا.نعم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Dialogue_10_Fruits_Make_Us_Strong/08_Madani.mp3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