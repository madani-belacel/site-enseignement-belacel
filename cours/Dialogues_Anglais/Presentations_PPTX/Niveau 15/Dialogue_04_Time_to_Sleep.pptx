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Time to Sleep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Time to Sleep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time to sleep. A good night’s rest is very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الراحة الليلية الجيدة مهمة جدا.حان وقت النوم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Dialogue_4_Time_to_Sleep/01_Madani.mp3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Time to Sleep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my phone away and prepare my bed.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هاتفي جانبا وأجهز سريري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Dialogue_4_Time_to_Sleep/02_Oussama.mp3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Time to Sleep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Sleeping early helps me wake up fresh and ready for school.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.مبكرا يساعدني على الاستيقاظ نشيطا ومستعدا للمدرسة النوم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Dialogue_4_Time_to_Sleep/03_Islem.mp3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Time to Sleep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read a short story before I close my eyes?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قراءة قصة قصيرة قبل أن أغمض عيني؟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Dialogue_4_Time_to_Sleep/04_Anes.mp3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Time to Sleep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for ten minutes. Then lights 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ثم إطفاء الأنوار. لكن لمدة عشر دقائق فقط،نعم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Dialogue_4_Time_to_Sleep/05_Madani.mp3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Time to Sleep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calm when the room is quiet and dark.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بالهدوء عندما تكون الغرفة هادئة ومظلمة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Dialogue_4_Time_to_Sleep/06_Oussama.mp3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Time to Sleep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Enough sleep makes my body and mind stronger.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.النوم الكافي يجعل جسمي وعقلي أقوى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Dialogue_4_Time_to_Sleep/07_Islem.mp3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Time to Sleep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Sleep is a mercy from Allah. Use it wisely.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استخدموها بحكمة. النوم رحمة من الله.نعم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Dialogue_4_Time_to_Sleep/08_Madani.mp3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