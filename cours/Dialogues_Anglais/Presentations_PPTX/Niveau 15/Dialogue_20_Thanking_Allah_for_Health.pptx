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20 — Thanking Allah for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20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Health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Health is one of the greatest blessings from Allah.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.الصحة من أعظم النعم من الله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Dialogue_20_Thanking_Allah_for_Health/01_Madani.mp3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Health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say Alhamdulillah every day for being able to run, play, and study.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.الحمد لله كل يوم لأنني قادر على الجري واللعب والدراسة أقول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Dialogue_20_Thanking_Allah_for_Health/02_Oussama.mp3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Health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Many people are sick or weak. We should never take health for granted.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يجب ألا نأخذ الصحة كأمر مسلم به أبدا.مرضى أو ضعفاء كثير من الناس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Dialogue_20_Thanking_Allah_for_Health/03_Islem.mp3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Health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we show gratitude for our health?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يمكننا إظهار الامتنان لصحتنا؟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Dialogue_20_Thanking_Allah_for_Health/04_Anes.mp3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Health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By taking care of our body, helping the sick, and using our strength for good.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واستخدام قوتنا للخير، ومساعدة المرضى،بالعناية بجسمنا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Dialogue_20_Thanking_Allah_for_Health/05_Madani.mp3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Health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try to protect my health so I can serve my family and community.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.حماية صحتي حتى أتمكن من خدمة عائلتي ومجتمعي سأحاول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Dialogue_20_Thanking_Allah_for_Health/06_Oussama.mp3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Health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healthy body is a tool for worship and useful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.الجسم الصحي أداة للعبادة والعمل المفيد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Dialogue_20_Thanking_Allah_for_Health/07_Islem.mp3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20 — Thanking Allah for Health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May Allah preserve our health and help us use it in the best way.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.حفظ الله صحتنا وأعاننا على استخدامها بأفضل طريقة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Dialogue_20_Thanking_Allah_for_Health/08_Madani.mp3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