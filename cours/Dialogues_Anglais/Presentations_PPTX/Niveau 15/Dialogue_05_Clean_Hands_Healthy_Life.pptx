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Clean Hands, Healthy Life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Washing hands is one of the simplest ways to stay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.غسل اليدين من أبسط الطرق للبقاء بصحة جيدة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wash my hands before eating and after coming home.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.أغسل يدي قبل الأكل وبعد العودة إلى البيت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Clean hands protect us from many germs and illnesses.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.الأيدي النظيفة تحمينا من كثير من الجراثيم والأمراض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long should I wash my hands?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كم من الوقت يجب أن أغسل يدي؟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About twenty seconds with soap and water. Count slowly.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عد ببطء.حوالي عشرين ثانية بالصابون والماء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also wash my hands after playing outside or touching animals.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.أغسل يدي أيضا بعد اللعب في الخارج أو لمس الحيوانات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hygiene is part of taking care of the body Allah gave us.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.الشخصية جزء من العناية بالجسم الذي أعطانا إياه الله النظافة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Clean Hands, Healthy Life  |  📖 Niveau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Small clean habits protect us from big problems.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العادات النظيفة الصغيرة تحمينا من المشاكل الكبيرة.نعم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Dialogue_5_Clean_Hands_Healthy_Life/08_Madani.mp3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