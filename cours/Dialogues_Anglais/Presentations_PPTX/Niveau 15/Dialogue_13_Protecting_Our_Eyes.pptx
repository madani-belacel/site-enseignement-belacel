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13 — Protecting Our Eyes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Protecting Our Eyes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Our eyes are precious. We must protect them every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أن نحميها كل يوم.أعيننا ثمينة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Dialogue_13_Protecting_Our_Eyes/01_Madani.mp3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Protecting Our Eyes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not sit too close to the television or the computer screen.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.لن أجلس قريبا جدا من التلفاز أو شاشة الحاسوب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Dialogue_13_Protecting_Our_Eyes/02_Oussama.mp3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Protecting Our Eyes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Taking breaks from screens helps my eyes rest and stay strong.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.من الشاشات يساعد عيني على الراحة والبقاء قوية أخذ استراحات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Dialogue_13_Protecting_Our_Eyes/03_Islem.mp3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Protecting Our Eyes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should I do if my eyes feel tired?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يجب أن أفعل إذا شعرت عيناي بالتعب؟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Dialogue_13_Protecting_Our_Eyes/04_Anes.mp3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Protecting Our Eyes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Look away from the screen, blink often, and rest in natural light.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واسترح في الضوء الطبيعي، ارمش كثيرا،عن الشاشة انظر بعيدا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Dialogue_13_Protecting_Our_Eyes/05_Madani.mp3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Protecting Our Eyes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never look directly at the sun. It can damage the eyes.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يمكن أن تؤذي العينين.لن أنظر أبدا مباشرة إلى الشمس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Dialogue_13_Protecting_Our_Eyes/06_Oussama.mp3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Protecting Our Eyes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Wearing sunglasses on very bright days can also help.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.الشمسية في الأيام شديدة السطوع يمكن أن يساعد أيضا ارتداء النظارات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Dialogue_13_Protecting_Our_Eyes/07_Islem.mp3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Protecting Our Eyes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Healthy eyes allow us to see the beauty of Allah’s creation.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الأعين الصحية تسمح لنا برؤية جمال خلق الله.نعم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Dialogue_13_Protecting_Our_Eyes/08_Madani.mp3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