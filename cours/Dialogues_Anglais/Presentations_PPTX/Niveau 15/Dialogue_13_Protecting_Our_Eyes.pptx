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Protecting Our Eyes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eyes are precious. We must protect them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نحميها كل يوم.أعيننا ثمينة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sit too close to the television or the computer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أجلس قريبا جدا من التلفاز أو شاشة الحاسوب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breaks from screens helps my eyes rest and stay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الشاشات يساعد عيني على الراحة والبقاء قوية أخذ استراحات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my eyes feel tired?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شعرت عيناي بالتعب؟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away from the screen, blink often, and rest in natural light.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واسترح في الضوء الطبيعي، ارمش كثيرا،عن الشاشة انظر بعيدا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never look directly at the sun. It can damage the eyes.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 أن تؤذي العينين.لن أنظر أبدا مباشرة إلى الشمس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Wearing sunglasses on very bright days can also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.الشمسية في الأيام شديدة السطوع يمكن أن يساعد أيضا ارتداء النظارات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Protecting Our Eyes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Healthy eyes allow us to see the beauty of Allah’s creation.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الأعين الصحية تسمح لنا برؤية جمال خلق الله.نعم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Dialogue_13_Protecting_Our_Eyes/08_Madani.mp3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