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Healthy Food and 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Healthy Food and Sport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Healthy food and regular sport keep our body strong and active.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.والرياضة المنتظمة يحافظان على قوة جسمنا ونشاطه الطعام الصحي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Dialogue_3_Healthy_Food_and_Sport/01_Madani.mp3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Healthy Food and Sport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try to eat fruits, vegetables, and drink milk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.أحاول أكل الفواكه والخضروات وشرب الحليب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Dialogue_3_Healthy_Food_and_Sport/02_Oussama.mp3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Healthy Food and Sport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Playing football and running help my heart and muscles.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.لعب كرة القدم والجري يساعدان قلبي وعضلاتي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Dialogue_3_Healthy_Food_and_Sport/03_Islem.mp3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Healthy Food and Sport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healthy food more when we cook it together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الطعام الصحي أكثر عندما نطبخه معا في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Dialogue_3_Healthy_Food_and_Sport/04_Anes.mp3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Healthy Food and Sport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Home-cooked meals are often healthier than fast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البيت غالبا ما تكون أكثر صحة من الوجبات السريعة الوجبات المطبوخة.بالضبط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Dialogue_3_Healthy_Food_and_Sport/05_Madani.mp3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Healthy Food and Sport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Sport also makes me sleep better and feel happier.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.الرياضة تجعلني أيضا أنام بشكل أفضل وأشعر بسعادة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Dialogue_3_Healthy_Food_and_Sport/06_Oussama.mp3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Healthy Food and Sport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strong body helps us study better and enjoy life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.يساعدنا على الدراسة بشكل أفضل والاستمتاع بالحياة أكثر الجسم القوي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Dialogue_3_Healthy_Food_and_Sport/07_Islem.mp3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Healthy Food and Sport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Health is a great blessing. We must protect it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نحميها كل يوم. الصحة نعمة عظيمة.نعم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Dialogue_3_Healthy_Food_and_Sport/08_Madani.mp3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