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A Healthy Breakfast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Healthy Breakfast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Breakfast is the most important meal of the day. Eat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كلوا جيدا.الفطور هو أهم وجبة في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Dialogue_8_A_Healthy_Breakfast/01_Madani.mp3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Healthy Breakfast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have bread with cheese, an egg, and a glass of milk.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.سأتناول خبزا مع جبن وبيضة وكوبا من الحليب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Dialogue_8_A_Healthy_Breakfast/02_Oussama.mp3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Healthy Breakfast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breakfast gives us energy for school and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.الفطور الجيد يعطينا الطاقة للمدرسة واللعب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Dialogue_8_A_Healthy_Breakfast/03_Islem.mp3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Healthy Breakfast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a banana and some honey on my bread?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الحصول على موزة وبعض العسل على خبزي؟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Dialogue_8_A_Healthy_Breakfast/04_Anes.mp3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Healthy Breakfast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Fruits and natural sweets are better than chocolate in the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.والحلويات الطبيعية أفضل من الشوكولاتة في الصباح الفواكه.نعم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Dialogue_8_A_Healthy_Breakfast/05_Madani.mp3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Healthy Breakfast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never skip breakfast. It helps me concentrate in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يساعدني على التركيز في الصف.لا أتخطى الفطور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Dialogue_8_A_Healthy_Breakfast/06_Oussama.mp3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Healthy Breakfast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Eating slowly and calmly makes the meal more beneficial.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.الأكل ببطء وهدوء يجعل الوجبة أكثر فائدة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Dialogue_8_A_Healthy_Breakfast/07_Islem.mp3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Healthy Breakfast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Start every day with a healthy and grateful breakfast.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ابدأوا كل يوم بفطور صحي وشاكر.نعم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Dialogue_8_A_Healthy_Breakfast/08_Madani.mp3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