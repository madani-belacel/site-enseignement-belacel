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Drinking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 drink enough water during the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تشربون ماء كافيا خلال اليوم؟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to drink water many times, especially after playing.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خاصة بعد اللعب،أحاول شرب الماء عدة مرات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Water is the best drink for the body. Better than juice or soda.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أفضل من العصير أو المشروبات الغازية.مشروب للجسم الماء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forget. Can you remind me,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تذكيري يا أبي؟.أنسى أحيانا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Drinking water keeps us healthy and full of energy.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شرب الماء يحافظ على صحتنا ومليئين بالطاقة.بالطبع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drink water even when we are not very thirsty.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نشرب الماء حتى عندما لا نكون عطشانين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glass of water in the morning is a good healthy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.كوب من الماء في الصباح عادة صحية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Drinking Water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Water is a simple but powerful blessing from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الماء نعمة بسيطة لكنها قوية من الله.نعم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Dialogue_7_Drinking_Water/08_Madani.mp3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