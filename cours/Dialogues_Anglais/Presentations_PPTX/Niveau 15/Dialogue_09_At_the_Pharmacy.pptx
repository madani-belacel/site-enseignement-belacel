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At the Pharmacy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buy some medicine from the pharmacy.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شراء بعض الدواء من الصيدلية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for Anes because he had a fever?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هو لأنس لأنه كان مصابا بالحمى؟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doctor gave us a prescription.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أعطانا الطبيب وصفة طبية.نعم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wait quietly while you speak to the pharmacist.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.سأنتظر بهدوء بينما تتحدث مع الصيدلي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 medicine make me better soon?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سيجعلني الدواء أشعر بتحسن قريبا؟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you take it correctly and rest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إذا تناولته بشكل صحيح واسترحت جيدا،نعم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keep medicine in a safe place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نحفظ الدواء في مكان آمن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Pharmacy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Never take medicine without an adult’s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تأخذوا الدواء أبدا بدون نصيحة شخص بالغ.بالضبط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Dialogue_9_At_the_Pharmacy/08_Madani.mp3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