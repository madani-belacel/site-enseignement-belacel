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Ramadan is Coming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Ramadan is Coming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Ramadan is coming soon. Are you happy, boys?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سعداء يا أولاد؟.رمضان قادم قريبا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Dialogue_1_Ramadan_is_Coming/01_Madani.mp3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Ramadan is Coming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Dad! Ramadan is a special month full of blessings.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 يا أبي! رمضان شهر خاص مليء بالبركات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Dialogue_1_Ramadan_is_Coming/02_Oussama.mp3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Ramadan is Coming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fast, pray more, and read the Quran.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ونقرأ القرآن، ونصلي أكثر،سنصوم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Dialogue_1_Ramadan_is_Coming/03_Islem.mp3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Ramadan is Coming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fast as much as I can this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الصيام بقدر ما أستطيع هذا العام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Dialogue_1_Ramadan_is_Coming/04_Anes.mp3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Ramadan is Coming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Ramadan teaches us patience, self-control, and kindness.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.رمضان يعلمنا الصبر وضبط النفس واللطف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Dialogue_1_Ramadan_is_Coming/05_Madani.mp3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Ramadan is Coming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peaceful feeling of Ramadan evenings.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الشعور الهادئ لأمسيات رمضان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Dialogue_1_Ramadan_is_Coming/06_Oussama.mp3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Ramadan is Coming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prepare our hearts and clean our intentions.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نعد قلوبنا وننظف نياتنا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Dialogue_1_Ramadan_is_Coming/07_Islem.mp3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Ramadan is Coming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May Allah allow us to reach Ramadan and benefit from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بلغنا الله رمضان وأنفعنا به.نعم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Dialogue_1_Ramadan_is_Coming/08_Madani.mp3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