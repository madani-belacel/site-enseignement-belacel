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Making Dua at Iftar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Making Dua at Iftar Time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time of iftar is a special time when duas are accepted.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.وقت الإفطار وقت خاص تستجاب فيه الدعوات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Dialogue_14_Making_Dua_at_Iftar_Time/01_Madani.mp3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Making Dua at Iftar Time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make dua for my family, my friends, and all Muslims.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.سأدعو لعائلتي وأصدقائي وجميع المسلمين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Dialogue_14_Making_Dua_at_Iftar_Time/02_Oussama.mp3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Making Dua at Iftar Time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ask Allah to accept our fasting and forgive our mistakes.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.سأسأل الله أن يتقبل صيامنا ويغفر أخطاءنا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Dialogue_14_Making_Dua_at_Iftar_Time/03_Islem.mp3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Making Dua at Iftar Time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make dua for a new bicycle?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الدعاء من أجل دراجة جديدة؟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Dialogue_14_Making_Dua_at_Iftar_Time/04_Anes.mp3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Making Dua at Iftar Time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can ask for good things, but also remember the needs of 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تذكر أيضا حاجات الآخرين،طلب الأشياء الجيدة يمكنك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Dialogue_14_Making_Dua_at_Iftar_Time/05_Madani.mp3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Making Dua at Iftar Time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sincere dua from a fasting person is very powerful.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.الدعاء الصادق من صائم قوي جدا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Dialogue_14_Making_Dua_at_Iftar_Time/06_Oussama.mp3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Making Dua at Iftar Time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make dua before I start eating.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.سأدعو قبل أن أبدأ الأكل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Dialogue_14_Making_Dua_at_Iftar_Time/07_Islem.mp3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Making Dua at Iftar Time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Never miss the opportunity to speak to Allah at iftar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لا تفوتوا فرصة التحدث إلى الله في وقت الإفطار.نعم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Dialogue_14_Making_Dua_at_Iftar_Time/08_Madani.mp3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