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The Intention to Fast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Intention to Fast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Before the fast begins, we must make the intention in our hearts.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ننوي في قلوبنا،قبل بدء الصيام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Dialogue_11_The_Intention_to_Fast/01_Madani.mp3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Intention to Fast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intend to fast tomorrow for the sake of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.أنوي أن أصوم غدا لوجه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Dialogue_11_The_Intention_to_Fast/02_Oussama.mp3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Intention to Fast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intention does not need to be spoken out loud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.النية لا تحتاج إلى أن تقال بصوت عال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Dialogue_11_The_Intention_to_Fast/03_Islem.mp3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Intention to Fast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I forget to make the intention?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نسيت أن أنوي؟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Dialogue_11_The_Intention_to_Fast/04_Anes.mp3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Intention to Fast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you woke up for suhoor intending to fast, that is enough.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فهذا كاف،إذا استيقظت للسحور ناويا الصيام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Dialogue_11_The_Intention_to_Fast/05_Madani.mp3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Intention to Fast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pure intention makes the fast more meaningful.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.النية الخالصة تجعل الصيام أكثر معنى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Dialogue_11_The_Intention_to_Fast/06_Oussama.mp3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Intention to Fast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fast for Allah alone, not to show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وليس لنظهر للناس،نصوم لله وحده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Dialogue_11_The_Intention_to_Fast/07_Islem.mp3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The Intention to Fast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Allah looks at the hearts and the sincerity of our 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الله ينظر إلى القلوب وإخلاص أعمالنا.نعم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Dialogue_11_The_Intention_to_Fast/08_Madani.mp3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