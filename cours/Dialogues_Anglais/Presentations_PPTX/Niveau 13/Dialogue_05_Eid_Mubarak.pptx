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Eid Mubarak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Eid Mubarak, my sons! May Allah accept our fasting and prayers.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.عيد مبارك يا أبنائي! تقبل الله صيامنا وصلاتنا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Eid Mubarak, Dad! I am so happy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.عيد مبارك يا أبي! أنا سعيد جدا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wear our best clothes and visit our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.سنرتدي أفضل ملابسنا ونزور عائلتنا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say Eid Mubarak to everyone we meet?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قول عيد مبارك لكل من نلتقي به؟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Spreading happiness is part of the joy of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نشر السعادة جزء من فرحة العيد.نعم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give some of my Eid money to charity.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.سأعطي بعضا من مصروف العيد للصدقة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Eid is a time for forgiveness, love, and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.العيد وقت للمغفرة والمحبة والامتنان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Eid Mubarak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this Eid bring peace and blessings to all of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جعل هذا العيد يجلب السلام والبركات لنا جميعا.نعم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Dialogue_5_Eid_Mubarak/08_Madani.mp3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