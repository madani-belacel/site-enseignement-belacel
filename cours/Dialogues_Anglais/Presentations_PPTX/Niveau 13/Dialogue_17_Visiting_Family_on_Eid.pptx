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Visiting Family on 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Eid prayer we will visit our family members.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صلاة العيد سنزور أفراد عائلتنا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going from house to house and saying Eid Mubarak.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الذهاب من بيت إلى بيت وقول عيد مبارك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Visiting family increases love and strengthens family 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.زيارة العائلة تزيد المحبة وتقوي الروابط العائلية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Will we receive some sweets and gifts?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سنتلقى بعض الحلويات والهدايا؟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Perhaps. But the real joy is in seeing the faces of our loved 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الفرحة الحقيقية في رؤية وجوه أحبائنا.ربما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kiss the hands of my grandparents and ask for their dua.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.سأقبل أيدي أجدادي وأطلب دعاءهم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Spending time with family on Eid is more valuable than any gift.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.قضاء الوقت مع العائلة في العيد أغلى من أي هدية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Visiting Family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united family is one of the greatest blessings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العائلة المتحدة من أعظم بركات العيد.نعم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Dialogue_17_Visiting_Family_on_Eid/08_Madani.mp3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