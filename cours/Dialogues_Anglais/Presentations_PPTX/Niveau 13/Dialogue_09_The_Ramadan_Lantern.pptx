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The Ramadan Lantern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Ramadan Lantern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Look at the beautiful Ramadan lantern hanging in the living room!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!انظروا إلى فانوس رمضان الجميل المعلق في غرفة الجلوس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Dialogue_9_The_Ramadan_Lantern/01_Anes.mp3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Ramadan Lantern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lantern reminds us that Ramadan is a month of light and guidance.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.الفانوس يذكرنا أن رمضان شهر النور والهداية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Dialogue_9_The_Ramadan_Lantern/02_Oussama.mp3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Ramadan Lantern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many countries people hang lanterns to celebrate the arrival of Ramadan.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البلدان يعلق الناس الفوانيس للاحتفال بقدوم رمضان في كثير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Dialogue_9_The_Ramadan_Lantern/03_Islem.mp3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Ramadan Lantern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light of the lantern is a symbol of the light of the Quran and faith.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.نور الفانوس رمز لنور القرآن والإيمان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Dialogue_9_The_Ramadan_Lantern/04_Madani.mp3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Ramadan Lantern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light the lantern every evening after iftar?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إضاءة الفانوس كل مساء بعد الإفطار؟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Dialogue_9_The_Ramadan_Lantern/05_Anes.mp3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Ramadan Lantern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It will make the house feel warm and special.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سيجعل البيت يشعر بالدفء والخصوصية.نعم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Dialogue_9_The_Ramadan_Lantern/06_Madani.mp3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Ramadan Lantern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Simple decorations can increase the joy of Ramadan for children.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.الزينة البسيطة يمكن أن تزيد من فرحة رمضان للأطفال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Dialogue_9_The_Ramadan_Lantern/07_Oussama.mp3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Ramadan Lantern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real light of Ramadan is in our hearts when we obey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.النور الحقيقي لرمضان في قلوبنا عندما نطيع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Dialogue_9_The_Ramadan_Lantern/08_Islem.mp3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