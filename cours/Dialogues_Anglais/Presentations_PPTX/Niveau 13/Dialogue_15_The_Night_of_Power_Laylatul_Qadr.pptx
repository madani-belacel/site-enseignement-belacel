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The Night of Power (Laylatul Qadr)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Night of Power (Laylatul Qadr)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the last ten nights of Ramadan there is Laylatul Qadr, the Night of Power.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العشر الأواخر من رمضان هناك ليلة القدر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Dialogue_15_The_Night_of_Power_Laylatul_Qadr/01_Madani.mp3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Night of Power (Laylatul Qadr)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Worship on that night is better than a thousand months.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.العبادة في تلك الليلة خير من ألف شهر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Dialogue_15_The_Night_of_Power_Laylatul_Qadr/02_Oussama.mp3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Night of Power (Laylatul Qadr)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try to pray, read Quran, and make dua during these nights.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 نحاول الصلاة وقراءة القرآن والدعاء خلال هذه الليالي يجب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Dialogue_15_The_Night_of_Power_Laylatul_Qadr/03_Islem.mp3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Night of Power (Laylatul Qadr)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know which night is Laylatul Qadr?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نعرف أي ليلة هي ليلة القدر؟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Dialogue_15_The_Night_of_Power_Laylatul_Qadr/04_Anes.mp3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Night of Power (Laylatul Qadr)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do not know exactly, so we search for it in the odd nights.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لذا نبحث عنها في الليالي الفردية،لا نعرف 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Dialogue_15_The_Night_of_Power_Laylatul_Qadr/05_Madani.mp3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Night of Power (Laylatul Qadr)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stay up longer and increase my worship in the last ten nights.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.مستيقظا لفترة أطول وأزيد عبادتي في العشر الأواخر سأبقى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Dialogue_15_The_Night_of_Power_Laylatul_Qadr/06_Oussama.mp3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Night of Power (Laylatul Qadr)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a short sincere prayer on that night has a huge reward.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.حتى الصلاة القصيرة الصادقة في تلك الليلة لها أجر هائل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Dialogue_15_The_Night_of_Power_Laylatul_Qadr/07_Islem.mp3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The Night of Power (Laylatul Qadr)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May Allah allow us to catch Laylatul Qadr and benefit from it 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.أدركنا الله ليلة القدر وأنفعنا بها كامل النفع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Dialogue_15_The_Night_of_Power_Laylatul_Qadr/08_Madani.mp3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