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Controlling Anger While Fasting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While fasting, we should control our anger and our tongues.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نضبط غضبنا وألسنتنا،أثناء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someone is rude to me, I will say I am fasting and stay calm.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سأقول إني صائم وأبقى هادئا،إذا كان أحد فظا معي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Fasting is not only about food and drink. It is also about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أيضا عن الأخلاق الحسنة.فقط عن الطعام والشراب الصيام ليس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 feel irritated when I am hungry. What should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أفعل؟.أحيانا أشعر بالانزعاج عندما أكون جائعا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Allah, take a deep breath, and walk away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وابتعد إذا لزم الأمر، خذ نفسا عميقا،تذكر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true fasting person does not use bad words or hurt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.الصائم الحقيقي لا يستخدم كلمات سيئة ولا يؤذي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Controlling myself while fasting makes me stronger as a person.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.ضبط نفسي أثناء الصيام يجعلني أقوى كشخص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Controlling Anger While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reward of patience while fasting is very great.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أجر الصبر أثناء الصيام عظيم جدا.نعم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Dialogue_12_Controlling_Anger_While_Fasting/08_Madani.mp3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