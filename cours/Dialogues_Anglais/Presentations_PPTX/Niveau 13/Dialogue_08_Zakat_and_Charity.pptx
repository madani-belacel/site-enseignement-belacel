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Zakat and Charity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Zakat and Charity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Ramadan we should increase our charity and give zakat if we 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.رمضان يجب أن نزيد صدقاتنا ونعطي الزكاة إن استطعنا 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Dialogue_8_Zakat_and_Charity/01_Madani.mp3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Zakat and Charity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Charity purifies our wealth and helps people in need.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.الصدقة تطهر أموالنا وتساعد المحتاجين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Dialogue_8_Zakat_and_Charity/02_Oussama.mp3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Zakat and Charity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a small amount given sincerely has a great reward.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.حتى المبلغ الصغير المعطى بإخلاص له أجر عظيم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Dialogue_8_Zakat_and_Charity/03_Islem.mp3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Zakat and Charity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give some of my savings to help a poor family?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إعطاء بعض مدخراتي لمساعدة عائلة فقيرة؟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Dialogue_8_Zakat_and_Charity/04_Anes.mp3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Zakat and Charity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my son. That is a beautiful intention.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هذه نية جميلة.نعم يا بني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Dialogue_8_Zakat_and_Charity/05_Madani.mp3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Zakat and Charity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others during Ramadan multiplies the reward.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الآخرين أثناء رمضان تضاعف الأجر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Dialogue_8_Zakat_and_Charity/06_Oussama.mp3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Zakat and Charity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give without seeking praise from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نعطي دون طلب الثناء من الناس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Dialogue_8_Zakat_and_Charity/07_Islem.mp3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Zakat and Charity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The best charity is the one given quietly for the sake of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أفضل الصدقة هي التي تعطى بهدوء لوجه الله.بالضبط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Dialogue_8_Zakat_and_Charity/08_Madani.mp3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