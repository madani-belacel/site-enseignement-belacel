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val="006847"/&gt;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91440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val="FFFFFF"/&gt;</a:solidFill>
                <a:latin typeface="Poppins"/>
              </a:defRPr>
            </a:pPr>
            <a:r>
              <a:t>Dialogue 3 — Reading the Quran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10312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val="DFE5EA"/&gt;</a:solidFill>
                <a:latin typeface="Poppins"/>
              </a:defRPr>
            </a:pPr>
            <a:r>
              <a:t>📖 Niveau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val="B7C9BE"/&gt;</a:solidFill>
                <a:latin typeface="Poppins"/>
              </a:defRPr>
            </a:pPr>
            <a:r>
              <a:t>Dr. BELACEL Madani — Université de Mostaganem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val="93B39E"/&gt;</a:solidFill>
                <a:latin typeface="Poppins"/>
              </a:defRPr>
            </a:pPr>
            <a:r>
              <a:t>Dialogue 3 / 20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880360" y="6400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3 — Reading the Quran  |  📖 Niveau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1/8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In Ramadan we should try to read the Quran every day.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.في رمضان يجب أن نحاول قراءة القرآن كل يوم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Dialogue_3_Reading_the_Quran/01_Madani.mp3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3 — Reading the Quran  |  📖 Niveau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2/8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Oussama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I will read a few pages after each prayer.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.سأقرأ بضع صفحات بعد كل صلاة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Dialogue_3_Reading_the_Quran/02_Oussama.mp3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3 — Reading the Quran  |  📖 Niveau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3/8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Islem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The Quran brings peace to the heart and light to the mind.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.القرآن يجلب السلام للقلب والنور للعقل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Dialogue_3_Reading_the_Quran/03_Islem.mp3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3 — Reading the Quran  |  📖 Niveau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4/8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Anes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Can you help me read some short surahs, Dad?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هل يمكنك مساعدتي في قراءة بعض السور القصيرة يا أبي؟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Dialogue_3_Reading_the_Quran/04_Anes.mp3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3 — Reading the Quran  |  📖 Niveau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5/8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Of course. We will sit together and read slowly.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سنجلس معا ونقرأ ببطء.بالطبع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Dialogue_3_Reading_the_Quran/05_Madani.mp3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3 — Reading the Quran  |  📖 Niveau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6/8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Oussama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Listening to the Quran also has a beautiful reward.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.الاستماع إلى القرآن له أيضا أجر جميل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Dialogue_3_Reading_the_Quran/06_Oussama.mp3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3 — Reading the Quran  |  📖 Niveau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7/8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Islem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I will try to understand the meaning of what I read.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.سأحاول فهم معنى ما أقرأه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Dialogue_3_Reading_the_Quran/07_Islem.mp3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3 — Reading the Quran  |  📖 Niveau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8/8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Yes. Reading with understanding brings the greatest benefit.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القراءة مع الفهم تجلب أكبر فائدة.نعم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Dialogue_3_Reading_the_Quran/08_Madani.mp3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