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Reading the Quran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Reading the Quran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Ramadan we should try to read the Quran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رمضان يجب أن نحاول قراءة القرآن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Dialogue_3_Reading_the_Quran/01_Madani.mp3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Reading the Quran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read a few pages after each prayer.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.سأقرأ بضع صفحات بعد كل صلاة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Dialogue_3_Reading_the_Quran/02_Oussama.mp3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Reading the Quran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Quran brings peace to the heart and light to the mind.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.القرآن يجلب السلام للقلب والنور للعقل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Dialogue_3_Reading_the_Quran/03_Islem.mp3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Reading the Quran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help me read some short surahs,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مساعدتي في قراءة بعض السور القصيرة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Dialogue_3_Reading_the_Quran/04_Anes.mp3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Reading the Quran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We will sit together and read slowly.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سنجلس معا ونقرأ ببطء.بالطبع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Dialogue_3_Reading_the_Quran/05_Madani.mp3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Reading the Quran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Listening to the Quran also has a beautiful reward.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.الاستماع إلى القرآن له أيضا أجر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Dialogue_3_Reading_the_Quran/06_Oussama.mp3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Reading the Quran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understand the meaning of what I 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فهم معنى ما أقرأه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Dialogue_3_Reading_the_Quran/07_Islem.mp3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Reading the Quran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Reading with understanding brings the greatest benefit.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القراءة مع الفهم تجلب أكبر فائدة.نعم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Dialogue_3_Reading_the_Quran/08_Madani.mp3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