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Taraweeh Prayer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iftar we will go to the mosque for Taraweeh prayer.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الإفطار سنذهب إلى المسجد لصلاة التراويح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Taraweeh is a special prayer that we pray only in Ramadan.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.التراويح صلاة خاصة نصليها فقط في رمضان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calm and spiritual feeling in the mosque at 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الهادئ والروحي في المسجد 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stand next to you during the prayer,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الوقوف بجانبك أثناء الصلاة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Stay quiet, follow the Imam, and try to concentrate.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وحاول التركيز، اتبع الإمام، ابق هادئا.نعم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Praying Taraweeh with the community makes Ramadan more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.صلاة التراويح مع الجماعة تجعل رمضان أكثر خصوصية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pray with full attention and a soft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الصلاة باهتمام كامل وقلب رقيق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Taraweeh Prayer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accept our Taraweeh and fill our hearts with 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.تقبل الله تراويحنا وملأ قلوبنا نورا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Dialogue_7_Taraweeh_Prayer/08_Madani.mp3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