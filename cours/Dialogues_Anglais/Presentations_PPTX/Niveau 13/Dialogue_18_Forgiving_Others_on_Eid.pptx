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18 — Forgiving Others on Eid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18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Forgiving Others on Eid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Eid is a time for forgiveness and starting with clean hearts.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.العيد وقت للمغفرة والبدء بقلوب نظيفة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Dialogue_18_Forgiving_Others_on_Eid/01_Madani.mp3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Forgiving Others on Eid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If someone has hurt me, I will try to forgive them for the sake of Allah.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سأحاول مسامحته لوجه الله،إذا جرحني أحد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Dialogue_18_Forgiving_Others_on_Eid/02_Oussama.mp3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Forgiving Others on Eid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Forgiving others makes our own hearts lighter and happier.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.مسامحة الآخرين تجعل قلوبنا أخف وأسعد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Dialogue_18_Forgiving_Others_on_Eid/03_Islem.mp3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Forgiving Others on Eid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if the other person does not say sorry?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ماذا لو لم يقل الشخص الآخر آسف؟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Dialogue_18_Forgiving_Others_on_Eid/04_Anes.mp3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Forgiving Others on Eid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You can still forgive them in your heart. That is a high level of character.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هذا مستوى عال من الأخلاق.ذلك مسامحتهم في قلبك يمكنك مع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Dialogue_18_Forgiving_Others_on_Eid/05_Madani.mp3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Forgiving Others on Eid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 Prophet taught us that the strong person is the one who controls his anger.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.علمنا النبي أن القوي هو من يضبط غضبه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Dialogue_18_Forgiving_Others_on_Eid/06_Oussama.mp3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Forgiving Others on Eid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Eid is a perfect time to end old arguments and make peace.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.العيد وقت مثالي لإنهاء الخلافات القديمة وصنع السلام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Dialogue_18_Forgiving_Others_on_Eid/07_Islem.mp3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Forgiving Others on Eid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A heart free from hatred is ready to receive the blessings of Eid.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القلب الخالي من الكراهية مستعد لتلقي بركات العيد.نعم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Dialogue_18_Forgiving_Others_on_Eid/08_Madani.mp3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