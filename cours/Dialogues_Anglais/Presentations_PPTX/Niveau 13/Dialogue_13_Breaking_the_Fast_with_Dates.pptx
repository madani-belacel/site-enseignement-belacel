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Breaking the Fast with 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Breaking the Fast with Dates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the time for iftar comes, we break the fast with dates.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نفطر على التمر،عندما يحين وقت الإفطار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Dialogue_13_Breaking_the_Fast_with_Dates/01_Madani.mp3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Breaking the Fast with Dates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This is the Sunnah of the Prophet, peace be upon him.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.هذه سنة النبي صلى الله عليه وسلم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Dialogue_13_Breaking_the_Fast_with_Dates/02_Oussama.mp3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Breaking the Fast with Dates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Dates give quick energy after a long day of fasting.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.التمر يعطي طاقة سريعة بعد يوم طويل من الصيام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Dialogue_13_Breaking_the_Fast_with_Dates/03_Islem.mp3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Breaking the Fast with Dates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many dates should I eat?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كم تمرة يجب أن آكل؟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Dialogue_13_Breaking_the_Fast_with_Dates/04_Anes.mp3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Breaking the Fast with Dates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Usually three dates, or an odd number, then drink some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اشرب بعض الماء، أو عددا فرديا،عادة ثلاث تمرات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Dialogue_13_Breaking_the_Fast_with_Dates/05_Madani.mp3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Breaking the Fast with Dates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soft and sweet taste of dates after fasting.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الطعم الطري والحلو للتمر بعد الصيام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Dialogue_13_Breaking_the_Fast_with_Dates/06_Oussama.mp3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Breaking the Fast with Dates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dates we make dua and then start the main meal.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.بعد التمر ندعو ثم نبدأ الوجبة الرئيسية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Dialogue_13_Breaking_the_Fast_with_Dates/07_Islem.mp3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Breaking the Fast with Dates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Following the Sunnah brings extra blessing to the iftar.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اتباع السنة يجلب بركة إضافية للإفطار.نعم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Dialogue_13_Breaking_the_Fast_with_Dates/08_Madani.mp3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