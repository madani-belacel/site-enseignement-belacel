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6 — Preparing the Iftar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6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Preparing the Iftar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almost time for iftar. Let us prepare the food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لنحضر الطعام معا.حان تقريبا وقت الإفطار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Dialogue_6_Preparing_the_Iftar/01_Madani.mp3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Preparing the Iftar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wash the dates and prepare the water and juice.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.سأغسل التمر وأجهز الماء والعصير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Dialogue_6_Preparing_the_Iftar/02_Oussama.mp3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Preparing the Iftar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help set the table with plates and spoons.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.يمكنني المساعدة في ترتيب المائدة بالصحون والملاعق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Dialogue_6_Preparing_the_Iftar/03_Islem.mp3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Preparing the Iftar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I put the olives and cheese on a small plate?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هل يمكنني وضع الزيتون والجبن على طبق صغير؟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Dialogue_6_Preparing_the_Iftar/04_Anes.mp3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Preparing the Iftar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We break the fast with dates, following the Sunnah.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نفطر على التمر اتباعا للسنة.نعم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Dialogue_6_Preparing_the_Iftar/05_Madani.mp3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Preparing the Iftar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smell of the food makes me happy after a long day of fasting.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.رائحة الطعام تجعلني سعيدا بعد يوم طويل من الصيام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Dialogue_6_Preparing_the_Iftar/06_Oussama.mp3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Preparing the Iftar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Preparing iftar as a family is a beautiful Ramadan tradition.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.تحضير الإفطار كعائلة تقليد رمضاني جميل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Dialogue_6_Preparing_the_Iftar/07_Islem.mp3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6 — Preparing the Iftar  |  📖 Niveau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Sharing the meal after fasting increases the reward.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مشاركة الوجبة بعد الصيام تزيد الأجر.نعم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Dialogue_6_Preparing_the_Iftar/08_Madani.mp3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