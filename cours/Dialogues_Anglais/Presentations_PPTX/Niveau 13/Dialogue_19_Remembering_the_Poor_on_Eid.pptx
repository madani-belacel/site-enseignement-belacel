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19 — Remembering the Poor on Eid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Remembering the Poor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While we enjoy Eid, we should remember the poor and the needy.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أن نتذكر الفقراء والمحتاجين،بينما نستمتع بالعيد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Dialogue_19_Remembering_the_Poor_on_Eid/01_Madani.mp3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Remembering the Poor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Not everyone has new clothes or special food on Eid.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.ليس لدى الجميع ملابس جديدة أو طعام خاص في العيد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Dialogue_19_Remembering_the_Poor_on_Eid/02_Oussama.mp3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Remembering the Poor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can share some of our food or give money to help a poor family.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.مشاركة بعض طعامنا أو إعطاء مال لمساعدة عائلة فقيرة يمكننا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Dialogue_19_Remembering_the_Poor_on_Eid/03_Islem.mp3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Remembering the Poor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give some of my Eid sweets to a friend who has less?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إعطاء بعض حلويات العيد لصديق لديه أقل؟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Dialogue_19_Remembering_the_Poor_on_Eid/04_Anes.mp3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Remembering the Poor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That is a beautiful way to show kindness on Eid.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هذه طريقة جميلة لإظهار اللطف في العيد.نعم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Dialogue_19_Remembering_the_Poor_on_Eid/05_Madani.mp3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Remembering the Poor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the poor on Eid increases the barakah of our own celebration.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.مساعدة الفقراء في العيد تزيد من بركة احتفالنا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Dialogue_19_Remembering_the_Poor_on_Eid/06_Oussama.mp3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Remembering the Poor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True happiness comes when we make others happy as well.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.السعادة الحقيقية تأتي عندما نسعد الآخرين أيضا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Dialogue_19_Remembering_the_Poor_on_Eid/07_Islem.mp3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19 — Remembering the Poor on Eid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An Eid shared with the less fortunate is an Eid full of reward.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العيد المشترك مع الأقل حظا عيد مليء بالأجر.نعم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Dialogue_19_Remembering_the_Poor_on_Eid/08_Madani.mp3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