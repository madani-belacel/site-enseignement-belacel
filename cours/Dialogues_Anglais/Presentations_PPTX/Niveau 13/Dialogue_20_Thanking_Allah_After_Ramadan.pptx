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Thanking Allah After Ramadan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After Ramadan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Ramadan ends, we should thank Allah for allowing us to complete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نشكر الله لأنه سمح لنا بإكماله،بعد انتهاء رمضان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Dialogue_20_Thanking_Allah_After_Ramadan/01_Madani.mp3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After Ramadan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Alhamdulillah for every day of fasting and every night of prayer.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.الحمد لله على كل يوم صيام وكل ليلة صلاة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Dialogue_20_Thanking_Allah_After_Ramadan/02_Oussama.mp3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After Ramadan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try to keep some of the good habits we built in Ramadan.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.الحفاظ على بعض العادات الجيدة التي بنيناها في رمضان يجب أن نحاول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Dialogue_20_Thanking_Allah_After_Ramadan/03_Islem.mp3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After Ramadan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continue reading the Quran after Ramadan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الاستمرار في قراءة القرآن بعد رمضان أيضا؟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Dialogue_20_Thanking_Allah_After_Ramadan/04_Anes.mp3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After Ramadan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The Quran is for the whole year, not only for Ramadan.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لرمضان فقط، القرآن للسنة كلها.بالطبع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Dialogue_20_Thanking_Allah_After_Ramadan/05_Madani.mp3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After Ramadan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fast some extra days in Shawwal as the Prophet taught.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.صيام بعض الأيام الإضافية في شوال كما علم النبي سأحاول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Dialogue_20_Thanking_Allah_After_Ramadan/06_Oussama.mp3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After Ramadan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successful Ramadan is one that changes us for the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.رمضان الناجح هو الذي يغيرنا إلى الأفضل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Dialogue_20_Thanking_Allah_After_Ramadan/07_Islem.mp3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After Ramadan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May Allah accept our Ramadan and make us better every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تقبل الله رمضاننا وجعلنا أفضل كل عام.نعم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Dialogue_20_Thanking_Allah_After_Ramadan/08_Madani.mp3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