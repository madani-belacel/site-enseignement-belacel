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Suhoor and Fasting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Wake up, boys. It is time for suhoor before the fast begins.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حان وقت السحور قبل بدء الصيام.استيقظوا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eat some dates, yogurt, and drink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.سآكل بعض التمر والزبادي وأشرب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Suhoor gives us strength to fast until sunset.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.السحور يعطينا القوة للصيام حتى غروب الشمس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a little sleepy, but I will try to eat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لكنني سأحاول الأكل جيدا،أشعر بقليل من النعاس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 slowly and make the intention to fast for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.كلوا ببطء وانوا الصيام 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Fasting helps us understand how hungry people feel.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.الصيام يساعدنا على فهم كيف يشعر الجائعون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not to complain when I feel thirsty during the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ألا أشكو عندما أشعر بالعطش أثناء النهار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Suhoor and Fasting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 sincere fast is rewarded by Allah in many 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الصيام الصادق يجازى عليه الله بطرق كثيرة.ممتاز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Dialogue_2_Suhoor_and_Fasting/08_Madani.mp3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