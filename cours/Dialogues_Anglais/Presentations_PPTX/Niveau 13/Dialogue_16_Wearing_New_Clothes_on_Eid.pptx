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Wearing New Clothes on 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 Eid morning we wear our best or new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صباح العيد نرتدي أفضل ملابسنا أو ملابس جديدة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a new shirt and trousers for Eid this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.لدي قميص وسروال جديدان للعيد هذا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Wearing clean and nice clothes is part of the Sunnah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.ارتداء ملابس نظيفة وجميلة جزء من سنة العيد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wear my new shoes too?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ارتداء حذائي الجديد أيضا؟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Looking presentable shows respect for the day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المظهر اللائق يظهر الاحترام ليوم العيد.نعم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make sure my clothes are clean and tidy.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.سأتأكد أيضا من أن ملابسي نظيفة ومرتبة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real beauty on Eid is the beauty of good manners and a pure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.الحقيقي في العيد هو جمال الأخلاق الحسنة والقلب النقي الجمال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Wearing New Clothes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Outer beauty is good, but inner beauty is more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الجمال الداخلي أهم، الجمال الخارجي جيد.نعم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Dialogue_16_Wearing_New_Clothes_on_Eid/08_Madani.mp3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