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Eid Gifts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Eid Gifts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 Eid we often give gifts to children and family members.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العيد غالبا ما نعطي هدايا للأطفال وأفراد العائلة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Dialogue_10_Eid_Gifts/01_Madani.mp3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Eid Gifts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use some of my Eid money to buy a gift for Anes.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.سأستخدم بعض مصروف العيد لشراء هدية لأنس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Dialogue_10_Eid_Gifts/02_Oussama.mp3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Eid Gifts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Gifts increase love and happiness between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.الهدايا تزيد المحبة والسعادة بين الناس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Dialogue_10_Eid_Gifts/03_Islem.mp3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Eid Gifts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hope I receive a new story book for Eid!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!أتمنى أن أحصل على كتاب قصص جديد للعيد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Dialogue_10_Eid_Gifts/04_Anes.mp3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Eid Gifts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best gift is not always expensive. Kindness is the greatest gift.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اللطف هو أعظم هدية.أفضل هدية ليست دائما غالية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Dialogue_10_Eid_Gifts/05_Madani.mp3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Eid Gifts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give a gift to Grandma and thank her for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.سأعطي أيضا هدية للجدة وأشكرها على كل شيء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Dialogue_10_Eid_Gifts/06_Oussama.mp3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Eid Gifts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Sharing joy on Eid is more important than receiving gifts.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.مشاركة الفرحة في العيد أهم من تلقي الهدايا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Dialogue_10_Eid_Gifts/07_Islem.mp3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Eid Gifts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happy heart and a thankful tongue are the real treasures of Eid.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.السعيد واللسان الشاكر هما الكنزان الحقيقيان للعيد القلب.نعم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Dialogue_10_Eid_Gifts/08_Madani.mp3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