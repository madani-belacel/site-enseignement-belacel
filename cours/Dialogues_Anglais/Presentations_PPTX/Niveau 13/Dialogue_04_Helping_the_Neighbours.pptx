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Helping the Neighbours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Ramadan it is especially good to help our neighbours.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رمضان من الجيد بشكل خاص مساعدة جيراننا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share some of our iftar food with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مشاركة بعض طعام إفطارنا معهم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others increases the reward of our fasting.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الآخرين تزيد من أجر صيامنا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take a plate of dates to our neighbour?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أخذ طبق تمر إلى جارنا؟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Smile and say Ramadan Mubarak when you give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ابتسم وقل رمضان مبارك عندما تعطيه.نعم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Kindness to neighbours is part of the teachings of Islam.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.اللطف مع الجيران جزء من تعاليم الإسلام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a small gift can make someone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الهدية الصغيرة يمكن أن تسعد أحدا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Helping the Neighbours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Sharing brings barakah to the home and the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المشاركة تجلب البركة إلى البيت والقلب.نعم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Dialogue_4_Helping_the_Neighbours/08_Madani.mp3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