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Adapting When Plans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Adapting When Plans Change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life changes our plans. We must learn to adapt.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نتعلم التكيف.أحيانا تغير الحياة خططنا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Dialogue_17_Adapting_When_Plans_Change/01_Madani.mp3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Adapting When Plans Change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one path closes, another path may open with patience.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قد يفتح طريق آخر بالصبر،إذا أغلق طريق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Dialogue_17_Adapting_When_Plans_Change/02_Oussama.mp3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Adapting When Plans Change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Flexibility is a sign of intelligence and strong faith.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.المرونة علامة على الذكاء والإيمان القوي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Dialogue_17_Adapting_When_Plans_Change/03_Islem.mp3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Adapting When Plans Change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I do if my first dream becomes impossible?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أفعل إذا أصبح حلمي الأول مستحيلا؟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Dialogue_17_Adapting_When_Plans_Change/04_Anes.mp3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Adapting When Plans Change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for a new meaningful goal and put your energy into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.ابحث عن هدف جديد ذي معنى وضع طاقتك فيه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Dialogue_17_Adapting_When_Plans_Change/05_Madani.mp3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Adapting When Plans Change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not give up on progress even if the exact dream changes.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 أتخلى عن التقدم حتى لو تغير الحلم 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Dialogue_17_Adapting_When_Plans_Change/06_Oussama.mp3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Adapting When Plans Change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Trusting Allah means accepting that His plan is better than ours.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.التوكل على الله يعني قبول أن خطته أفضل من خطتنا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Dialogue_17_Adapting_When_Plans_Change/07_Islem.mp3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Adapting When Plans Change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Adapt with hope and keep moving forward.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تكيفوا بالأمل واستمروا في المضي قدما.نعم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Dialogue_17_Adapting_When_Plans_Change/08_Madani.mp3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