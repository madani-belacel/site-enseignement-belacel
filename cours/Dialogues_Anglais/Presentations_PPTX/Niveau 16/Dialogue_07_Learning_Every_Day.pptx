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Learning Every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Every 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path to every dream is paved with daily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.طريق كل حلم معبد بالتعلم اليومي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Dialogue_7_Learning_Every_Day/01_Madani.mp3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Every 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learn something new every day, even if it is small.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حتى لو كان صغيرا،سأتعلم شيئا جديدا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Dialogue_7_Learning_Every_Day/02_Oussama.mp3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Every 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Reading, asking questions, and practicing are the best ways to learn.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.القراءة وطرح الأسئلة والتدريب هي أفضل طرق التعلم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Dialogue_7_Learning_Every_Day/03_Islem.mp3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Every 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make mistakes while learning?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ارتكبت أخطاء أثناء التعلم؟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Dialogue_7_Learning_Every_Day/04_Anes.mp3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Every 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Mistakes are teachers. Learn from them and keep going.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تعلموا منها واستمروا.الأخطاء معلمون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Dialogue_7_Learning_Every_Day/05_Madani.mp3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Every 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be afraid to ask for help when I do not understand.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أخاف من طلب المساعدة عندما لا أفهم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Dialogue_7_Learning_Every_Day/06_Oussama.mp3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Every 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person who stops learning stops growing.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.الشخص الذي يتوقف عن التعلم يتوقف عن النمو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Dialogue_7_Learning_Every_Day/07_Islem.mp3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Learning Every Day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Make lifelong learning your companion on the road to your dreams.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اجعلوا التعلم مدى الحياة رفيقكم في طريق أحلامكم.نعم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Dialogue_7_Learning_Every_Day/08_Madani.mp3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