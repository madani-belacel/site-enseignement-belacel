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12 — Role Models for the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12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Role Models for the Future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Having good role models helps us shape our future wisely.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.وجود قدوات جيدة يساعدنا على تشكيل مستقبلنا بحكمة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Dialogue_12_Role_Models_for_the_Future/01_Madani.mp3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Role Models for the Future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admire people who work hard, stay honest, and help others.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.الذين يعملون بجد ويبقون صادقين ويساعدون الآخرين أعجب بالناس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Dialogue_12_Role_Models_for_the_Future/02_Oussama.mp3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Role Models for the Future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Prophet Muhammad is the best role model in character and actions.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.النبي محمد هو أفضل قدوة في الأخلاق والأفعال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Dialogue_12_Role_Models_for_the_Future/03_Islem.mp3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Role Models for the Future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my parents and teachers also be role models?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 لوالدي ومعلمي أن يكونوا أيضا قدوات؟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Dialogue_12_Role_Models_for_the_Future/04_Anes.mp3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Role Models for the Future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Of course. Good role models are all around us if we look carefully.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القدوات الجيدة موجودة حولنا إذا نظرنا بعناية.بالطبع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Dialogue_12_Role_Models_for_the_Future/05_Madani.mp3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Role Models for the Future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try to copy the good habits of people I respect.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.سأحاول نسخ العادات الجيدة للأشخاص الذين أحترمهم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Dialogue_12_Role_Models_for_the_Future/06_Oussama.mp3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Role Models for the Future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 role model shows us what is possible with effort and faith.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.القدوة ترينا ما هو ممكن بالجهد والإيمان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Dialogue_12_Role_Models_for_the_Future/07_Islem.mp3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Role Models for the Future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Choose your role models carefully. They shape your path.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هم يشكلون طريقكم. اختاروا قدواتكم بعناية.نعم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Dialogue_12_Role_Models_for_the_Future/08_Madani.mp3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