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Leaving a Positive Legacy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Leaving a Positive Legacy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Think about the kind of legacy you want to leave behind.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.فكروا في نوع الإرث الذي تريدون تركه خلفكم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Dialogue_18_Leaving_a_Positive_Legacy/01_Madani.mp3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Leaving a Positive Legacy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people to remember me as honest, hardworking, and kind.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يتذكرني الناس كصادق ومجتهد ولطيف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Dialogue_18_Leaving_a_Positive_Legacy/02_Oussama.mp3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Leaving a Positive Legacy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legacy is built by daily good actions, not only by big achievements.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فقط بالإنجازات الكبيرة،بالأفعال الجيدة اليومية الإرث الجيد يبنى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Dialogue_18_Leaving_a_Positive_Legacy/03_Islem.mp3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Leaving a Positive Legacy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children already start building a good legacy?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للأطفال البدء بالفعل في بناء إرث جيد؟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Dialogue_18_Leaving_a_Positive_Legacy/04_Anes.mp3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Leaving a Positive Legacy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Every kind word, every honest effort, and every help counts.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كلمة لطيفة وكل جهد صادق وكل مساعدة تحسب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Dialogue_18_Leaving_a_Positive_Legacy/05_Madani.mp3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Leaving a Positive Legacy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leave every place better than I found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أن أترك كل مكان أفضل مما وجدته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Dialogue_18_Leaving_a_Positive_Legacy/06_Oussama.mp3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Leaving a Positive Legacy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best legacy is useful knowledge and good character passed to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.إرث هو المعرفة المفيدة والأخلاق الحسنة الممررة للآخرين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Dialogue_18_Leaving_a_Positive_Legacy/07_Islem.mp3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Leaving a Positive Legacy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Live so that your memory becomes a source of light for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عشوا بحيث تصبح ذكراكم مصدرا للنور للآخرين.نعم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Dialogue_18_Leaving_a_Positive_Legacy/08_Madani.mp3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