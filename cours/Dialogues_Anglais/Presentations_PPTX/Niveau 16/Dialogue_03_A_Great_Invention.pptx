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A Great Invention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Great Invention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One day I want to invent something that helps many people.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.يوما ما أريد أن أخترع شيئا يساعد كثير من الناس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Dialogue_3_A_Great_Invention/01_Oussama.mp3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Great Invention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a wonderful goal. What kind of invention do you imagine?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أي نوع من الاختراع تتخيله؟.هذا هدف رائع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Dialogue_3_A_Great_Invention/02_Madani.mp3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Great Invention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Maybe a machine that cleans the air or helps farmers grow more food.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.الهواء أو تساعد المزارعين على زراعة المزيد من الطعام ربما آلة تنظف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Dialogue_3_A_Great_Invention/03_Oussama.mp3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Great Invention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Inventions start with curiosity and a desire to solve problems.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.الاختراعات تبدأ بالفضول والرغبة في حل المشاكل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Dialogue_3_A_Great_Invention/04_Islem.mp3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Great Invention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children invent things too?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 للأطفال اختراع أشياء أيضا؟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Dialogue_3_A_Great_Invention/05_Anes.mp3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Great Invention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Many great inventors started with simple ideas when they were young.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.المخترعين العظماء بدأوا بأفكار بسيطة عندما كانوا صغارا كثير من.نعم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Dialogue_3_A_Great_Invention/06_Madani.mp3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Great Invention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keep learning science and never stop asking questions.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.سأستمر في تعلم العلوم ولن أتوقف عن طرح الأسئلة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Dialogue_3_A_Great_Invention/07_Oussama.mp3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 Great Invention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Curiosity and hard work are the parents of invention.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الفضول والعمل الجاد هما والدا الاختراع.ممتاز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Dialogue_3_A_Great_Invention/08_Madani.mp3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