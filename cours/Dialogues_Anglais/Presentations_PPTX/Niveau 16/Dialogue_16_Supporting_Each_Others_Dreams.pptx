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Supporting Each Other’s Dreams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a strong family we support each other’s dreams.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عائلة قوية ندعم أحلام بعضنا البعض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encourage Islem when he works hard for his goals.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.سأشجع إسلام عندما يعمل بجد من أجل أهدافه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I will help Anes learn new things without making fun of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.وسأساعد أنس على تعلم أشياء جديدة دون السخرية منه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clap for my brothers when they succeed!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!سأصفق لإخوتي عندما ينجحون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Beautiful. Supporting each other multiplies the strength of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دعم بعضنا يضاعف قوة العائلة.جميل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Jealousy weakens us. Encouragement makes everyone stronger.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التشجيع يجعل الجميع أقوى.الغيرة تضعفنا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family that dreams together and works together achieves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.العائلة التي تحلم معا وتعمل معا تحقق أكثر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Supporting Each Other’s Dreams  |  📖 Niveau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each other’s biggest supporters on the road to success.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كونوا أكبر داعمين لبعضكم على طريق النجاح.نعم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Dialogue_16_Supporting_Each_Other_s_Dreams/08_Madani.mp3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