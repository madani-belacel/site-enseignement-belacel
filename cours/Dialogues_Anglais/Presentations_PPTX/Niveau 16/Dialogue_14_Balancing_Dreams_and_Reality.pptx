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Balancing Dreams and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Balancing Dreams and Reality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Dreams are important, but we must also live responsibly in the present.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يجب أيضا أن نعيش بمسؤولية في الحاضر،مهمة الأحلام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Dialogue_14_Balancing_Dreams_and_Reality/01_Madani.mp3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Balancing Dreams and Reality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work hard for my future while still enjoying my childhood.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.بجد من أجل مستقبلي بينما ما زلت أستمتع بطفولتي سأعمل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Dialogue_14_Balancing_Dreams_and_Reality/02_Oussama.mp3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Balancing Dreams and Reality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at home and studying well are ways to prepare for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.المساعدة في البيت والدراسة جيدا طرق للاستعداد للغد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Dialogue_14_Balancing_Dreams_and_Reality/03_Islem.mp3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Balancing Dreams and Reality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dream big and still play with my friends?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أن أحلم كبيرا وما زلت ألعب مع أصدقائي؟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Dialogue_14_Balancing_Dreams_and_Reality/04_Anes.mp3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Balancing Dreams and Reality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Balance keeps the heart happy and the mind strong.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التوازن يحافظ على سعادة القلب وقوة العقل.نعم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Dialogue_14_Balancing_Dreams_and_Reality/05_Madani.mp3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Balancing Dreams and Reality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ignore today’s duties while thinking only about the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أتجاهل واجبات اليوم بينما أفكر فقط في المستقبل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Dialogue_14_Balancing_Dreams_and_Reality/06_Oussama.mp3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Balancing Dreams and Reality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balanced life prepares us better for the challenges of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.الحياة المتوازنة تعدنا بشكل أفضل لتحديات الغد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Dialogue_14_Balancing_Dreams_and_Reality/07_Islem.mp3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Balancing Dreams and Reality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Live today fully and plant the seeds of a beautiful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عشوا اليوم بالكامل وازرعوا بذور مستقبل جميل.نعم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Dialogue_14_Balancing_Dreams_and_Reality/08_Madani.mp3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