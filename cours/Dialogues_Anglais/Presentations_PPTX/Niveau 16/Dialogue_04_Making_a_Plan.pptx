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Making a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Making a Plan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Dreams become real when we make clear plans and follow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.الأحلام تصبح حقيقة عندما نضع خططا واضحة ونتبعها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Dialogue_4_Making_a_Plan/01_Madani.mp3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Making a Plan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write down my goals and the steps I need to take.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.سأكتب أهدافي والخطوات التي أحتاج إلى اتخاذها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Dialogue_4_Making_a_Plan/02_Oussama.mp3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Making a Plan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plan includes daily study, reading, and practice.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.الخطة الجيدة تشمل الدراسة اليومية والقراءة والتدريب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Dialogue_4_Making_a_Plan/03_Islem.mp3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Making a Plan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I fail to follow my plan one 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لو فشلت في اتباع خطتي يوما ما؟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Dialogue_4_Making_a_Plan/04_Anes.mp3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Making a Plan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Start again the next day. Consistency is more important than perfection.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الاستمرارية أهم من الكمال.ابدأ مرة أخرى في اليوم التالي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Dialogue_4_Making_a_Plan/05_Madani.mp3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Making a Plan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review my plan every week and improve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.سأراجع خطتي كل أسبوع وأحسنها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Dialogue_4_Making_a_Plan/06_Oussama.mp3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Making a Plan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Small daily actions lead to big results over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.اليومية الصغيرة تؤدي إلى نتائج كبيرة مع مرور الوقت الأفعال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Dialogue_4_Making_a_Plan/07_Islem.mp3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Making a Plan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clear plan turns wishes into achievable goals.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.الخطة الواضحة تحول الأمنيات إلى أهداف قابلة للتحقيق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Dialogue_4_Making_a_Plan/08_Madani.mp3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