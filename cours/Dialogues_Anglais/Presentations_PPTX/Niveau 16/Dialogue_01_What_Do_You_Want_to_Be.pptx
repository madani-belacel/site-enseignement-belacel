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What Do You Want to Be?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 You Want to Be?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 you want to be when you grow up, boys?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تريدون أن تصبحوا عندما تكبرون يا أولاد؟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Dialogue_1_What_Do_You_Want_to_Be/01_Madani.mp3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 You Want to Be?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be an engineer and build useful things for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أصبح مهندسا وأبني أشياء مفيدة للناس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Dialogue_1_What_Do_You_Want_to_Be/02_Oussama.mp3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 You Want to Be?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be a doctor and help sick people feel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أصبح طبيبا وأساعد المرضى على الشعور بتحسن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Dialogue_1_What_Do_You_Want_to_Be/03_Islem.mp3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 You Want to Be?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be a pilot and fly high in the sky!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!أريد أن أصبح طيارا وأطير عاليا في السماء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Dialogue_1_What_Do_You_Want_to_Be/04_Anes.mp3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 You Want to Be?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Beautiful dreams. But dreams need hard work and continuous learning.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الأحلام تحتاج إلى العمل الجاد والتعلم المستمر.جميلة أحلام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Dialogue_1_What_Do_You_Want_to_Be/05_Madani.mp3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 You Want to Be?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study maths and science carefully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.سأدرس الرياضيات والعلوم بعناية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Dialogue_1_What_Do_You_Want_to_Be/06_Oussama.mp3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 You Want to Be?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we always say Bismillah and trust in Allah for the result.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.ونقول دائما بسم الله ونتوكل على الله في النتيجة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Dialogue_1_What_Do_You_Want_to_Be/07_Islem.mp3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 You Want to Be?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With knowledge, effort, and faith, you can achieve great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يمكنكم تحقيق أشياء عظيمة،بالمعرفة والجهد والإيمان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Dialogue_1_What_Do_You_Want_to_Be/08_Madani.mp3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