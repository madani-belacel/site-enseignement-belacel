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 — University Dreams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University Dreams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One day you may go to university. Have you thought about it?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فكرتم في ذلك؟.يوما ما قد تذهبون إلى الجامعة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Dialogue_2_University_Dreams/01_Madani.mp3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University Dreams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I want to study engineering at a good university.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أريد دراسة الهندسة في جامعة جيدة.نعم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Dialogue_2_University_Dreams/02_Oussama.mp3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University Dreams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hope to study medicine and become a skilled doctor.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.آمل أن أدرس الطب وأصبح طبيبا ماهرا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Dialogue_2_University_Dreams/03_Islem.mp3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University Dreams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University seems far away, but I will prepare step by step.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لكنني سأستعد خطوة بخطوة،الجامعة تبدو بعيدة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Dialogue_2_University_Dreams/04_Anes.mp3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University Dreams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Good preparation starts now with strong school habits.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.التحضير الجيد يبدأ الآن بعادات مدرسية قوية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Dialogue_2_University_Dreams/05_Madani.mp3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University Dreams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read more books and ask questions when I do not understand.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.سأقرأ المزيد من الكتب وأطرح أسئلة عندما لا أفهم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Dialogue_2_University_Dreams/06_Oussama.mp3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University Dreams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University is not only about grades. It is also about character and responsibility.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هي أيضا عن الشخصية والمسؤولية.فقط عن العلامات الجامعة ليست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Dialogue_2_University_Dreams/07_Islem.mp3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University Dreams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Build both knowledge and good manners for the future.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ابنوا المعرفة والأخلاق الحسنة للمستقبل.بالضبط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Dialogue_2_University_Dreams/08_Madani.mp3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