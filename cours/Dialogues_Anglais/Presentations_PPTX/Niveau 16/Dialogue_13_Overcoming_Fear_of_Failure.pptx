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Overcoming Fear of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Overcoming Fear of Failure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Many people stop chasing their dreams because they fear failure.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.الناس يتوقفون عن ملاحقة أحلامهم لأنهم يخافون الفشل كثير من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Dialogue_13_Overcoming_Fear_of_Failure/01_Madani.mp3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Overcoming Fear of Failure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sometimes worry that I will not succeed even if I try hard.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.أقلق أحيانا من أنني لن أنجح حتى لو حاولت بجد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Dialogue_13_Overcoming_Fear_of_Failure/02_Oussama.mp3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Overcoming Fear of Failure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Failure is not the end. It is a teacher that shows us what to improve.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هو معلم يرينا ما يجب تحسينه.الفشل ليس النهاية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Dialogue_13_Overcoming_Fear_of_Failure/03_Islem.mp3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Overcoming Fear of Failure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I fail at something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فشلت في شيء مهم؟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Dialogue_13_Overcoming_Fear_of_Failure/04_Anes.mp3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Overcoming Fear of Failure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Learn the lesson, adjust your plan, and try again with more wisdom.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وحاول مرة أخرى بحكمة أكبر، عدل خطتك،تعلم الدرس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Dialogue_13_Overcoming_Fear_of_Failure/05_Madani.mp3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Overcoming Fear of Failure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Successful people failed many times before they succeeded.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.الناجحون فشلوا مرات كثيرة قبل أن ينجحوا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Dialogue_13_Overcoming_Fear_of_Failure/06_Oussama.mp3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Overcoming Fear of Failure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Fear of failure is normal, but we must not let it control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يجب ألا ندعوه يتحكم بنا،الخوف من الفشل طبيعي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Dialogue_13_Overcoming_Fear_of_Failure/07_Islem.mp3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Overcoming Fear of Failure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Courage is not the absence of fear. It is moving forward despite fear.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المضي قدما رغم الخوف.ليست غياب الخوف الشجاعة.نعم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Dialogue_13_Overcoming_Fear_of_Failure/08_Madani.mp3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