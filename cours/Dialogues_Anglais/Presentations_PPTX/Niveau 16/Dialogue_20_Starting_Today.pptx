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Starting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best time to start working for your dreams is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وقت للبدء في العمل من أجل أحلامكم هو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wait for the perfect moment. I will begin with what I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سأبدأ بما لدي.لن أنتظر اللحظة المثالية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Small actions started today become great achievements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.الأفعال الصغيرة التي تبدأ اليوم تصبح إنجازات عظيمة غدا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I do today for my future?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يمكنني أن أفعل اليوم من أجل مستقبلي؟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Study well, help at home, be kind, and thank Allah for this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واشكر الله على هذا اليوم، كن لطيفا،ساعد في البيت ،ادرس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Today’s effort is the seed of tomorrow’s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.جهد اليوم هو بذرة نجاح الغد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end this day better than I started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.سأنهي هذا اليوم أفضل مما بدأته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Starting Today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Make every day a brick in the building of your beautiful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اجعلوا كل يوم لبنة في بناء مستقبلكم الجميل.نعم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Dialogue_20_Starting_Today/08_Madani.mp3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