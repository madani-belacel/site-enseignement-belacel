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The Importance of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Importance of Education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Education is the key that opens many doors in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.التعليم هو المفتاح الذي يفتح أبوابا كثيرة في الحياة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Dialogue_11_The_Importance_of_Education/01_Madani.mp3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Importance of Education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Without knowledge it is hard to achieve our biggest dreams.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.بدون معرفة من الصعب تحقيق أكبر أحلامنا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Dialogue_11_The_Importance_of_Education/02_Oussama.mp3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Importance of Education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Education helps us understand the world and solve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.التعليم يساعدنا على فهم العالم وحل المشاكل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Dialogue_11_The_Importance_of_Education/03_Islem.mp3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Importance of Education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school the only place where we learn?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المدرسة هي المكان الوحيد الذي نتعلم فيه؟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Dialogue_11_The_Importance_of_Education/04_Anes.mp3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Importance of Education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We also learn from books, people, nature, and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نتعلم أيضا من الكتب والناس والطبيعة والتجربة.لا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Dialogue_11_The_Importance_of_Education/05_Madani.mp3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Importance of Education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my studies seriously because they shape my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.سأخذ دراستي على محمل الجد لأنها تشكل مستقبلي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Dialogue_11_The_Importance_of_Education/06_Oussama.mp3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Importance of Education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education is a gift we can also pass to others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.التعليم الجيد هدية يمكننا أيضا تمريرها للآخرين لاحقا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Dialogue_11_The_Importance_of_Education/07_Islem.mp3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Importance of Education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Seek knowledge from the cradle to the grave.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اطلبوا العلم من المهد إلى اللحد.نعم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Dialogue_11_The_Importance_of_Education/08_Madani.mp3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