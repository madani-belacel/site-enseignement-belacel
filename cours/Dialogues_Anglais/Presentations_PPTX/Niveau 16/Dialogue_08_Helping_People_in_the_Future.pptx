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Helping People in the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Helping People in the Future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best dreams are those that also help other people.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.أفضل الأحلام هي تلك التي تساعد الآخرين أيضا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Dialogue_8_Helping_People_in_the_Future/01_Madani.mp3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Helping People in the Future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want my future work to solve problems and reduce suffering.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.أريد أن يحل عملي المستقبلي المشاكل ويقلل المعاناة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Dialogue_8_Helping_People_in_the_Future/02_Oussama.mp3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Helping People in the Future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Helping others gives deeper meaning to our success.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.مساعدة الآخرين تعطي معنى أعمق لنجاحنا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Dialogue_8_Helping_People_in_the_Future/03_Islem.mp3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Helping People in the Future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children start helping people even now?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 للأطفال البدء في مساعدة الناس حتى الآن؟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Dialogue_8_Helping_People_in_the_Future/04_Anes.mp3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Helping People in the Future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Kindness, sharing, and studying hard are already ways to help.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.اللطف والمشاركة والدراسة بجد طرق للمساعدة بالفعل 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Dialogue_8_Helping_People_in_the_Future/05_Madani.mp3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Helping People in the Future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look for opportunities to serve my community as I grow.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.سأبحث عن فرص لخدمة مجتمعي وأنا أكبر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Dialogue_8_Helping_People_in_the_Future/06_Oussama.mp3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Helping People in the Future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life spent only for oneself feels empty. Service fills the heart.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الخدمة تملأ القلب.تقضى فقط من أجل النفس تبدو فارغة الحياة التي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Dialogue_8_Helping_People_in_the_Future/07_Islem.mp3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Helping People in the Future  |  📖 Niveau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Aim high for yourself and even higher for the good of 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اهدفوا عاليا لأنفسكم وأعلى من أجل خير الآخرين.نعم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Dialogue_8_Helping_People_in_the_Future/08_Madani.mp3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