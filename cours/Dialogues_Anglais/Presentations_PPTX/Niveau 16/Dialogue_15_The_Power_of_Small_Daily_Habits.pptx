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The Power of Small Daily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Power of Small Daily Habits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Big dreams are built by small daily habits repeated over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.تبنى بالعادات اليومية الصغيرة المتكررة على مدى سنوات الأحلام الكبيرة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Dialogue_15_The_Power_of_Small_Daily_Habits/01_Madani.mp3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Power of Small Daily Habits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Reading ten pages every day can turn into hundreds of 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.عشر صفحات كل يوم يمكن أن تتحول إلى مئات الكتب قراءة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Dialogue_15_The_Power_of_Small_Daily_Habits/02_Oussama.mp3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Power of Small Daily Habits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Practicing a skill for twenty minutes daily creates real mastery.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.على مهارة لمدة عشرين دقيقة يوميا يخلق إتقانا حقيقيا التدرب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Dialogue_15_The_Power_of_Small_Daily_Habits/03_Islem.mp3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Power of Small Daily Habits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small habit can I start today for my future?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الصغيرة التي يمكنني البدء بها اليوم من أجل مستقبلي؟ ما العادة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Dialogue_15_The_Power_of_Small_Daily_Habits/04_Anes.mp3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Power of Small Daily Habits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Choose one: reading, exercising, helping at home, or learning a new 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.أو التمرين أو المساعدة في البيت أو تعلم كلمة جديدة القراءة:اختر واحدة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Dialogue_15_The_Power_of_Small_Daily_Habits/05_Madani.mp3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Power of Small Daily Habits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start with a five-minute habit and increase it slowly.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.سأبدأ بعادة خمس دقائق وأزيدها ببطء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Dialogue_15_The_Power_of_Small_Daily_Habits/06_Oussama.mp3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Power of Small Daily Habits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Consistency is more powerful than occasional big efforts.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.الاستمرارية أقوى من الجهود الكبيرة العرضية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Dialogue_15_The_Power_of_Small_Daily_Habits/07_Islem.mp3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Power of Small Daily Habits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Guard your daily habits. They shape your destiny.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تشكل مصيركم. احموا عاداتكم اليومية.نعم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Dialogue_15_The_Power_of_Small_Daily_Habits/08_Madani.mp3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