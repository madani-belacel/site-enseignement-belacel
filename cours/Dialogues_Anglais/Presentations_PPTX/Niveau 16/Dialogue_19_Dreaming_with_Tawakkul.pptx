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Dreaming with Tawakkul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dream and work hard, then we put our trust in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نتوكل على الله،نحلم ونعمل بجد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Tawakkul means doing our best and leaving the result to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.التوكل يعني بذل قصارى جهدنا وترك النتيجة 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worry too much about the future. I will prepare and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سأستعد وأتوكل.لن أقلق كثيرا بشأن المستقبل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my dream does not come true the way I imagined?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يتحقق حلمي بالطريقة التي تخيلتها؟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Then Allah has something better or a different path prepared for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.إذن فالله قد أعد لك شيئا أفضل أو طريقا مختلفا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Tawakkul brings peace to the heart while we work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.التوكل يجلب السلام للقلب بينما نعمل بجد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success is when our effort is sincere and our trust is complete.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.النجاح الحقيقي هو عندما يكون جهدنا صادقا وتوكلنا كاملا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Dreaming with Tawakkul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Dream big, work hard, and sleep with a heart full of tawakkul.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وناموا بقلب مليء بالتوكل، اعملوا بجد، احلموا كبيرا.نعم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Dialogue_19_Dreaming_with_Tawakkul/08_Madani.mp3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