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Hopes for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Hopes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your hopes for the future of our family and community?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هي آمالكم لمستقبل عائلتنا ومجتمعنا؟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Dialogue_5_Hopes_for_the_Future/01_Madani.mp3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Hopes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we stay united, healthy, and helpful to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.آمل أن نبقى متحدين وصحيين ومفيدين للآخرين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Dialogue_5_Hopes_for_the_Future/02_Oussama.mp3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Hopes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more children get a good education and learn useful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.المزيد من الأطفال على تعليم جيد ويتعلموا مهارات مفيدة آمل أن يحصل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Dialogue_5_Hopes_for_the_Future/03_Islem.mp3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Hopes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everyone has enough food and a safe place to 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.آمل أن يكون لدى الجميع طعام كاف ومكان آمن للعيش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Dialogue_5_Hopes_for_the_Future/04_Anes.mp3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Hopes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Beautiful hopes. We can work towards them with our actions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العمل من أجلها بأفعالنا اليوم.آمال جميلة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Dialogue_5_Hopes_for_the_Future/05_Madani.mp3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Hopes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others and studying hard are ways to build a better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الآخرين والدراسة بجد طرق لبناء مستقبل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Dialogue_5_Hopes_for_the_Future/06_Oussama.mp3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Hopes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Hope without action is only a dream. Action turns hope into reality.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يحول الأمل إلى واقع.الأمل بدون عمل مجرد حلم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Dialogue_5_Hopes_for_the_Future/07_Islem.mp3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Hopes for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Keep hoping, keep working, and keep trusting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استمروا في الأمل والعمل والتوكل على الله.نعم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Dialogue_5_Hopes_for_the_Future/08_Madani.mp3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