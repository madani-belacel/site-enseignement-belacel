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Saving for My Dream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Saving for My Dream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 dreams need money and resources. Saving is a smart habit.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الادخار عادة ذكية.بعض الأحلام تحتاج إلى المال والموارد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Dialogue_10_Saving_for_My_Dream/01_Madani.mp3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Saving for My Dream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save a part of my pocket money every week.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.سأدخر جزءا من مصروفي كل أسبوع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Dialogue_10_Saving_for_My_Dream/02_Oussama.mp3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Saving for My Dream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Saving teaches patience and helps us buy important things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.الادخار يعلم الصبر ويساعدنا على شراء أشياء مهمة لاحقا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Dialogue_10_Saving_for_My_Dream/03_Islem.mp3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Saving for My Dream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save for a new bicycle or books?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الادخار من أجل دراجة جديدة أو كتب؟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Dialogue_10_Saving_for_My_Dream/04_Anes.mp3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Saving for My Dream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Decide your goal and put money aside regularly.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حدد هدفك وضع المال جانبا بانتظام.نعم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Dialogue_10_Saving_for_My_Dream/05_Madani.mp3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Saving for My Dream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spend all my money on small unnecessary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أنفق كل مالي على أشياء صغيرة غير ضرورية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Dialogue_10_Saving_for_My_Dream/06_Oussama.mp3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Saving for My Dream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person who saves is prepared for opportunities and difficulties.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.الشخص الذي يدخر مستعد للفرص والصعوبات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Dialogue_10_Saving_for_My_Dream/07_Islem.mp3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Saving for My Dream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Wise saving supports big dreams without creating debt.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الادخار الحكيم يدعم الأحلام الكبيرة دون خلق ديون.نعم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Dialogue_10_Saving_for_My_Dream/08_Madani.mp3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