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Dreams Need Patience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Big dreams do not come true overnight. They need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تحتاج إلى الصبر.الكبيرة لا تتحقق بين ليلة وضحاها الأحلام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sometimes feel frustrated when progress is slow.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أحيانا بالإحباط عندما يكون التقدم بطيئا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Patience helps us continue even when the results are not immediate.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.يساعدنا على الاستمرار حتى عندما لا تكون النتائج فورية الصبر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stay patient when my dream feels far away?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يمكنني أن أبقى صبورا عندما يبدو حلمي بعيدا؟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Focus on the next small step, not only on the final goal.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فقط على الهدف النهائي،الخطوة الصغيرة التالية ركز على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Celebrating small successes keeps me motivated.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.الاحتفال بالنجاحات الصغيرة يبقيني متحفزا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Prophet taught us that the best deeds are those done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.علمنا النبي أن أفضل الأعمال هي التي تفعل بانتظام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Dreams Need Patience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Patience and consistency open the doors of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الصبر والاستمرارية يفتحان أبواب النجاح.نعم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Dialogue_6_Dreams_Need_Patience/08_Madani.mp3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