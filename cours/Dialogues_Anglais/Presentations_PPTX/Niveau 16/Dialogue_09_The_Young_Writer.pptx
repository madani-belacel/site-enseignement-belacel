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The Young Writer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Young Writer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One day I want to write books that inspire children and adults.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.يوما ما أريد كتابة كتب تلهم الأطفال والكبار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Dialogue_9_The_Young_Writer/01_Islem.mp3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Young Writer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a beautiful dream. Writing can change hearts and minds.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الكتابة يمكن أن تغير القلوب والعقول.هذا حلم جميل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Dialogue_9_The_Young_Writer/02_Madani.mp3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Young Writer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writers read a lot and practice writing regularly.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.الكتاب الجيدون يقرأون كثيرا ويتدربون على الكتابة بانتظام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Dialogue_9_The_Young_Writer/03_Oussama.mp3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Young Writer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start writing short stories now?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البدء في كتابة قصص قصيرة الآن؟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Dialogue_9_The_Young_Writer/04_Anes.mp3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Young Writer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Start with small stories and improve them step by step.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ابدأ بقصص صغيرة وحسنها خطوة بخطوة.نعم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Dialogue_9_The_Young_Writer/05_Madani.mp3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Young Writer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keep a notebook for my ideas and new words.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.سأحتفظ بدفتر لأفكاري والكلمات الجديدة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Dialogue_9_The_Young_Writer/06_Islem.mp3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Young Writer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Stories can teach values, courage, and kindness in a powerful 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 أن تعلم القيم والشجاعة واللطف بطريقة قوية القصص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Dialogue_9_The_Young_Writer/07_Oussama.mp3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Young Writer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Use your pen for goodness and truth.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استخدموا قلمكم للخير والحقيقة.نعم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Dialogue_9_The_Young_Writer/08_Madani.mp3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