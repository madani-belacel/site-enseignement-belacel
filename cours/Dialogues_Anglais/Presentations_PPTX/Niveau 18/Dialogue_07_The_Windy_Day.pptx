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The Windy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is strong today. Listen to the trees moving.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استمعوا إلى الأشجار تتحرك.الرياح قوية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the leaves rustling and the branches shaking.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سماع الأوراق تتحرك والأغصان تهتز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helps some plants spread their seeds far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تساعد بعض النباتات على نشر بذورها بعيدا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fly a kite when the wind is strong like this?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تطيير طائرة ورقية عندما تكون الرياح قوية هكذا؟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in an open and safe place away from roads.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في مكان مفتوح وآمن بعيدا عن الطرق،نعم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Strong wind can also make the weather feel cooler.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القوية يمكن أن تجعل الطقس يبدو أكثر برودة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feeling of the wind on my face when we walk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بالرياح على وجهي عندما نمشي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Windy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 is part of the beautiful system Allah created for the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.الرياح جزء من النظام الجميل الذي خلقه الله للأرض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Dialogue_7_The_Windy_Day/08_Madani.mp3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