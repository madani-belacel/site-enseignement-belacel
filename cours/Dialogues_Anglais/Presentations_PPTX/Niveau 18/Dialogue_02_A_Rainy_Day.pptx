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A Rainy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 Rainy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 outside. It is raining heavily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إنها تمطر بغزارة اليوم.انظروا إلى الخارج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Dialogue_2_A_Rainy_Day/01_Madani.mp3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 Rainy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love the sound of rain on the windows and the roof.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صوت المطر على النوافذ والسقف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Dialogue_2_A_Rainy_Day/02_Oussama.mp3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 Rainy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Rain is good for the plants, trees, and the earth.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.المطر جيد للنباتات والأشجار والأرض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Dialogue_2_A_Rainy_Day/03_Islem.mp3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 Rainy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go out and play in the rain with our boots?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الخروج واللعب في المطر بأحذيتنا؟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Dialogue_2_A_Rainy_Day/04_Anes.mp3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 Rainy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Not when the rain is this strong. We can watch it from inside.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يمكننا مشاهدته من الداخل.عندما يكون المطر قويا هكذا ليس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Dialogue_2_A_Rainy_Day/05_Madani.mp3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 Rainy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the rain, the air smells fresh and clean.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الهواء تفوح منه رائحة منعشة ونظيفة،بعد المطر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Dialogue_2_A_Rainy_Day/06_Oussama.mp3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 Rainy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Sometimes we see a rainbow after the rain stops.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.أحيانا نرى قوس قزح بعد توقف المطر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Dialogue_2_A_Rainy_Day/07_Islem.mp3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 Rainy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Rain is a mercy from Allah that brings life to the land.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المطر رحمة من الله تجلب الحياة إلى الأرض.نعم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Dialogue_2_A_Rainy_Day/08_Madani.mp3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