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Preparing for Winter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Preparing for Winter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Winter is coming. We should prepare the house and our clothes.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نستعد البيت وملابسنا.الشتاء قادم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Dialogue_17_Preparing_for_Winter/01_Madani.mp3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Preparing for Winter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out my warm jackets, scarves, and gloves.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.سأخرج ستراتي الدافئة وأوشحتي وقفازاتي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Dialogue_17_Preparing_for_Winter/02_Oussama.mp3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Preparing for Winter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also check the windows and make sure they close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أيضا أن نتحقق من النوافذ ونتأكد من أنها تغلق جيدا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Dialogue_17_Preparing_for_Winter/03_Islem.mp3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Preparing for Winter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buy some hot chocolate for cold evenings?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يمكننا شراء بعض الشوكولاتة الساخنة للأمسيات الباردة؟ هل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Dialogue_17_Preparing_for_Winter/04_Anes.mp3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Preparing for Winter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Warm drinks and blankets make winter evenings cozy.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.الدافئة والبطانيات تجعل أمسيات الشتاء مريحة المشروبات.نعم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Dialogue_17_Preparing_for_Winter/05_Madani.mp3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Preparing for Winter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Preparing early helps us face the cold without stress.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.الاستعداد مبكرا يساعدنا على مواجهة البرد دون توتر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Dialogue_17_Preparing_for_Winter/06_Oussama.mp3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Preparing for Winter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help put the summer clothes away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.سأساعد في وضع ملابس الصيف بعيدا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Dialogue_17_Preparing_for_Winter/07_Islem.mp3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Preparing for Winter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Good preparation is half of a comfortable winter.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التحضير الجيد نصف شتاء مريح.ممتاز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Dialogue_17_Preparing_for_Winter/08_Madani.mp3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