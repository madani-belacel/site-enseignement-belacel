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The First Day of Spring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First Day of Spring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is the first day of spring. How do you feel?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تشعرون؟.اليوم هو أول يوم في الربيع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Dialogue_16_The_First_Day_of_Spring/01_Madani.mp3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First Day of Spring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happy. The days are becoming longer and warmer.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الأيام تصبح أطول وأكثر دفئا.أشعر بالسعادة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Dialogue_16_The_First_Day_of_Spring/02_Oussama.mp3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First Day of Spring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already see some small flowers starting to open.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بالفعل رؤية بعض الزهور الصغيرة تبدأ في التفتح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Dialogue_16_The_First_Day_of_Spring/03_Islem.mp3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First Day of Spring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go for a walk to celebrate the new season?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الذهاب في نزهة للاحتفال بالفصل الجديد؟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Dialogue_16_The_First_Day_of_Spring/04_Anes.mp3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First Day of Spring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Spring is a perfect time to enjoy nature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الربيع وقت مثالي للاستمتاع بالطبيعة معا.نعم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Dialogue_16_The_First_Day_of_Spring/05_Madani.mp3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First Day of Spring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Spring reminds us that after every winter there is renewal.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.الربيع يذكرنا أنه بعد كل شتاء هناك تجدد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Dialogue_16_The_First_Day_of_Spring/06_Oussama.mp3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First Day of Spring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open the windows and let the fresh spring air into the 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.سأفتح النوافذ وأدع هواء الربيع النقي يدخل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Dialogue_16_The_First_Day_of_Spring/07_Islem.mp3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First Day of Spring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Welcome the new season with gratitude and joy.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رحبوا بالفصل الجديد بالامتنان والفرح.نعم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Dialogue_16_The_First_Day_of_Spring/08_Madani.mp3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