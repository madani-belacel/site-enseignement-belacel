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Seasons and Farming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Seasons and Farming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Farmers depend on the seasons to grow their crops.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.يعتمد المزارعون على الفصول لزراعة محاصيلهم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Dialogue_8_Seasons_and_Farming/01_Madani.mp3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Seasons and Farming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spring they plant seeds. In summer the plants grow.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في الصيف تنمو النباتات.في الربيع يزرعون البذور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Dialogue_8_Seasons_and_Farming/02_Oussama.mp3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Seasons and Farming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autumn they harvest the fruits and vegetables.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الخريف يحصدون الفواكه والخضروات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Dialogue_8_Seasons_and_Farming/03_Islem.mp3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Seasons and Farming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farmers do in winter?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يفعل المزارعون في الشتاء؟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Dialogue_8_Seasons_and_Farming/04_Anes.mp3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Seasons and Farming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rest the land, repair tools, and prepare for the next season.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ويستعدون للموسم التالي، ويصلحون الأدوات،الأرض يريحون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Dialogue_8_Seasons_and_Farming/05_Madani.mp3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Seasons and Farming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Without the right weather, farming becomes very difficult.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تصبح الزراعة صعبة جدا،بدون الطقس المناسب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Dialogue_8_Seasons_and_Farming/06_Oussama.mp3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Seasons and Farming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Rain, sun, and mild temperatures all help the plants grow.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.ودرجات الحرارة المعتدلة كلها تساعد النباتات على النمو المطر والشمس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Dialogue_8_Seasons_and_Farming/07_Islem.mp3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Seasons and Farming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seasons work together to feed people and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الفصول تعمل معا لإطعام الناس والحيوانات.نعم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Dialogue_8_Seasons_and_Farming/08_Madani.mp3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