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A Hot Summer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Hot Summer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weather is very hot today. Stay in the shade when you 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ابقوا في الظل عندما تستطيعون.الطقس حار جدا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Dialogue_4_A_Hot_Summer_Day/01_Madani.mp3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Hot Summer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thirsty. Can I drink some cold water?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شرب بعض الماء البارد؟.أشعر بالعطش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Dialogue_4_A_Hot_Summer_Day/02_Oussama.mp3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Hot Summer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wear light clothes and a hat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نرتدي ملابس خفيفة وقبعة في الخارج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Dialogue_4_A_Hot_Summer_Day/03_Islem.mp3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Hot Summer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play in the water to cool down?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اللعب في الماء لتبريد أنفسنا؟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Dialogue_4_A_Hot_Summer_Day/04_Anes.mp3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Hot Summer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not for too long under the strong sun.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ليس لفترة طويلة تحت الشمس القوية،نعم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Dialogue_4_A_Hot_Summer_Day/05_Madani.mp3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Hot Summer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Hot weather makes us feel tired more quickly.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.الطقس الحار يجعلنا نشعر بالتعب بسرعة أكبر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Dialogue_4_A_Hot_Summer_Day/06_Oussama.mp3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Hot Summer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Drinking a lot of water helps us stay healthy in summer.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.الكثير من الماء يساعدنا على البقاء بصحة جيدة في الصيف شرب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Dialogue_4_A_Hot_Summer_Day/07_Islem.mp3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A Hot Summer Day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Take care of yourselves carefully in hot weather.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اعتنوا بأنفسكم بعناية في الطقس الحار.نعم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Dialogue_4_A_Hot_Summer_Day/08_Madani.mp3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