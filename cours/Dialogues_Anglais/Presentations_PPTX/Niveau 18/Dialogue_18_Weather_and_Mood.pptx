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Weather and Mood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Have you noticed that the weather can affect our mood?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لاحظتم أن الطقس يمكن أن يؤثر على مزاجنا؟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On sunny days I usually feel more energetic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الأيام المشمسة أشعر عادة بمزيد من الطاقة والسعادة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dark rainy days I sometimes feel a little quieter and calmer.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الأيام الممطرة الداكنة أشعر أحيانا بهدوء وسكينة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the weather makes me feel low?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جعلني الطقس أشعر بالإحباط؟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something you enjoy indoors: read, draw, play a game, or talk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اقرأ أو ارسم أو العب لعبة أو تحدث معنا:به في الداخل افعل شيئا تستمتع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not to let the weather control my whole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ألا أدع الطقس يتحكم في يومي 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positive attitude can shine even on the cloudiest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.الموقف الإيجابي يمكن أن يسطع حتى في أكثر الأيام غيوما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Weather and Mood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Our inner weather is more important than the weather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طقسنا الداخلي أهم من الطقس في الخارج.نعم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Dialogue_18_Weather_and_Mood/08_Madani.mp3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