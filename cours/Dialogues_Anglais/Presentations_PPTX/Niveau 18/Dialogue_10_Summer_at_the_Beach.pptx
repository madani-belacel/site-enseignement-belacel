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Dialogue 10 — Summer at the Beach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  <a:latin typeface="Calibri"/>
              </a:defRPr>
            </a:pPr>
            <a:r>
              <a:t>📖 Niveau 18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C0A8"/>
                </a:solidFill>
                <a:latin typeface="Calibri"/>
              </a:defRPr>
            </a:pPr>
            <a:r>
              <a:t>Dr. BELACEL Madani — Université de Mostaganem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0B088"/>
                </a:solidFill>
                <a:latin typeface="Calibri"/>
              </a:defRPr>
            </a:pPr>
            <a:r>
              <a:t>Dialogue 10 / 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10 — Summer at the Beach  |  📖 Niveau 18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In summer we often go to the beach. Are you excited?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هل أنتم متحمسون؟.الصيف غالبا ما نذهب إلى الشاطئ في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Dialogue_10_Summer_at_the_Beach/01_Madani.mp3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10 — Summer at the Beach  |  📖 Niveau 18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Yes! I love the sea, the sand, and the sound of the waves.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.نعم! أحب البحر والرمل وصوت الأمواج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Dialogue_10_Summer_at_the_Beach/02_Oussama.mp3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10 — Summer at the Beach  |  📖 Niveau 18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3/8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will take my bucket and build a big sandcastle.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.سآخذ دلوتي وأبني قلعة رملية كبيرة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Dialogue_10_Summer_at_the_Beach/03_Islem.mp3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10 — Summer at the Beach  |  📖 Niveau 18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4/8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Anes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Can we swim in the water, Dad?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هل يمكننا السباحة في الماء يا أبي؟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Dialogue_10_Summer_at_the_Beach/04_Anes.mp3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10 — Summer at the Beach  |  📖 Niveau 18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5/8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Yes, but only in the safe area and with me watching closely.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لكن فقط في المنطقة الآمنة وأنا أراقب عن كثب،نعم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Dialogue_10_Summer_at_the_Beach/05_Madani.mp3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10 — Summer at the Beach  |  📖 Niveau 18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6/8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will bring sunscreen and a big umbrella for shade.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.سأحضر واقي الشمس ومظلة كبيرة للظل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Dialogue_10_Summer_at_the_Beach/06_Oussama.mp3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10 — Summer at the Beach  |  📖 Niveau 18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7/8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The beach is a perfect place to relax and play as a family.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.الشاطئ مكان مثالي للاسترخاء واللعب كعائلة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Dialogue_10_Summer_at_the_Beach/07_Islem.mp3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10 — Summer at the Beach  |  📖 Niveau 18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8/8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Enjoy the sun, the sea, and the time together safely.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.استمتعوا بالشمس والبحر والوقت معا بأمان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Dialogue_10_Summer_at_the_Beach/08_Madani.mp3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