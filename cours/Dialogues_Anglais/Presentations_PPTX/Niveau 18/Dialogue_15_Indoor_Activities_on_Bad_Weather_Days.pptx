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Indoor Activities on Bad Weather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the weather is bad, we can still have a good time indoors.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ما زال بإمكاننا قضاء وقت جيد في الداخل،الطقس سيئا عندما يكون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play board games, read stories, or draw pictures.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.يمكننا لعب ألعاب الطاولة أو قراءة القصص أو رسم الصور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building things with blocks or solving puzzles on rainy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.بناء الأشياء بالمكعبات أو حل الألغاز في الأيام الممطرة أحب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bake cookies together when it rains?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خبز البسكويت معا عندما تمطر؟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Cooking together is a perfect indoor activity.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الطبخ معا نشاط داخلي مثالي.نعم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Bad weather days can become special family moments.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.أيام الطقس السيئ يمكن أن تصبح لحظات عائلية 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complain about the rain. I will find something fun to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سأجد شيئا ممتعا لأفعله.لن أشكو من المطر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Indoor Activities on Bad Weather Days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positive attitude turns any weather into an opportunity.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الموقف الإيجابي يحول أي طقس إلى فرصة.ممتاز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Dialogue_15_Indoor_Activities_on_Bad_Weather_Days/08_Madani.mp3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