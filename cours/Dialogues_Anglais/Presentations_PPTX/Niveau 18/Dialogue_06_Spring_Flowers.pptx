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Spring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Spring Flowers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Spring has arrived. Look at the colorful flowers in the garden.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انظروا إلى الزهور الملونة في الحديقة.لقد وصل الربيع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Dialogue_6_Spring_Flowers/01_Madani.mp3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Spring Flowers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red roses, yellow daisies, and purple flowers.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رؤية ورود حمراء وأقحوان أصفر وزهور بنفسجية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Dialogue_6_Spring_Flowers/02_Oussama.mp3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Spring Flowers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Flowers make the garden look happy and full of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.الزهور تجعل الحديقة تبدو سعيدة ومليئة بالحياة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Dialogue_6_Spring_Flowers/03_Islem.mp3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Spring Flowers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pick some flowers for Mom?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قطف بعض الزهور لأمي؟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Dialogue_6_Spring_Flowers/04_Anes.mp3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Spring Flowers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a few, and be careful not to damage the plants.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وكن حذرا حتى لا تتلف النباتات، لكن القليل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Dialogue_6_Spring_Flowers/05_Madani.mp3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Spring Flowers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Flowers need water, sunlight, and care to grow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.الزهور تحتاج إلى الماء وضوء الشمس والرعاية لتنمو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Dialogue_6_Spring_Flowers/06_Oussama.mp3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Spring Flowers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sweet smell of the flowers in the morning 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الرائحة الحلوة للزهور في هواء الصباح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Dialogue_6_Spring_Flowers/07_Islem.mp3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Spring Flowers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Flowers are a gentle reminder of the beauty of creation.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الزهور تذكير لطيف بجمال الخلق.نعم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Dialogue_6_Spring_Flowers/08_Madani.mp3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