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20 — Thanking Allah for the Seasons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20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Thanking Allah for the Seasons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Every season is a gift from Allah. We should be grateful for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يجب أن نكون ممتنين لها.كل فصل هدية من الله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Dialogue_20_Thanking_Allah_for_the_Seasons/01_Madani.mp3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Thanking Allah for the Seasons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Alhamdulillah for the warmth of summer and the rest of winter.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.الحمد لله على دفء الصيف وراحة الشتاء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Dialogue_20_Thanking_Allah_for_the_Seasons/02_Oussama.mp3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Thanking Allah for the Seasons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Alhamdulillah for the flowers of spring and the colors of autumn.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.الحمد لله على زهور الربيع وألوان الخريف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Dialogue_20_Thanking_Allah_for_the_Seasons/03_Islem.mp3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Thanking Allah for the Seasons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can we show gratitude for the seasons?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كيف يمكننا إظهار الامتنان للفصول؟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Dialogue_20_Thanking_Allah_for_the_Seasons/04_Anes.mp3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Thanking Allah for the Seasons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By enjoying them responsibly, protecting nature, and remembering Allah.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وتذكر الله، وحماية الطبيعة،بالاستمتاع بها بمسؤولية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Dialogue_20_Thanking_Allah_for_the_Seasons/05_Madani.mp3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Thanking Allah for the Seasons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try not to complain about the weather and see the good in each season.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.سأحاول ألا أشكو من الطقس وأرى الخير في كل فصل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Dialogue_20_Thanking_Allah_for_the_Seasons/06_Oussama.mp3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Thanking Allah for the Seasons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variety of seasons makes life richer and more interesting.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.تنوع الفصول يجعل الحياة أغنى وأكثر إثارة للاهتمام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Dialogue_20_Thanking_Allah_for_the_Seasons/07_Islem.mp3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Thanking Allah for the Seasons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Grateful hearts find beauty in every kind of weather.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القلوب الشاكرة تجد الجمال في كل نوع من الطقس.نعم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Dialogue_20_Thanking_Allah_for_the_Seasons/08_Madani.mp3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