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Winter and Warm Clothes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cold outside today. Wear your warm jackets and scarves.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ارتدوا ستراتكم الدافئة وأوشحتكم.بارد في الخارج اليوم الجو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put on my thick socks and my winter coat.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.ارتديت جواربي السميكة ومعطفي الشتوي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Cold weather makes me want to drink hot tea or warm milk.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.البارد يجعلني أريد شرب الشاي الساخن أو الحليب الدافئ الطقس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stay inside and read stories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البقاء في الداخل وقراءة القصص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On cold days it is nice to stay warm at home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الأيام الباردة من الجميل البقاء دافئين في البيت معا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feeling of a warm blanket on cold nights.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ببطانية دافئة في الليالي الباردة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Winter has its own special beauty and calm atmosphere.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.الشتاء له جماله وهدوؤه الخاص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Winter and Warm Clothes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kind of weather has something good to offer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نوع من الطقس له شيء جيد يقدمه لنا.نعم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Dialogue_5_Winter_and_Warm_Clothes/08_Madani.mp3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