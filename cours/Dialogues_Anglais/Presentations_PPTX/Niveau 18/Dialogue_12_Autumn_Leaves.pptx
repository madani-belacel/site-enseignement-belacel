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Autumn Leaves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trees. The leaves are turning yellow, orange, and 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الأوراق تتحول إلى الأصفر والبرتقالي والأحمر.إلى الأشجار انظروا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Autumn is beautiful because of the colorful falling leaves.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.الخريف جميل بسبب الأوراق الملونة المتساقطة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walking on the dry leaves and hearing the crunching sound.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المشي على الأوراق الجافة وسماع صوت الطحن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collect some beautiful leaves for a school project?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جمع بعض الأوراق الجميلة لمشروع مدرسي؟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Choose the nicest ones and press them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اختاروا أجملها واضغطوها بعناية.نعم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autumn the air becomes cooler and the days grow shorter.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الخريف يصبح الهواء أكثر برودة وتصبح الأيام أقصر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falling leaves remind us that change is part of nature’s cycle.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.الأوراق المتساقطة تذكرنا أن التغيير جزء من دورة 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Autumn Leaves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season teaches us something about life and renewal.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فصل يعلمنا شيئا عن الحياة والتجدد.نعم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Dialogue_12_Autumn_Leaves/08_Madani.mp3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