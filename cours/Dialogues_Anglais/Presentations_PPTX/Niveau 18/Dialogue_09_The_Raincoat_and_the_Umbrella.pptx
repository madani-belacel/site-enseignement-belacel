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The Raincoat and the Umbrella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might rain this afternoon. Take your raincoat and umbrella.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خذوا معطف المطر والمظلة.قد تمطر هذا بعد الظهر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put my raincoat in my school bag just in case.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.سأضع معطف المطر في حقيبتي المدرسية تحسبا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umbrella keeps us dry and protects our books from water.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.المظلة تبقيينا جافين وتحمي كتبنا من 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share my umbrella with a friend if it rains hard?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مشاركة مظلتي مع صديق إذا أمطرت بغزارة؟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Sharing is a kind thing to do in rainy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المشاركة شيء لطيف نفعله في الطقس الممطر.نعم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Being prepared for rain saves us from getting wet and cold.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.الاستعداد للمطر ينقذنا من البلل والبرد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check the weather forecast before leaving the house.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.سأتحقق من توقعات الطقس قبل مغادرة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The Raincoat and the Umbrella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A prepared person is never surprised by the weather.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الشخص المستعد لا يتفاجأ أبدا بالطقس.ممتاز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Dialogue_9_The_Raincoat_and_the_Umbrella/08_Madani.mp3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