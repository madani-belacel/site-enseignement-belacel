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Checking the Weather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we plan outdoor activities, we should check the weather forecast.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نتحقق من توقعات الطقس،لأنشطة خارجية قبل التخطيط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it will rain, we need umbrellas and waterproof jackets.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مظلات وسترات مقاومة للماء،إذا كان سيمطر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it will be very hot, we need light clothes, hats, and extra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ملابس خفيفة وقبعات وماء إضافي،حارا جدا إذا كان الجو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know the weather in advance?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نعرف الطقس مسبقا؟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look at the weather app or listen to the news.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النظر إلى تطبيق الطقس أو الاستماع إلى الأخبار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for the weather makes our plans safer and more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.الاستعداد للطقس يجعل خططنا أكثر أمانا وراحة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the forecast every morning before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التوقعات كل صباح قبل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Checking the Weather Forecast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smart person always prepares for different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الشخص الذكي يستعد دائما لطقس مختلف.ممتاز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Dialogue_11_Checking_the_Weather_Forecast/08_Madani.mp3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