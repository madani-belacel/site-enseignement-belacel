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Respecting Nature in Every Season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every season we should respect and protect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كل فصل يجب أن نحترم الطبيعة ونحميها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not throw trash in the park or on the beach.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أرمي القمامة في الحديقة أو على الشاطئ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spring and summer I will be careful not to damage young plants.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.الربيع والصيف سأكون حذرا حتى لا أتلف النباتات الصغيرة في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plant a tree this year to help nature?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زراعة شجرة هذا العام لمساعدة الطبيعة؟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Planting a tree is a beautiful gift to the future.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زراعة شجرة هدية جميلة للمستقبل.نعم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Protecting nature is part of being a responsible human being.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.حماية الطبيعة جزء من كوننا بشرا مسؤولين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air, clean water, and green spaces are gifts we must preserve.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.النظيف والمساحات الخضراء هدايا يجب أن نحافظ عليها الهواء النظيف والماء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Respecting Nature in Every Season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Take care of the earth in every season. It takes care of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تعتني بنا. اعتنوا بالأرض في كل فصل.نعم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Dialogue_19_Respecting_Nature_in_Every_Season/08_Madani.mp3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