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Dressing for the Weather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Choosing the right clothes for the weather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.اختيار الملابس المناسبة للطقس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cold weather I wear layers: a shirt, a sweater, and a jacket.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قميصا وسترة وجاكيت:في الطقس البارد أرتدي طبقات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hot weather light and loose clothes keep me cooler.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.الحار الملابس الخفيفة والفضفاضة تجعلني أكثر برودة في الطقس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wear when it rains?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أرتدي عندما تمطر؟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raincoat, waterproof shoes, and maybe an umbrella.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.معطف مطر وأحذية مقاومة للماء وربما مظلة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Dressing correctly protects us from colds and discomfort.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.اللبس الصحيح يحمينا من نزلات البرد وعدم الراحة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check the weather before choosing my clothes every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.سأتحقق من الطقس قبل اختيار ملابسي كل 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Dressing for the Weather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Smart clothing choices make every day more comfortable.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اختيارات الملابس الذكية تجعل كل يوم أكثر راحة.نعم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Dialogue_14_Dressing_for_the_Weather/08_Madani.mp3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