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Thunder and Lightning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I heard a loud sound! What was that?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سمعت صوتا عاليا! ما هذا؟،أبي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was thunder. It comes with the lightning during a storm.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يأتي مع البرق أثناء العاصفة.هذا كان الرعد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Lightning is the bright light we see in the sky during a storm.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.البرق هو الضوء الساطع الذي نراه في السماء أثناء العاصفة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Thunder is the sound that follows the lightning.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.الرعد هو الصوت الذي يتبع البرق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Stay inside during strong storms. It is safer.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أكثر أمانا.ابقوا في الداخل أثناء العواصف القوية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scared of the loud thunder.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خائف قليلا من الرعد العالي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normal. Hold my hand. We are safe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نحن آمنون في البيت. أمسك بيدي.هذا طبيعي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Thunder and Lightning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storm, the air usually becomes cooler and fresher.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يصبح الهواء عادة أكثر برودة وانتعاشا،بعد العاصفة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Dialogue_13_Thunder_and_Lightning/08_Oussama.mp3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