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 — What's the Weather Like?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the Weather Like?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Good morning, boys. What is the weather like today?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كيف هو الطقس اليوم؟.صباح الخير يا أولاد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Dialogue_1_What_s_the_Weather_Like/01_Madani.mp3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the Weather Like?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is sunny and warm. The sky is clear and blue.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السماء صافية وزرقاء.إنه مشمس ودافئ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Dialogue_1_What_s_the_Weather_Like/02_Oussama.mp3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the Weather Like?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can feel a light breeze through the open window.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.أستطيع الشعور بنسيم خفيف من خلال النافذة المفتوحة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Dialogue_1_What_s_the_Weather_Like/03_Islem.mp3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the Weather Like?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Can we play outside after school if the weather stays good?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يمكننا اللعب في الخارج بعد المدرسة إذا بقي الطقس جيدا؟ هل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Dialogue_1_What_s_the_Weather_Like/04_Anes.mp3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the Weather Like?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Yes, but always check the weather before making plans.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تحققوا دائما من الطقس قبل وضع الخطط،نعم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Dialogue_1_What_s_the_Weather_Like/05_Madani.mp3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the Weather Like?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Knowing the weather helps us choose the right clothes.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.معرفة الطقس تساعدنا على اختيار الملابس المناسبة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Dialogue_1_What_s_the_Weather_Like/06_Oussama.mp3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the Weather Like?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will look at the weather forecast every morning.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.سأنظر إلى توقعات الطقس كل صباح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Dialogue_1_What_s_the_Weather_Like/07_Islem.mp3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 — What's the Weather Like?  |  📖 Niveau 18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Excellent. Being prepared for the weather is a smart habit.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الاستعداد للطقس عادة ذكية.ممتاز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Dialogue_1_What_s_the_Weather_Like/08_Madani.mp3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