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The New Teacher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New Teacher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have a new English teacher this year. She is very kind.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لطيفة جدا.لدينا معلمة إنجليزية جديدة هذا العام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Dialogue_4_The_New_Teacher/01_Oussama.mp3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New Teacher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She explains the lessons clearly and smiles a 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.هي تشرح الدروس بوضوح وتبتسم كثيرا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Dialogue_4_The_New_Teacher/02_Islem.mp3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New Teacher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She gives us stars when we answer correctly.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.هي تعطينا نجوما عندما نجيب بشكل صحيح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Dialogue_4_The_New_Teacher/03_Anes.mp3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New Teacher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teacher makes learning enjoyable and useful.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.المعلمة الجيدة تجعل التعلم ممتعا ومفيدا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Dialogue_4_The_New_Teacher/04_Madani.mp3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New Teacher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listen carefully and respect her always.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.سأستمع جيدا وأحترمها دائما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Dialogue_4_The_New_Teacher/05_Oussama.mp3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New Teacher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She encourages us to ask questions when we do not understand.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.هي تشجعنا على طرح الأسئلة عندما لا نفهم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Dialogue_4_The_New_Teacher/06_Islem.mp3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New Teacher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her. She makes me want to study more.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تجعلني أريد الدراسة أكثر.أحبها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Dialogue_4_The_New_Teacher/07_Anes.mp3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New Teacher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May Allah bless all good teachers who help children learn.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المعلمين الجيدين الذين يساعدون الأطفال على التعلم بارك الله في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Dialogue_4_The_New_Teacher/08_Madani.mp3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