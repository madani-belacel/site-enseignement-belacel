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Getting Ready in the Morning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Getting Ready in the Morning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Wake up, boys! It is time to get ready for school.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.استيقظوا يا أولاد! حان وقت الاستعداد للمدرسة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Dialogue_11_Getting_Ready_in_the_Morning/01_Madani.mp3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Getting Ready in the Morning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wash my face, brush my teeth, and put on my uniform.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.سأغسل وجهي وأسنانى وأرتدي زيي المدرسي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Dialogue_11_Getting_Ready_in_the_Morning/02_Oussama.mp3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Getting Ready in the Morning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checked my bag last night. Everything is ready.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كل شيء جاهز.فحصت حقيبتي الليلة الماضية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Dialogue_11_Getting_Ready_in_the_Morning/03_Islem.mp3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Getting Ready in the Morning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help me tie my shoes, please?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يمكنك مساعدتي في ربط حذائي من فضلك؟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Dialogue_11_Getting_Ready_in_the_Morning/04_Anes.mp3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Getting Ready in the Morning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Now eat a good breakfast before we leave.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الآن تناولوا فطورا جيدا قبل أن نغادر.بالطبع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Dialogue_11_Getting_Ready_in_the_Morning/05_Madani.mp3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Getting Ready in the Morning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good morning routine makes the whole day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.الروتين الصباحي الجيد يجعل اليوم كله أفضل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Dialogue_11_Getting_Ready_in_the_Morning/06_Oussama.mp3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Getting Ready in the Morning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leave home early so I am not late.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.سأغادر المنزل مبكرا حتى لا أتأخر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Dialogue_11_Getting_Ready_in_the_Morning/07_Islem.mp3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Getting Ready in the Morning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Being on time is a sign of respect and responsibility.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الالتزام بالمواعيد علامة على الاحترام والمسؤولية.ممتاز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Dialogue_11_Getting_Ready_in_the_Morning/08_Madani.mp3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