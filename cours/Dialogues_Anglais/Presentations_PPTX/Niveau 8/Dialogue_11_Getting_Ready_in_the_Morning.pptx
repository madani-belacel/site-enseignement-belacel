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Getting Ready in the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Wake up, boys! It is time to get ready for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.استيقظوا يا أولاد! حان وقت الاستعداد للمدرسة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my face, brush my teeth, and put on my uniform.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وجهي وأسنانى وأرتدي زيي المدرسي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checked my bag last night. Everything is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شيء جاهز.فحصت حقيبتي الليلة الماضية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help me tie my shoes,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ربط حذائي من فضلك؟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Now eat a good breakfast before we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الآن تناولوا فطورا جيدا قبل أن نغادر.بالطبع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morning routine makes the whole day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.الروتين الصباحي الجيد يجعل اليوم كله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leave home early so I am not 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.سأغادر المنزل مبكرا حتى لا أتأخر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Getting Ready in the Morning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Being on time is a sign of respect and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الالتزام بالمواعيد علامة على الاحترام والمسؤولية.ممتاز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Dialogue_11_Getting_Ready_in_the_Morning/08_Madani.mp3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