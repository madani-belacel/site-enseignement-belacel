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Being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Being On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Being on time is a very important habit at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.الالتزام بالمواعيد عادة مهمة جدا في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Dialogue_14_Being_On_Time/01_Madani.mp3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Being On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try to arrive a few minutes early.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.أحاول دائما الوصول قبل بضع دقائق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Dialogue_14_Being_On_Time/02_Oussama.mp3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Being On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Being late disturbs the class and shows lack of respect.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.التأخر يزعج الصف ويظهر قلة الاحترام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Dialogue_14_Being_On_Time/03_Islem.mp3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Being On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I am late one 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تأخرت يوما ما؟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Dialogue_14_Being_On_Time/04_Anes.mp3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Being On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Enter quietly, apologize, and sit down without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واجلس دون ضوضاء، اعتذر،ادخل بهدوء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Dialogue_14_Being_On_Time/05_Madani.mp3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Being On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Preparing the bag at night helps me not to be 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.تجهيز الحقيبة ليلا يساعدني على عدم التأخر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Dialogue_14_Being_On_Time/06_Oussama.mp3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Being On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routine in the morning saves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.الروتين الجيد في الصباح يوفر الوقت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Dialogue_14_Being_On_Time/07_Islem.mp3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Being On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Punctuality is a sign of a responsible student.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الالتزام بالمواعيد علامة على طالب مسؤول.نعم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Dialogue_14_Being_On_Time/08_Madani.mp3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