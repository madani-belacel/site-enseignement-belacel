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The School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school library is a quiet place full of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.مكتبة المدرسة مكان هادئ مليء بالكتب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borrowing story books and books about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استعارة كتب القصص والكتب عن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be quiet and take care of the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نكون هادئين ونعتني بالكتب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borrow two books at the same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استعارة كتابين في نفس الوقت؟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the rules allow it. Always return them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أعيدوها دائما في الموعد. إذا سمحت القواعد بذلك،نعم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in the library helps me improve my English.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.القراءة في المكتبة تساعدني على تحسين إنجليزيتي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for a book about science experiments.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.سأبحث عن كتاب عن التجارب العلمية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School Library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love of reading is a great gift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حب القراءة هدية عظيمة للحياة.ممتاز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Dialogue_6_The_School_Library/08_Madani.mp3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