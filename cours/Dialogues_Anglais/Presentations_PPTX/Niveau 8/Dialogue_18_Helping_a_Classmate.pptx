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Helping a Classmate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classmate did not understand the maths exercise. What should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أفعل؟.زميلي لم يفهم تمرين الرياضيات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Dialogue_18_Helping_a_Classmate/01_Islem.mp3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explain it to him patiently if you know the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.يمكنك شرحه له بصبر إذا كنت تعرف الجواب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 classmate is a kind and useful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زميل عمل لطيف ومفيد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shared my pencil with a friend who forgot his.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.شاركت قلمي مع صديق نسي قلمه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Small helps create a friendly classroom.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المساعدات الصغيرة تخلق صفا ودودا.أحسنت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help others, we also understand the lesson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نفهم الدرس بشكل أفضل أيضا،عندما نساعد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student is not only smart but also helpful.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.الطالب الجيد ليس ذكيا فقط بل مفيدا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Helping a Classmate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Knowledge becomes more valuable when shared.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المعرفة تصبح أكثر قيمة عندما تشارك.نعم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Dialogue_18_Helping_a_Classmate/08_Madani.mp3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