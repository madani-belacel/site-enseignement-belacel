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Asking Questions in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Questions in Class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I do not understand something, what should I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أفعل؟،إذا لم أفهم شيئا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Dialogue_12_Asking_Questions_in_Class/01_Oussama.mp3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Questions in Class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Raise your hand and ask the teacher politely.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.ارفع يدك واسأل المعلمة بأدب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Dialogue_12_Asking_Questions_in_Class/02_Madani.mp3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Questions in Class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Asking questions helps us learn better and faster.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.طرح الأسئلة يساعدنا على التعلم بشكل أفضل وأسرع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Dialogue_12_Asking_Questions_in_Class/03_Islem.mp3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Questions in Class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sometimes shy to ask. Is that okay?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هذا جيد؟.أنا خجول أحيانا من السؤال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Dialogue_12_Asking_Questions_in_Class/04_Anes.mp3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Questions in Class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normal, but try. Teachers are happy when students ask.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المعلمون سعداء عندما يسأل الطلاب. لكن حاول،طبيعي هذا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Dialogue_12_Asking_Questions_in_Class/05_Madani.mp3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Questions in Class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start asking more questions this year.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.سأبدأ بطرح المزيد من الأسئلة هذا العام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Dialogue_12_Asking_Questions_in_Class/06_Oussama.mp3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Questions in Class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question can help the whole class understand.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.السؤال الجيد يمكن أن يساعد الصف كله على الفهم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Dialogue_12_Asking_Questions_in_Class/07_Islem.mp3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Asking Questions in Class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Curiosity is the beginning of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الفضول هو بداية المعرفة.نعم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Dialogue_12_Asking_Questions_in_Class/08_Madani.mp3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