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Dreaming of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Dreaming of the Future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 you want to become when you grow up?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تريدون أن تصبحوا عندما تكبرون؟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Dialogue_20_Dreaming_of_the_Future/01_Madani.mp3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Dreaming of the Future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be an engineer and build useful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أن أصبح مهندسا وأبني أشياء مفيدة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Dialogue_20_Dreaming_of_the_Future/02_Oussama.mp3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Dreaming of the Future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be a doctor and help sick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أن أصبح طبيبا وأساعد المرضى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Dialogue_20_Dreaming_of_the_Future/03_Islem.mp3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Dreaming of the Future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be a pilot and fly in the sky!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!أريد أن أصبح طيارا وأطير في السماء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Dialogue_20_Dreaming_of_the_Future/04_Anes.mp3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Dreaming of the Future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Beautiful dreams. But dreams need hard work and study.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الأحلام تحتاج إلى العمل الجاد والدراسة.أحلام جميلة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Dialogue_20_Dreaming_of_the_Future/05_Madani.mp3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Dreaming of the Future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study well every day to reach my dream.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.سأدرس جيدا كل يوم لأصل إلى حلمي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Dialogue_20_Dreaming_of_the_Future/06_Oussama.mp3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Dreaming of the Future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we always say Bismillah and trust in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.ونقول دائما بسم الله ونتوكل على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Dialogue_20_Dreaming_of_the_Future/07_Islem.mp3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Dreaming of the Future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With knowledge, effort, and faith, you can achieve great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يمكنكم تحقيق أشياء عظيمة،بالمعرفة والجهد والإيمان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Dialogue_20_Dreaming_of_the_Future/08_Madani.mp3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