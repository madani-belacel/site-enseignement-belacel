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End-of-Year Exam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End-of-Year Exam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end-of-year exams are coming soon. Are you prepared?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أنتم مستعدون؟.امتحانات نهاية العام قادمة قريبا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Dialogue_5_End_of_Year_Exam/01_Madani.mp3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End-of-Year Exam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reviewing all my lessons every evening.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.أنا أراجع كل دروسي كل مساء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Dialogue_5_End_of_Year_Exam/02_Oussama.mp3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End-of-Year Exam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practice the difficult exercises again and again.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.سأتدرب على التمارين الصعبة مرارا وتكرارا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Dialogue_5_End_of_Year_Exam/03_Islem.mp3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End-of-Year Exam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a little nervous, but I will do my best.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لكنني سأبذل قصارى جهدي،أشعر بقليل من التوتر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Dialogue_5_End_of_Year_Exam/04_Anes.mp3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End-of-Year Exam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 your best and trust Allah. That is the right 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هذه هي الطريقة الصحيحة.جهدكم وتوكلوا على الله ابذلوا قصارى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Dialogue_5_End_of_Year_Exam/05_Madani.mp3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End-of-Year Exam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sleep early the night before the exam.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.سأنام مبكرا في الليلة التي تسبق الامتحان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Dialogue_5_End_of_Year_Exam/06_Oussama.mp3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End-of-Year Exam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calm mind and good preparation lead to success.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.العقل الهادئ والتحضير الجيد يؤديان إلى النجاح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Dialogue_5_End_of_Year_Exam/07_Islem.mp3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End-of-Year Exam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Hard work and prayer are the keys to good results.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العمل الجاد والدعاء هما مفتاحا النتائج الجيدة.نعم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Dialogue_5_End_of_Year_Exam/08_Madani.mp3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