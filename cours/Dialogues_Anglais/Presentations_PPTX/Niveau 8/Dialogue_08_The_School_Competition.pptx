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School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will be a reading competition at school next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.ستكون هناك مسابقة قراءة في المدرسة الشهر القادم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great opportunity. Will you take part?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ستشارك؟.هذه فرصة رائعة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want to try. I will practice reading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سأتدرب على القراءة كل يوم. أريد أن أجرب،نعم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support you and listen to you practice.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.سأدعمك وأستمع إليك وأنت تتدرب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you win a prize!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!أتمنى أن تفوز بجائزة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most important thing is to do your best and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.أهم شيء هو أن تبذل قصارى جهدك وتتعلم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prepare well and trust Allah for the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.سأستعد جيدا وأتوكل على الله في النتيجة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Competition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right attitude. Hard work always brings benefit.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الجاد يجلب الفائدة دائما.هذا هو الموقف الصحيح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Dialogue_8_The_School_Competition/08_Madani.mp3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