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The School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Competition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There will be a reading competition at school next month.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.ستكون هناك مسابقة قراءة في المدرسة الشهر القادم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Dialogue_8_The_School_Competition/01_Oussama.mp3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Competition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a great opportunity. Will you take part?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ستشارك؟.هذه فرصة رائعة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Dialogue_8_The_School_Competition/02_Madani.mp3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Competition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 want to try. I will practice reading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سأتدرب على القراءة كل يوم. أريد أن أجرب،نعم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Dialogue_8_The_School_Competition/03_Oussama.mp3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Competition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support you and listen to you practice.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.سأدعمك وأستمع إليك وأنت تتدرب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Dialogue_8_The_School_Competition/04_Islem.mp3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Competition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hope you win a prize!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!أتمنى أن تفوز بجائزة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Dialogue_8_The_School_Competition/05_Anes.mp3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Competition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most important thing is to do your best and learn.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.أهم شيء هو أن تبذل قصارى جهدك وتتعلم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Dialogue_8_The_School_Competition/06_Madani.mp3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Competition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prepare well and trust Allah for the result.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.سأستعد جيدا وأتوكل على الله في النتيجة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Dialogue_8_The_School_Competition/07_Oussama.mp3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Competition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the right attitude. Hard work always brings benefit.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العمل الجاد يجلب الفائدة دائما.هذا هو الموقف الصحيح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Dialogue_8_The_School_Competition/08_Madani.mp3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