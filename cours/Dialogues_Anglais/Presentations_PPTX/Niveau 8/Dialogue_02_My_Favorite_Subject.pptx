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My Favorite Subject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Favorite Subject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your favorite subject at school this year?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هي مادتك المفضلة في المدرسة هذا العام؟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Dialogue_2_My_Favorite_Subject/01_Madani.mp3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Favorite Subject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favorite subject is English. I like learning new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أحب تعلم كلمات جديدة.مادتي المفضلة هي الإنجليزية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Dialogue_2_My_Favorite_Subject/02_Oussama.mp3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Favorite Subject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science because we do experiments.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العلوم لأننا نقوم بتجارب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Dialogue_2_My_Favorite_Subject/03_Islem.mp3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Favorite Subject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art the most. Drawing makes me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الرسم يجعلني سعيدا.أحب الرسم أكثر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Dialogue_2_My_Favorite_Subject/04_Anes.mp3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Favorite Subject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All subjects are important. Try to do your best in every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حاولوا بذل قصارى جهدكم في كل واحدة.كل المواد مهمة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Dialogue_2_My_Favorite_Subject/05_Madani.mp3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Favorite Subject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English helps me understand stories and communicate.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.الإنجليزية تساعدني على فهم القصص والتواصل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Dialogue_2_My_Favorite_Subject/06_Oussama.mp3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Favorite Subject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Science helps me understand the world around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.العلوم تساعدني على فهم العالم من حولي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Dialogue_2_My_Favorite_Subject/07_Islem.mp3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Favorite Subject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proud of your interest in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فخور باهتمامكم بالتعلم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Dialogue_2_My_Favorite_Subject/08_Madani.mp3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