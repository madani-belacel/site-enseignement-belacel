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After School Activities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After School Activities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you do after school before starting homework?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تفعلون بعد المدرسة قبل بدء الواجب؟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Dialogue_16_After_School_Activities/01_Madani.mp3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After School Activities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rest a little, drink water, and then start studying.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أبدأ الدراسة، أشرب ماء،أستريح قليلا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Dialogue_16_After_School_Activities/02_Oussama.mp3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After School Activities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I play football with my friends for thirty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.أحيانا ألعب كرة القدم مع أصدقائي لمدة ثلاثين دقيقة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Dialogue_16_After_School_Activities/03_Islem.mp3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After School Activities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drawing or reading a short story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الرسم أو قراءة قصة قصيرة أولا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Dialogue_16_After_School_Activities/04_Anes.mp3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After School Activities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short rest is good, but do not waste too much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لا تهدروا وقتا كثيرا،الراحة القصيرة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Dialogue_16_After_School_Activities/05_Madani.mp3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After School Activities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try to finish my homework early so I have free time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.أحاول إنهاء واجبي مبكرا حتى يكون لدي وقت فراغ لاحقا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Dialogue_16_After_School_Activities/06_Oussama.mp3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After School Activities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Balance between study, rest, and play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.التوازن بين الدراسة والراحة واللعب مهم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Dialogue_16_After_School_Activities/07_Islem.mp3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After School Activities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well-organized afternoon makes the evening peaceful.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بعد الظهر المنظم جيدا يجعل المساء هادئا.نعم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Dialogue_16_After_School_Activities/08_Madani.mp3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