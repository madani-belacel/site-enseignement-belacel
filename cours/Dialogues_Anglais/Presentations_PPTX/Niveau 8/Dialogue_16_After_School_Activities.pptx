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5C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914400"/>
            <a:ext cx="76809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FFFFFF"/>
                </a:solidFill>
                <a:latin typeface="Calibri"/>
              </a:defRPr>
            </a:pPr>
            <a:r>
              <a:t>Dialogue 16 — After School Activities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2103120"/>
            <a:ext cx="7680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C5D9C7"/>
                </a:solidFill>
                <a:latin typeface="Calibri"/>
              </a:defRPr>
            </a:pPr>
            <a:r>
              <a:t>📖 Niveau 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200400"/>
            <a:ext cx="7680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A0C0A8"/>
                </a:solidFill>
                <a:latin typeface="Calibri"/>
              </a:defRPr>
            </a:pPr>
            <a:r>
              <a:t>Dr. BELACEL Madani — Université de Mostaganem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931920"/>
            <a:ext cx="7680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80B088"/>
                </a:solidFill>
                <a:latin typeface="Calibri"/>
              </a:defRPr>
            </a:pPr>
            <a:r>
              <a:t>Dialogue 16 / 20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16 — After School Activities  |  📖 Niveau 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1/8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Madani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What do you do after school before starting homework?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ماذا تفعلون بعد المدرسة قبل بدء الواجب؟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Dialogue_16_After_School_Activities/01_Madani.mp3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16 — After School Activities  |  📖 Niveau 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2/8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Oussama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I rest a little, drink water, and then start studying.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 ثم أبدأ الدراسة، أشرب ماء،أستريح قليلا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Dialogue_16_After_School_Activities/02_Oussama.mp3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16 — After School Activities  |  📖 Niveau 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3/8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Islem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Sometimes I play football with my friends for thirty minutes.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.أحيانا ألعب كرة القدم مع أصدقائي لمدة ثلاثين دقيقة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Dialogue_16_After_School_Activities/03_Islem.mp3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16 — After School Activities  |  📖 Niveau 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4/8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Anes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I like drawing or reading a short story first.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.أحب الرسم أو قراءة قصة قصيرة أولا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Dialogue_16_After_School_Activities/04_Anes.mp3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16 — After School Activities  |  📖 Niveau 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5/8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Madani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A short rest is good, but do not waste too much time.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 لكن لا تهدروا وقتا كثيرا،الراحة القصيرة جيدة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Dialogue_16_After_School_Activities/05_Madani.mp3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16 — After School Activities  |  📖 Niveau 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6/8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Oussama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I try to finish my homework early so I have free time later.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.أحاول إنهاء واجبي مبكرا حتى يكون لدي وقت فراغ لاحقا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Dialogue_16_After_School_Activities/06_Oussama.mp3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16 — After School Activities  |  📖 Niveau 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7/8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Islem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Balance between study, rest, and play is important.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.التوازن بين الدراسة والراحة واللعب مهم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Dialogue_16_After_School_Activities/07_Islem.mp3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16 — After School Activities  |  📖 Niveau 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8/8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Madani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Yes. A well-organized afternoon makes the evening peaceful.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 بعد الظهر المنظم جيدا يجعل المساء هادئا.نعم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Dialogue_16_After_School_Activities/08_Madani.mp3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