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Working in Groups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Working in Groups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at school you will work in groups. How do you feel?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تشعرون؟.في المدرسة ستعملون في مجموعات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Dialogue_13_Working_in_Groups/01_Madani.mp3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Working in Groups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group work because we can share ideas.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العمل الجماعي لأننا نستطيع مشاركة الأفكار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Dialogue_13_Working_in_Groups/02_Oussama.mp3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Working in Groups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Everyone should participate and listen to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على الجميع المشاركة والاستماع إلى الآخرين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Dialogue_13_Working_in_Groups/03_Islem.mp3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Working in Groups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help my group and not argue.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مساعدة مجموعتي وعدم الجدال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Dialogue_13_Working_in_Groups/04_Anes.mp3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Working in Groups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Teamwork teaches cooperation and respect.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.العمل الجماعي يعلم التعاون والاحترام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Dialogue_13_Working_in_Groups/05_Madani.mp3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Working in Groups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work together, the task becomes easier.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تصبح المهمة أسهل،عندما نعمل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Dialogue_13_Working_in_Groups/06_Oussama.mp3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Working in Groups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make sure everyone has a chance to speak.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.سأتأكد من أن الجميع لديه فرصة للكلام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Dialogue_13_Working_in_Groups/07_Islem.mp3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Working in Groups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Good group members help the whole team succeed.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.المجموعة الجيدون يساعدون الفريق كله على النجاح أعضاء.ممتاز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Dialogue_13_Working_in_Groups/08_Madani.mp3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