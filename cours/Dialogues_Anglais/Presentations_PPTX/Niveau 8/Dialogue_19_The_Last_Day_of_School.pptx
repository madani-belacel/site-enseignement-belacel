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The Last Day of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is the last day of school before the holidays.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هو آخر يوم في المدرسة قبل العطلة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 but also a little sad to leave my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بالسعادة لكن أيضا بقليل من الحزن لترك أصدقائي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say goodbye to our teachers and classmates.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.سنودع معلمينا وزملاءنا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 to have mixed feelings at the end of the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الطبيعي أن تكون لديكم مشاعر مختلطة في نهاية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thank my teachers for their hard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.سأشكر معلمي على عملهم الجاد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holidays will be fun, and we will return stronger next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وسنعود أقوى العام القادم،ستكون العطلة ممتعة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take a photo with our class?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التقاط صورة مع صفنا؟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Last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memories of school stay with us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الذكريات الجيدة للمدرسة تبقى معنا مدى الحياة.نعم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Dialogue_19_The_Last_Day_of_School/08_Madani.mp3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