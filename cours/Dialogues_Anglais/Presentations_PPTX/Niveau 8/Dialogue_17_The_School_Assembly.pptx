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17 — The School Assembly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The School Assembly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Every morning we have a school assembly in the courtyard.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.كل صباح يكون لدينا اجتماع مدرسي في الساحة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Dialogue_17_The_School_Assembly/01_Oussama.mp3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The School Assembly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stand in lines and listen to the announcements.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.نقف في صفوف ونستمع إلى الإعلانات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Dialogue_17_The_School_Assembly/02_Islem.mp3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The School Assembly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Sometimes we sing the national anthem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.أحيانا نغني النشيد الوطني معا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Dialogue_17_The_School_Assembly/03_Anes.mp3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The School Assembly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assembly teaches discipline and unity.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.الاجتماع يعلم الانضباط والوحدة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Dialogue_17_The_School_Assembly/04_Madani.mp3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The School Assembly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stand straight and be silent during the assembly.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أن نقف مستقيمين ونكون صامتين أثناء الاجتماع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Dialogue_17_The_School_Assembly/05_Oussama.mp3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The School Assembly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a good time to start the day with focus.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.هو وقت جيد لبدء اليوم بتركيز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Dialogue_17_The_School_Assembly/06_Islem.mp3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The School Assembly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feel proud when we all stand together as one school.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.أشعر بالفخر عندما نقف جميعا معا كمدرسة واحدة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Dialogue_17_The_School_Assembly/07_Anes.mp3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The School Assembly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School assemblies build a sense of belonging.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الاجتماعات المدرسية تبني الشعور بالانتماء.نعم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Dialogue_17_The_School_Assembly/08_Madani.mp3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