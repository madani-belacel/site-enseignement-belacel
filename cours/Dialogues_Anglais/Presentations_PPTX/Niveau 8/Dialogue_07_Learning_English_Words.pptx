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Learning English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learn five new English words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.لنتعلم خمس كلمات إنجليزية جديدة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the word 'beautiful'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'؟beautiful' ماذا تعني كلمة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means something nice to look at or pleasant.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.تعني شيئا جميلا للنظر إليه أو ممتعا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me an example sentence?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إعطائي جملة كمثال؟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garden is beautiful in the spring.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.الحديقة جميلة في الربيع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new words in my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الكلمات الجديدة في دفتري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Repeating the words helps me remember them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.تكرار الكلمات يساعدني على تذكرها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English Words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Use new words in sentences to make them stick.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استخدموا الكلمات الجديدة في جمل لترسيخها.نعم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Dialogue_7_Learning_English_Words/08_Madani.mp3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