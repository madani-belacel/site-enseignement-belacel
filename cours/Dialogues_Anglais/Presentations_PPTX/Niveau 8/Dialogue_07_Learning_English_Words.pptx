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7 — Learning English Words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Learning English Words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Let us learn five new English words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.لنتعلم خمس كلمات إنجليزية جديدة اليوم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Dialogue_7_Learning_English_Words/01_Madani.mp3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Learning English Words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does the word 'beautiful' mean?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'؟beautiful' ماذا تعني كلمة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Dialogue_7_Learning_English_Words/02_Oussama.mp3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Learning English Words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means something nice to look at or pleasant.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.تعني شيئا جميلا للنظر إليه أو ممتعا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Dialogue_7_Learning_English_Words/03_Islem.mp3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Learning English Words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you give me an example sentence?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يمكنك إعطائي جملة كمثال؟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Dialogue_7_Learning_English_Words/04_Anes.mp3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Learning English Words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garden is beautiful in the spring.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.الحديقة جميلة في الربيع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Dialogue_7_Learning_English_Words/05_Madani.mp3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Learning English Words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write the new words in my notebook.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.سأكتب الكلمات الجديدة في دفتري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Dialogue_7_Learning_English_Words/06_Oussama.mp3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Learning English Words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Repeating the words helps me remember them better.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.تكرار الكلمات يساعدني على تذكرها بشكل أفضل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Dialogue_7_Learning_English_Words/07_Islem.mp3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Learning English Words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Use new words in sentences to make them stick.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استخدموا الكلمات الجديدة في جمل لترسيخها.نعم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Dialogue_7_Learning_English_Words/08_Madani.mp3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