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The School Canteen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School Canteen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At break time we go to the school canteen.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وقت الاستراحة نذهب إلى مقصف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Dialogue_10_The_School_Canteen/01_Oussama.mp3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School Canteen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usually buy a sandwich and a bottle of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.أشتري عادة شطيرة وزجاجة 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Dialogue_10_The_School_Canteen/02_Islem.mp3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School Canteen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prefer fruit and yogurt. They are healthier.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هما أكثر صحة.أفضل الفاكهة والزبادي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Dialogue_10_The_School_Canteen/03_Anes.mp3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School Canteen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good to choose healthy food at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الجيد اختيار طعام صحي في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Dialogue_10_The_School_Canteen/04_Madani.mp3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School Canteen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not waste food and keep the canteen clean.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نهدر الطعام ونحافظ على نظافة المقصف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Dialogue_10_The_School_Canteen/05_Oussama.mp3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School Canteen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always throw the paper in the bin after eating.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.أرمي الورق دائما في السلة بعد الأكل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Dialogue_10_The_School_Canteen/06_Islem.mp3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School Canteen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Sharing snacks with friends is also a kind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.مشاركة الوجبات الخفيفة مع الأصدقاء أيضا شيء لطيف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Dialogue_10_The_School_Canteen/07_Anes.mp3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School Canteen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Good habits at the canteen show respect for the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العادات الجيدة في المقصف تظهر الاحترام للمدرسة.نعم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Dialogue_10_The_School_Canteen/08_Madani.mp3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