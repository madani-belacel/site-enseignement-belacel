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Homework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time to do your homework. Please sit at the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من فضلكم اجلسوا إلى الطاولة.إنجاز الواجب المنزلي حان وقت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Dialogue_3_Homework_Time/01_Madani.mp3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start with English and then do maths.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.سأبدأ بالإنجليزية ثم أفعل الرياضيات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Dialogue_3_Homework_Time/02_Oussama.mp3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need a quiet place so I can concentrate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.أحتاج إلى مكان هادئ حتى أتمكن من التركيز بشكل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Dialogue_3_Homework_Time/03_Islem.mp3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help me with this difficult question,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مساعدتي في هذا السؤال الصعب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Dialogue_3_Homework_Time/04_Anes.mp3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Let us look at it together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دعنا ننظر إليه معا بعناية.بالطبع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Dialogue_3_Homework_Time/05_Madani.mp3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Doing homework every day helps me remember the lessons.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.إنجاز الواجب كل يوم يساعدني على تذكر الدروس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Dialogue_3_Homework_Time/06_Oussama.mp3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finish my homework before I play.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.سأنهي واجبي قبل أن ألعب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Dialogue_3_Homework_Time/07_Islem.mp3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Homework Time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Good habits make learning easier and more successful.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العادات الجيدة تجعل التعلم أسهل وأكثر نجاحا.ممتاز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Dialogue_3_Homework_Time/08_Madani.mp3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