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Homework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do your homework. Please sit at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من فضلكم اجلسوا إلى الطاولة.إنجاز الواجب المنزلي حان وقت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start with English and then do maths.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.سأبدأ بالإنجليزية ثم أفعل الرياضيات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need a quiet place so I can concentrate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.أحتاج إلى مكان هادئ حتى أتمكن من التركيز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with this difficult question,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هذا السؤال الصعب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Let us look at it together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دعنا ننظر إليه معا بعناية.بالطبع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Doing homework every day helps me remember the lessons.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.إنجاز الواجب كل يوم يساعدني على تذكر الدروس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finish my homework before I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.سأنهي واجبي قبل أن ألعب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Time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Good habits make learning easier and more successful.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العادات الجيدة تجعل التعلم أسهل وأكثر نجاحا.ممتاز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