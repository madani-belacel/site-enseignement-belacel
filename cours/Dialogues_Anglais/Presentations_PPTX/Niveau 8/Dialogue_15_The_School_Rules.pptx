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The School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School Rules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school has rules. Why are they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لماذا هي مهمة؟.لكل مدرسة قواعد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Dialogue_15_The_School_Rules/01_Madani.mp3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School Rules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Rules help us learn in a safe and orderly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.القواعد تساعدنا على التعلم بطريقة آمنة ومنظمة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Dialogue_15_The_School_Rules/02_Oussama.mp3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School Rules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raise our hand before speaking and listen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نرفع يدنا قبل الكلام ونستمع باهتمام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Dialogue_15_The_School_Rules/03_Islem.mp3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School Rules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not run in the corridors or shout.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نركض في الممرات أو نصرخ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Dialogue_15_The_School_Rules/04_Anes.mp3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School Rules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Following rules shows respect for the school and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اتباع القواعد يظهر الاحترام للمدرسة وللآخرين.نعم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Dialogue_15_The_School_Rules/05_Madani.mp3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School Rules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students know the rules and follow them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.الطلاب الجيدون يعرفون القواعد ويتبعونها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Dialogue_15_The_School_Rules/06_Oussama.mp3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School Rules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Rules protect us and help everyone feel comfortable.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.القواعد تحمينا وتساعد الجميع على الشعور بالراحة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Dialogue_15_The_School_Rules/07_Islem.mp3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School Rules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A school without rules cannot work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مدرسة بلا قواعد لا يمكن أن تعمل جيدا.بالضبط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Dialogue_15_The_School_Rules/08_Madani.mp3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