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School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school bus is coming. We must wait in a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ننتظر في صف.حافلة المدرسة قادمة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sit next to the window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.سأجلس بجانب النافذة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talk quietly so we do not disturb the driver.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نتحدث بهدوء حتى لا نزعج السائق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 wear your seat belt and stay seated.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.ارتدوا حزام الأمان دائما وابقوا جالسين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bus ride is a good time to review some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.رحلة الحافلة وقت جيد لمراجعة بعض الكلمات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saying good morning to my friends on the bus.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قول صباح الخير لأصدقائي في الحافلة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get off, we should thank the driver.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نشكر السائق،عندما ننزل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School Bus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manners on the bus show good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الآداب الجيدة في الحافلة تظهر الأخلاق الحسنة.نعم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Dialogue_9_The_School_Bus/08_Madani.mp3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