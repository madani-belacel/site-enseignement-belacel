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First Day of School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First Day of School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morning, Dad! Today is the first day of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.صباح الخير يا أبي! اليوم هو أول يوم في المدرسة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Dialogue_1_First_Day_of_School/01_Oussama.mp3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First Day of School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morning, my son. Are you ready for a great year?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أنت مستعد لعام رائع؟.صباح الخير يا بني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Dialogue_1_First_Day_of_School/02_Madani.mp3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First Day of School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 am! I have a new bag and new notebooks.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 أنا مستعد! لدي حقيبة جديدة ودفاتر جديدة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Dialogue_1_First_Day_of_School/03_Oussama.mp3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First Day of School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Excellent! What is the first lesson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ممتاز! ما هي أول حصة اليوم؟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Dialogue_1_First_Day_of_School/04_Madani.mp3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First Day of School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have maths, then Arabic, then English.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الإنجليزية، ثم اللغة العربية،لدينا الرياضيات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Dialogue_1_First_Day_of_School/05_Oussama.mp3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First Day of School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not forget your snack, Oussama!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!لا تنس وجبتك الخفيفة يا أسامة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Dialogue_1_First_Day_of_School/06_Islem.mp3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First Day of School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Thanks, Islem. I put it in my bag already.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وضعتها في حقيبتي بالفعل.شكرا يا إسلام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Dialogue_1_First_Day_of_School/07_Oussama.mp3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First Day of School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Let us go, boys. I will drive you to school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سأوصلكم إلى المدرسة اليوم.هيا بنا يا أولاد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Dialogue_1_First_Day_of_School/08_Madani.mp3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