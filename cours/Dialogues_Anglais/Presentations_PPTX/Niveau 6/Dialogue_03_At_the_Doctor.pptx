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At the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Doctor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my throat hurts and I feel a little tired.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حلقي يؤلمني وأشعر بقليل من التعب،أبي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Dialogue_3_At_the_Doctor/01_Anes.mp3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Doctor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Come here, my son. Let me check your forehead.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دعني أتحقق من جبهتك.تعال يا 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Dialogue_3_At_the_Doctor/02_Madani.mp3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Doctor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have a slight fever. We will visit the doctor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سنزور الطبيب اليوم.عندك حمى خفيفة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Dialogue_3_At_the_Doctor/03_Madani.mp3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Doctor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a little scared of the doctor.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خائف قليلا من الطبيب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Dialogue_3_At_the_Doctor/04_Anes.mp3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Doctor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doctor is our friend. He helps us feel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هو يساعدنا لنشعر بتحسن.الطبيب صديقنا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Dialogue_3_At_the_Doctor/05_Madani.mp3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Doctor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come with you to support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.سأذهب معكم لدعم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Dialogue_3_At_the_Doctor/06_Oussama.mp3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Doctor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to take your health card with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.تذكر أن تأخذ بطاقة الصحة معك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Dialogue_3_At_the_Doctor/07_Islem.mp3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At the Doctor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Being careful with health is very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الاهتمام بالصحة مهم جدا.شكرا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Dialogue_3_At_the_Doctor/08_Madani.mp3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