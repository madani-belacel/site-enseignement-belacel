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18 — At the Sports Club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18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At the Sports Club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are going to the sports club for swimming lessons.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.سنذهب إلى النادي الرياضي لدروس السباحة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Dialogue_18_At_the_Sports_Club/01_Madani.mp3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At the Sports Club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am excited! I want to learn how to swim better.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.أنا متحمس! أريد أن أتعلم السباحة بشكل أفضل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Dialogue_18_At_the_Sports_Club/02_Oussama.mp3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At the Sports Club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Swimming is a healthy and useful sport.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.السباحة رياضة صحية ومفيدة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Dialogue_18_At_the_Sports_Club/03_Islem.mp3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At the Sports Club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Will there be a teacher to help us?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سيكون هناك معلم لمساعدتنا؟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Dialogue_18_At_the_Sports_Club/04_Anes.mp3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At the Sports Club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The coach will teach you step by step.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المدرب سيعلمكم خطوة بخطوة.نعم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Dialogue_18_At_the_Sports_Club/05_Madani.mp3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At the Sports Club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listen carefully and practice a lot.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.سأستمع جيدا وأتدرب كثيرا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Dialogue_18_At_the_Sports_Club/06_Oussama.mp3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At the Sports Club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After swimming we will feel tired but happy.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.بعد السباحة سنشعر بالتعب لكن بالسعادة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Dialogue_18_At_the_Sports_Club/07_Islem.mp3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At the Sports Club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Exactly. Sports keep the body strong and the mind fresh.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الرياضة تحافظ على قوة الجسم ونشاط العقل.بالضبط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Dialogue_18_At_the_Sports_Club/08_Madani.mp3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