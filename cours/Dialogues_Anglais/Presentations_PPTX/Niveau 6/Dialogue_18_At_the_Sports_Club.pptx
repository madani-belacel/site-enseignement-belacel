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At the Sports 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going to the sports club for swimming lessons.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.سنذهب إلى النادي الرياضي لدروس السباحة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excited! I want to learn how to swim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متحمس! أريد أن أتعلم السباحة بشكل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Swimming is a healthy and useful sport.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.السباحة رياضة صحية ومفيدة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there be a teacher to help 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سيكون هناك معلم لمساعدتنا؟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coach will teach you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المدرب سيعلمكم خطوة بخطوة.نعم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listen carefully and practice a 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.سأستمع جيدا وأتدرب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swimming we will feel tired but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السباحة سنشعر بالتعب لكن بالسعادة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At the Sports Club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Sports keep the body strong and the mind fresh.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الرياضة تحافظ على قوة الجسم ونشاط العقل.بالضبط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Dialogue_18_At_the_Sports_Club/08_Madani.mp3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