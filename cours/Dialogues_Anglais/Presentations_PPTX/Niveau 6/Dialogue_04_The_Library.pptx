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Library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visit the public library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سنزور المكتبة العامة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Dialogue_4_The_Library/01_Madani.mp3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Library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borrow a book about science and space.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أستعير كتابا عن العلوم والفضاء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Dialogue_4_The_Library/02_Oussama.mp3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Library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be quiet in the library so others can 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.نكون هادئين في المكتبة حتى يتمكن الآخرون من القراءة يجب أن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Dialogue_4_The_Library/03_Islem.mp3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Library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borrow a story book with pictures?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استعارة كتاب قصص يحتوي على صور؟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Dialogue_4_The_Library/04_Anes.mp3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Library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you can keep the books for two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 الاحتفاظ بالكتب لمدة أسبوعين،نعم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Dialogue_4_The_Library/05_Madani.mp3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Library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good care of the books and return them on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.سأعتني بالكتب جيدا وأعيدها في الموعد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Dialogue_4_The_Library/06_Oussama.mp3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Library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Reading in the library is peaceful and enjoyable.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.القراءة في المكتبة هادئة وممتعة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Dialogue_4_The_Library/07_Islem.mp3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Library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Libraries are wonderful places full of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.المكتبات أماكن رائعة مليئة بالمعرفة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Dialogue_4_The_Library/08_Madani.mp3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