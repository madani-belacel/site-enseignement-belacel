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At the Museum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At the Museum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Today we will visit the museum. It will be interesting.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سيكون مثيرا للاهتمام.اليوم سنزور المتحف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Dialogue_17_At_the_Museum/01_Madani.mp3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At the Museum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can we see in the museum, Dad?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يمكننا أن نرى في المتحف يا أبي؟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Dialogue_17_At_the_Museum/02_Oussama.mp3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At the Museum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will see old objects, history, and art.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.سنرى أشياء قديمة وتاريخا وفنا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Dialogue_17_At_the_Museum/03_Madani.mp3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At the Museum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look carefully and read the information cards.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.سأنظر بعناية وأقرأ بطاقات المعلومات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Dialogue_17_At_the_Museum/04_Islem.mp3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At the Museum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take pictures inside the museum?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التقاط صور داخل المتحف؟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Dialogue_17_At_the_Museum/05_Anes.mp3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At the Museum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Only if it is allowed. Always check the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تحققوا دائما من القواعد.فقط إذا كان مسموحا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Dialogue_17_At_the_Museum/06_Madani.mp3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At the Museum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Museums teach us about the past and different cultures.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.المتاحف تعلمنا عن الماضي والثقافات المختلفة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Dialogue_17_At_the_Museum/07_Oussama.mp3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At the Museum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Learning about history helps us understand the present.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التعلم عن التاريخ يساعدنا على فهم الحاضر.نعم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Dialogue_17_At_the_Museum/08_Madani.mp3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