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to buy some fresh food from the 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شراء بعض الطعام الطازج من السوق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come with you and help carry the bags?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الذهاب معك ومساعدتك في حمل الحقائب؟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buy some apples, oranges, and tomatoes.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اشتر بعض التفاح والبرتقال والطماطم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bananas! I really love bananas.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.والموز! أنا أحب الموز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buy only what we need and not waste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.سنشتري فقط ما نحتاجه ولن نهدر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market is full of colors, smells, and sounds.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.السوق مليء بالألوان والروائح والأصوات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watching the sellers and the people shopping.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مشاهدة البائعين والناس يتسوقون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The Market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Shopping together is a good way to spend time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.التسوق معا طريقة جيدة لقضاء الوقت كعائلة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Dialogue_2_The_Market/08_Madani.mp3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