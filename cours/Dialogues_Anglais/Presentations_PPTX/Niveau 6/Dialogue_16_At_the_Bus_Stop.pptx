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16 — At the Bus Stop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16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At the Bus Stop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are waiting at the bus stop for the number 12 bus.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.12 نحن ننتظر في محطة الحافلة الحافلة رقم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Dialogue_16_At_the_Bus_Stop/01_Madani.mp3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At the Bus Stop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long will we wait, Dad?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كم من الوقت سننتظر يا أبي؟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Dialogue_16_At_the_Bus_Stop/02_Oussama.mp3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At the Bus Stop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About ten minutes. Let us stand in the line.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لنقف في الصف.حوالي عشر دقائق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Dialogue_16_At_the_Bus_Stop/03_Madani.mp3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At the Bus Stop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can see the bus coming from far away.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.أستطيع رؤية الحافلة قادمة من بعيد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Dialogue_16_At_the_Bus_Stop/04_Islem.mp3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At the Bus Stop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sit next to the window on the bus?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الجلوس بجانب النافذة في الحافلة؟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Dialogue_16_At_the_Bus_Stop/05_Anes.mp3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At the Bus Stop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if there is a free seat near the window.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إذا كان هناك مقعد فارغ قرب النافذة،نعم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Dialogue_16_At_the_Bus_Stop/06_Madani.mp3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At the Bus Stop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should offer our seat to elderly people if needed.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.يجب أن نقدم مقعدنا لكبار السن إذا لزم الأمر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Dialogue_16_At_the_Bus_Stop/07_Oussama.mp3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At the Bus Stop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That is excellent manners. Respect on public transport is important.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الاحترام في وسائل النقل العام مهم.هذه أخلاق ممتازة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Dialogue_16_At_the_Bus_Stop/08_Madani.mp3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