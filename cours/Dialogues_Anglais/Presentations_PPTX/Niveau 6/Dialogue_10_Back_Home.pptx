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Back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almost home after our long trip.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.نحن تقريبا في البيت بعد رحلتنا الطويلة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happy to be back. Home is the best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البيت هو أفضل مكان.أنا سعيد بالعودة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missed my room and my 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.افتقدت غرفتي وكتبي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rest and then unpack our bags?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الراحة ثم تفريغ حقائبنا؟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First we rest a little, then we organize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نرتب كل شيء، أولا نستريح قليلا.نعم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Traveling is fun, but returning home feels peaceful.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العودة إلى البيت تشعر بالسلام،السفر ممتع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my clothes in the cupboard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ملابسي في الخزانة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Back Home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Welcome home, my sons. May Allah always bring us back safely.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أعادنا الله دائما سالمين.أهلا بكم في البيت يا أبنائي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Dialogue_10_Back_Home/08_Madani.mp3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