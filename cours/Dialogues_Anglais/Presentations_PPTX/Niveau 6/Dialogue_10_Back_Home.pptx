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10 — Back Home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10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10 — Back Home  |  📖 Niveau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We are almost home after our long trip.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.نحن تقريبا في البيت بعد رحلتنا الطويلة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Dialogue_10_Back_Home/01_Madani.mp3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10 — Back Home  |  📖 Niveau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am happy to be back. Home is the best place.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البيت هو أفضل مكان.أنا سعيد بالعودة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Dialogue_10_Back_Home/02_Oussama.mp3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10 — Back Home  |  📖 Niveau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missed my room and my books.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.افتقدت غرفتي وكتبي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Dialogue_10_Back_Home/03_Islem.mp3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10 — Back Home  |  📖 Niveau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Can we rest and then unpack our bags?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هل يمكننا الراحة ثم تفريغ حقائبنا؟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Dialogue_10_Back_Home/04_Anes.mp3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10 — Back Home  |  📖 Niveau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First we rest a little, then we organize everything.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ثم نرتب كل شيء، أولا نستريح قليلا.نعم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Dialogue_10_Back_Home/05_Madani.mp3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10 — Back Home  |  📖 Niveau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Traveling is fun, but returning home feels peaceful.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لكن العودة إلى البيت تشعر بالسلام،السفر ممتع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Dialogue_10_Back_Home/06_Oussama.mp3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10 — Back Home  |  📖 Niveau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put my clothes in the cupboard carefully.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.سأضع ملابسي في الخزانة بعناية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Dialogue_10_Back_Home/07_Islem.mp3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10 — Back Home  |  📖 Niveau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Welcome home, my sons. May Allah always bring us back safely.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أعادنا الله دائما سالمين.أهلا بكم في البيت يا أبنائي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Dialogue_10_Back_Home/08_Madani.mp3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