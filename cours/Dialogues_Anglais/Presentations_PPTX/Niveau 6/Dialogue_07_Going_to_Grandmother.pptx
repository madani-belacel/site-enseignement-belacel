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Going to Grandmother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Going to Grandmother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we will visit your grandmother. She is waiting for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هي تنتظرنا.اليوم سنزور جدتكم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Dialogue_7_Going_to_Grandmother/01_Madani.mp3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Going to Grandmother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love going to Grandma’s house. She is always kind.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هي دائما لطيفة.أحب الذهاب إلى بيت الجدة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Dialogue_7_Going_to_Grandmother/02_Oussama.mp3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Going to Grandmother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She cooks the best food and tells us beautiful stories.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.هي تطبخ أفضل طعام وتحكي لنا قصصا جميلة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Dialogue_7_Going_to_Grandmother/03_Islem.mp3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Going to Grandmother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take my drawing to show her?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أخذ رسمتي لأعرضها عليها؟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Dialogue_7_Going_to_Grandmother/04_Anes.mp3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Going to Grandmother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She will be very happy to see your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ستكون سعيدة جدا برؤية عملك.بالطبع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Dialogue_7_Going_to_Grandmother/05_Madani.mp3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Going to Grandmother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Visiting grandparents teaches us to respect our elders.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.زيارة الأجداد تعلمنا احترام كبار السن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Dialogue_7_Going_to_Grandmother/06_Oussama.mp3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Going to Grandmother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help Grandma set the table when we arrive.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.سأساعد الجدة في ترتيب المائدة عندما نصل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Dialogue_7_Going_to_Grandmother/07_Islem.mp3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Going to Grandmother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a wonderful idea. Kindness makes her happy.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اللطف يسعدها.هذه فكرة رائعة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Dialogue_7_Going_to_Grandmother/08_Madani.mp3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