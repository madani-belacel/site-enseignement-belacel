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20 — Arriving at a New 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Arriving at a New Place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have arrived at a new city. Look around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انظروا حولكم بعناية.لقد وصلنا إلى مدينة جديدة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Dialogue_20_Arriving_at_a_New_Place/01_Madani.mp3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Arriving at a New Place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Everything looks different from our hometown.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.كل شيء يبدو مختلفا عن مدينتنا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Dialogue_20_Arriving_at_a_New_Place/02_Oussama.mp3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Arriving at a New Place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see new buildings, streets, and people.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.أستطيع رؤية مبان وشوارع وناس جدد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Dialogue_20_Arriving_at_a_New_Place/03_Islem.mp3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Arriving at a New Place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Will we stay here for a few days,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سنبقى هنا لبضعة أيام يا أبي؟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Dialogue_20_Arriving_at_a_New_Place/04_Anes.mp3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Arriving at a New Place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We will explore the place and visit some relatives.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سنستكشف المكان ونزور بعض الأقارب.نعم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Dialogue_20_Arriving_at_a_New_Place/05_Madani.mp3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Arriving at a New Place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Traveling helps us learn about new places and cultures.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.السفر يساعدنا على التعرف على أماكن وثقافات جديدة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Dialogue_20_Arriving_at_a_New_Place/06_Oussama.mp3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Arriving at a New Place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take notes and draw what I see.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.سآخذ ملاحظات وأرسم ما أراه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Dialogue_20_Arriving_at_a_New_Place/07_Islem.mp3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Arriving at a New Place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Every journey teaches us something new.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كل رحلة تعلمنا شيئا جديدا.ممتاز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Dialogue_20_Arriving_at_a_New_Place/08_Madani.mp3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