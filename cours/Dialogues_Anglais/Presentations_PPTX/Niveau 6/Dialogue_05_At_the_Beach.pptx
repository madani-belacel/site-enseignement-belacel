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At the Beach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going to the beach this weekend. Are you excited?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متحمسون؟.سنذهب إلى الشاطئ هذا الأسبوع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love the sea and the sound of the waves.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أحب البحر وصوت الأمواج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bucket and build a sandcastle.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دلوتي وأبني قلعة رملية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swim in the water,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السباحة في الماء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in the safe area and with me watching.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في المنطقة الآمنة وأنا أراقب،نعم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bring sunscreen and a big umbrella.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.سأحضر واقي الشمس ومظلة 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beach is a perfect place to relax and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.الشاطئ مكان مثالي للاسترخاء واللعب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At the Beach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sun, the sea, and the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.استمتعوا بالشمس والبحر والوقت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Dialogue_5_At_the_Beach/08_Madani.mp3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