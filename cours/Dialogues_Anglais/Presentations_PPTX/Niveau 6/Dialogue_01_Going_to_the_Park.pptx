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Going to the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go to the park this afternoon, boys.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.هيا بنا إلى الحديقة هذا بعد الظهر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park very much. We can run and play there.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الركض واللعب هناك.أحب الحديقة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can sit under the trees and 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.ويمكننا الجلوس تحت الأشجار والراحة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the swings and the slides in the park!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!أحب الأرجوحات والزلاقات في الحديقة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Bring your ball and some water with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.أحضروا كرتكم وبعض الماء معكم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park far from our house,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الحديقة بعيدة عن بيتنا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No, it is only a ten-minute walk from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تبعد عشر دقائق فقط مشيا من هنا،لا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Going to the Park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ready! Let us go now!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!أنا مستعد! هيا بنا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Dialogue_1_Going_to_the_Park/08_Anes.mp3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