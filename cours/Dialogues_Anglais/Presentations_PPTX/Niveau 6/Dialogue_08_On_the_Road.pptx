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8 — On the Road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On the Road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are going on a short trip by car. Are you ready?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أنتم مستعدون؟.سنذهب في رحلة قصيرة بالسيارة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Dialogue_8_On_the_Road/01_Madani.mp3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On the Road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Yes! I put my bag and water bottle in the car.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.نعم! وضعت حقيبتي وزجاجة الماء في السيارة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Dialogue_8_On_the_Road/02_Oussama.mp3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On the Road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sit next to the window and look outside?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الجلوس بجانب النافذة والنظر إلى الخارج؟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Dialogue_8_On_the_Road/03_Islem.mp3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On the Road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count the trees and the cars on the road.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.سأعد الأشجار والسيارات على الطريق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Dialogue_8_On_the_Road/04_Anes.mp3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On the Road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Remember to wear your seat belts for safety.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.تذكروا أن ترتدوا أحزمة الأمان من أجل السلامة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Dialogue_8_On_the_Road/05_Madani.mp3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On the Road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road looks beautiful with the green fields.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.الطريق يبدو جميلا مع الحقول الخضراء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Dialogue_8_On_the_Road/06_Oussama.mp3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On the Road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Traveling by car is comfortable when we are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.السفر بالسيارة مريح عندما نكون معا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Dialogue_8_On_the_Road/07_Islem.mp3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On the Road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Safe travel and good company make every trip better.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السفر الآمن والرفقة الطيبة يجعلان كل رحلة أفضل.نعم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Dialogue_8_On_the_Road/08_Madani.mp3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