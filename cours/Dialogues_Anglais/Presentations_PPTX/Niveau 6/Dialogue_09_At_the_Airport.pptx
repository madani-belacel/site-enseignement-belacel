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9 — At the Airport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9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At the Airport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are at the airport to pick up Aunt Fatima.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.نحن في المطار لاستقبال العمة فاطمة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Dialogue_9_At_the_Airport/01_Madani.mp3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At the Airport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Airports are very big and full of people from many places.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.المطارات كبيرة جدا ومليئة بالناس من أماكن كثيرة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Dialogue_9_At_the_Airport/02_Oussama.mp3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At the Airport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can see the planes taking off and landing.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.أستطيع رؤية الطائرات وهي تقلع وتهبط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Dialogue_9_At_the_Airport/03_Islem.mp3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At the Airport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When will Aunt Fatima arrive, Dad?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متى ستصل العمة فاطمة يا أبي؟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Dialogue_9_At_the_Airport/04_Anes.mp3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At the Airport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Her plane lands in thirty minutes. Let us wait here.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لننتظر هنا.طائرتها تهبط خلال ثلاثين دقيقة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Dialogue_9_At_the_Airport/05_Madani.mp3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At the Airport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should stay close so we do not get lost in the crowd.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.يجب أن نبقى قريبين حتى لا نضيع في الزحام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Dialogue_9_At_the_Airport/06_Oussama.mp3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At the Airport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am excited to see Aunt Fatima after a long time.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.أنا متحمس لرؤية العمة فاطمة بعد وقت طويل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Dialogue_9_At_the_Airport/07_Islem.mp3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At the Airport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Meeting family at the airport is always special.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لقاء العائلة في المطار دائما مميز.نعم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Dialogue_9_At_the_Airport/08_Madani.mp3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