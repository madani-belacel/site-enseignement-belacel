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At the Airport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Airport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at the airport to pick up Aunt Fatima.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.نحن في المطار لاستقبال العمة فاطمة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Dialogue_9_At_the_Airport/01_Madani.mp3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Airport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Airports are very big and full of people from many places.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.المطارات كبيرة جدا ومليئة بالناس من أماكن كثيرة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Dialogue_9_At_the_Airport/02_Oussama.mp3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Airport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see the planes taking off and landing.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رؤية الطائرات وهي تقلع وتهبط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Dialogue_9_At_the_Airport/03_Islem.mp3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Airport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will Aunt Fatima arrive,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متى ستصل العمة فاطمة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Dialogue_9_At_the_Airport/04_Anes.mp3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Airport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Her plane lands in thirty minutes. Let us wait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لننتظر هنا.طائرتها تهبط خلال ثلاثين دقيقة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Dialogue_9_At_the_Airport/05_Madani.mp3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Airport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stay close so we do not get lost in the crowd.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نبقى قريبين حتى لا نضيع في الزحام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Dialogue_9_At_the_Airport/06_Oussama.mp3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Airport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excited to see Aunt Fatima after a long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متحمس لرؤية العمة فاطمة بعد وقت طويل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Dialogue_9_At_the_Airport/07_Islem.mp3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At the Airport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Meeting family at the airport is always special.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لقاء العائلة في المطار دائما مميز.نعم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Dialogue_9_At_the_Airport/08_Madani.mp3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