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At the Mosque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At the Mosque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go to the mosque for the Friday prayer.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.هيا بنا إلى المسجد لصلاة الجمعة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Dialogue_12_At_the_Mosque/01_Madani.mp3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At the Mosque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have made wudu and I am ready, 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.لقد توضأت وأنا مستعد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Dialogue_12_At_the_Mosque/02_Oussama.mp3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At the Mosque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calm and peaceful feeling in the mosque.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الشعور بالهدوء والسلام في المسجد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Dialogue_12_At_the_Mosque/03_Islem.mp3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At the Mosque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sit next to you during the prayer?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الجلوس بجانبك أثناء الصلاة؟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Dialogue_12_At_the_Mosque/04_Anes.mp3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At the Mosque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Stay quiet and listen carefully to the Imam.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ابق هادئا واستمع جيدا إلى الإمام.نعم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Dialogue_12_At_the_Mosque/05_Madani.mp3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At the Mosque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Going to the mosque with the family is a blessing.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.الذهاب إلى المسجد مع العائلة نعمة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Dialogue_12_At_the_Mosque/06_Oussama.mp3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At the Mosque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the prayer we can make dua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الصلاة يمكننا الدعاء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Dialogue_12_At_the_Mosque/07_Islem.mp3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At the Mosque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May Allah accept our prayer and our dua.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تقبل الله صلاتنا ودعاءنا.نعم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Dialogue_12_At_the_Mosque/08_Madani.mp3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