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At the Post 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At the Post Office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need to go to the post office to send a letter.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.نحتاج إلى الذهاب إلى مكتب البريد لإرسال رسالة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Dialogue_14_At_the_Post_Office/01_Madani.mp3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At the Post Office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Who is the letter for,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لمن الرسالة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Dialogue_14_At_the_Post_Office/02_Oussama.mp3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At the Post Office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for your uncle who lives in another city.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.هي لعمك الذي يعيش في مدينة أخرى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Dialogue_14_At_the_Post_Office/03_Madani.mp3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At the Post Office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put the stamp on the envelope?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وضع الطابع على الظرف؟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Dialogue_14_At_the_Post_Office/04_Islem.mp3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At the Post Office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Will the letter arrive quickly?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ستصل الرسالة بسرعة؟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Dialogue_14_At_the_Post_Office/05_Anes.mp3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At the Post Office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will take a few days. Letters travel by land or air.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الرسائل تسافر برا أو جوا.ستستغرق بضعة أيام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Dialogue_14_At_the_Post_Office/06_Madani.mp3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At the Post Office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Sending letters is a nice way to keep in touch.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.إرسال الرسائل طريقة لطيفة للبقاء على تواصل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Dialogue_14_At_the_Post_Office/07_Oussama.mp3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At the Post Office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Even in the age of phones, letters remain special.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تبقى الرسائل مميزة، حتى في عصر الهواتف.نعم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Dialogue_14_At_the_Post_Office/08_Madani.mp3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