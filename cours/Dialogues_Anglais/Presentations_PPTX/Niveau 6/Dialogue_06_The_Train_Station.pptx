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The Train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going to the train station to meet Uncle Ahmed.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.سنذهب إلى محطة القطار لمقابلة العم أحمد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train arriving soon,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القطار يصل قريبا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in about twenty minutes. Let us wait patiently.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لننتظر بصبر. خلال عشرين دقيقة تقريبا،نعم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Train stations are busy places with many people.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.محطات القطار أماكن مزدحمة فيها كثير من الناس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hear the trains and see the big clocks.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.أستطيع سماع القطارات ورؤية الساعات الكبيرة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should stay close to you so we do not get lost.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نبقى قريبين منك حتى لا نضيع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Always stay together in crowded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ابقوا دائما معا في الأماكن المزدحمة.بالضبط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The Train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happy we will see Uncle Ahmed again.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.أنا سعيد أننا سنرى العم أحمد مرة أخرى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Dialogue_6_The_Train_Station/08_Islem.mp3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