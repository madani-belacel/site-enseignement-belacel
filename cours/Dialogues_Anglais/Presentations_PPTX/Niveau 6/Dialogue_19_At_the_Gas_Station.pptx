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At the Gas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to stop at the gas station to fill the car.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التوقف في محطة الوقود لملء السيارة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does the car work without fuel, Dad?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كيف تعمل السيارة بدون وقود يا أبي؟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cannot. Fuel gives the car the energy to move.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الوقود يعطي السيارة الطاقة للتحرك.لا يمكنها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Dialogue_19_At_the_Gas_Station/03_Madani.mp3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stay in the car and wait quietly.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.سأبقى في السيارة وأنتظر بهدوء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Dialogue_19_At_the_Gas_Station/04_Islem.mp3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see the numbers on the pump?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رؤية الأرقام على المضخة؟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Dialogue_19_At_the_Gas_Station/05_Anes.mp3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from the window. Do not get out of the car.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لا تنزلوا من السيارة. من النافذة،نعم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Dialogue_19_At_the_Gas_Station/06_Madani.mp3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the car is also a responsibility.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بالسيارة أيضا مسؤولية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Dialogue_19_At_the_Gas_Station/07_Oussama.mp3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At the Gas Station  |  📖 Niveau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well-maintained car is safer for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السيارة المعتنى بها جيدا أكثر أمانا للعائلة.نعم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Dialogue_19_At_the_Gas_Station/08_Madani.mp3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