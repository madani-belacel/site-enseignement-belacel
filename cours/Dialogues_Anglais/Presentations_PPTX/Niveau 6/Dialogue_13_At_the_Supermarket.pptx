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13 — At the Supermarket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13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At the Supermarket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need to buy some things from the supermarket.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.نحتاج إلى شراء بعض الأشياء من السوبرماركت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Dialogue_13_At_the_Supermarket/01_Madani.mp3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At the Supermarket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help push the trolley and choose the items.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.سأساعد في دفع العربة واختيار الأشياء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Dialogue_13_At_the_Supermarket/02_Oussama.mp3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At the Supermarket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Please buy milk, bread, eggs, and some fruit.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.من فضلك اشتر الحليب والخبز والبيض وبعض الفاكهة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Dialogue_13_At_the_Supermarket/03_Islem.mp3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At the Supermarket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we buy a small chocolate as a treat?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يمكننا شراء شوكولاتة صغيرة كمكافأة؟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Dialogue_13_At_the_Supermarket/04_Anes.mp3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At the Supermarket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but only one. We must not buy unnecessary things.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يجب ألا نشتري أشياء غير ضرورية. لكن واحدة فقط،نعم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Dialogue_13_At_the_Supermarket/05_Madani.mp3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At the Supermarket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check the prices and help you compare them.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.سأتحقق من الأسعار وأساعدك في مقارنتها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Dialogue_13_At_the_Supermarket/06_Oussama.mp3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At the Supermarket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Shopping wisely saves money and avoids waste.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.التسوق بحكمة يوفر المال ويتجنب الهدر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Dialogue_13_At_the_Supermarket/07_Islem.mp3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At the Supermarket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Exactly. Learning to shop carefully is a useful skill.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تعلم التسوق بعناية مهارة مفيدة.بالضبط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Dialogue_13_At_the_Supermarket/08_Madani.mp3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