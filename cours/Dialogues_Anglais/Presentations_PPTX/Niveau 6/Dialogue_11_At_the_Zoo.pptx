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At the Zoo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At the Zoo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visit the zoo. Are you ready?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مستعدون؟.اليوم سنزور حديقة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Dialogue_11_At_the_Zoo/01_Madani.mp3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At the Zoo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want to see the lions and the elephants.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أريد أن أرى الأسود والفيلة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Dialogue_11_At_the_Zoo/02_Oussama.mp3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At the Zoo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monkeys. They are funny and active.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مضحكة ونشيطة.أحب القرود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Dialogue_11_At_the_Zoo/03_Islem.mp3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At the Zoo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take pictures of the animals?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التقاط صور للحيوانات؟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Dialogue_11_At_the_Zoo/04_Anes.mp3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At the Zoo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do not feed them and stay behind the barriers.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لا تطعموها وابقوا خلف الحواجز،نعم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Dialogue_11_At_the_Zoo/05_Madani.mp3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At the Zoo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zoo teaches us about different animals and nature.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.حديقة الحيوانات تعلمنا عن الحيوانات المختلفة والطبيعة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Dialogue_11_At_the_Zoo/06_Oussama.mp3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At the Zoo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the names of the animals I see.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.سأكتب أسماء الحيوانات التي أراها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Dialogue_11_At_the_Zoo/07_Islem.mp3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At the Zoo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Observe carefully and enjoy the visit.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راقبوا جيدا واستمتعوا بالزيارة.ممتاز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Dialogue_11_At_the_Zoo/08_Madani.mp3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