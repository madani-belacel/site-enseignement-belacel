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At the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Hotel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arrived at the hotel. Let us check in and go to our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لنسجل الدخول ونذهب إلى غرفتنا.لقد وصلنا إلى الفندق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Dialogue_3_At_the_Hotel/01_Madani.mp3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Hotel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hotel looks clean and comfortable. I like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أحبه.الفندق يبدو نظيفا ومريحا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Dialogue_3_At_the_Hotel/02_Oussama.mp3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Hotel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see the swimming pool after we unpack?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رؤية المسبح بعد أن نفرغ حقائبنا؟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Dialogue_3_At_the_Hotel/03_Islem.mp3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Hotel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our room has a big window with a nice 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.أتمنى أن تكون لغرفتنا نافذة كبيرة ومنظر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Dialogue_3_At_the_Hotel/04_Anes.mp3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Hotel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respect the hotel rules and keep our room tidy.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.سنحترم قواعد الفندق ونحافظ على نظافة غرفتنا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Dialogue_3_At_the_Hotel/05_Madani.mp3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Hotel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Staying in a hotel is different from staying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.الإقامة في فندق مختلفة عن الإقامة في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Dialogue_3_At_the_Hotel/06_Oussama.mp3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Hotel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say thank you to the staff when they help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.سأقول شكرا للموظفين عندما يساعدوننا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Dialogue_3_At_the_Hotel/07_Islem.mp3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Hotel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manners make every stay more pleasant.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الآداب الجيدة تجعل كل إقامة أكثر متعة.نعم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Dialogue_3_At_the_Hotel/08_Madani.mp3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