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Saying Goodbye to a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Saying Goodbye to a Place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Tomorrow we leave this beautiful place. How do you feel?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تشعرون؟.غدا نغادر هذا المكان الجميل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Dialogue_19_Saying_Goodbye_to_a_Place/01_Madani.mp3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Saying Goodbye to a Place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a little sad, but I am also happy for the memories we made.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لكنني سعيد أيضا بالذكريات التي صنعناها،من الحزن أشعر بقليل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Dialogue_19_Saying_Goodbye_to_a_Place/02_Oussama.mp3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Saying Goodbye to a Place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one last look at the sea before we 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.سأنظر نظرة أخيرة إلى البحر قبل أن نغادر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Dialogue_19_Saying_Goodbye_to_a_Place/03_Islem.mp3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Saying Goodbye to a Place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come back here one day,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العودة إلى هنا يوما ما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Dialogue_19_Saying_Goodbye_to_a_Place/04_Anes.mp3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Saying Goodbye to a Place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InshAllah. Good places stay in our hearts even after we leave.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الأماكن الجيدة تبقى في قلوبنا حتى بعد مغادرتنا.شاء الله إن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Dialogue_19_Saying_Goodbye_to_a_Place/05_Madani.mp3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Saying Goodbye to a Place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Saying goodbye is part of traveling. Every journey has an 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لكل رحلة نهاية.الوداع جزء من السفر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Dialogue_19_Saying_Goodbye_to_a_Place/06_Oussama.mp3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Saying Goodbye to a Place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write about this place in my diary so I never forget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.سأكتب عن هذا المكان في يومياتي حتى لا أنساه أبدا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Dialogue_19_Saying_Goodbye_to_a_Place/07_Islem.mp3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Saying Goodbye to a Place  |  📖 Niveau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Grateful hearts carry beautiful places with them forever.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القلوب الشاكرة تحمل الأماكن الجميلة معها إلى الأبد.نعم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Dialogue_19_Saying_Goodbye_to_a_Place/08_Madani.mp3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