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At the Railway 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Railway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at the railway station. Our train leaves in thirty minutes.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قطارنا يغادر خلال ثلاثين دقيقة.نحن في محطة القطار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Dialogue_7_At_the_Railway_Station/01_Madani.mp3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Railway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Train stations are busy places with many people and loud announcements.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.القطار أماكن مزدحمة فيها كثير من الناس وإعلانات عالية محطات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Dialogue_7_At_the_Railway_Station/02_Oussama.mp3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Railway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hear the trains and see the big clocks on the walls.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.سماع القطارات ورؤية الساعات الكبيرة على الجدران أستطيع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Dialogue_7_At_the_Railway_Station/03_Islem.mp3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Railway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sit near the window on the train?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الجلوس قرب النافذة في القطار؟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Dialogue_7_At_the_Railway_Station/04_Anes.mp3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Railway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if there are free seats near the window. Stay close to 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ابقوا قريبين مني.كانت هناك مقاعد فارغة قرب النافذة إذا،نعم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Dialogue_7_At_the_Railway_Station/05_Madani.mp3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Railway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Traveling by train is comfortable and we can watch the countryside.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.السفر بالقطار مريح ويمكننا مشاهدة الريف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Dialogue_7_At_the_Railway_Station/06_Oussama.mp3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Railway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keep our tickets safe and listen for our train number.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نحافظ على تذاكرنا آمنة ونستمع لرقم قطارنا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Dialogue_7_At_the_Railway_Station/07_Islem.mp3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Railway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Being organized and calm makes train travel pleasant.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التنظيم والهدوء يجعلان السفر بالقطار ممتعا.نعم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Dialogue_7_At_the_Railway_Station/08_Madani.mp3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