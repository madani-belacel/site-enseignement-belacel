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Writing a Travel Diary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keep a small travel diary during this trip?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تريدون الاحتفاظ بيوميات سفر صغيرة أثناء هذه الرحلة؟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can write what we did each day and how I felt.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يمكنني كتابة ما فعلناه كل يوم وكيف شعرت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draw some pictures next to my notes.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.سأرسم بعض الصور بجانب ملاحظاتي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write about the food and the games we played?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الكتابة عن الطعام والألعاب التي لعبناها؟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Write about anything that makes you happy or curious.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اكتبوا عن أي شيء يجعلكم سعداء أو فضوليين.بالطبع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travel diary helps us remember the trip for many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.يوميات السفر تساعدنا على تذكر الرحلة لسنوات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the diary later will bring back beautiful memories.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.قراءة اليوميات لاحقا ستعيد ذكريات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Writing a Travel Diary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Writing is a wonderful way to keep moments alive.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الكتابة طريقة رائعة لإبقاء اللحظات حية.نعم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Dialogue_16_Writing_a_Travel_Diary/08_Madani.mp3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