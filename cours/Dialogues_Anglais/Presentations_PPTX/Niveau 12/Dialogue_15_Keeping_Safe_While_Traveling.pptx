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Keeping Safe While Traveling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Safety is the most important thing when we travel.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.السلامة هي أهم شيء عندما نسافر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always stay together and not wander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نبقى دائما معا وألا نتجول وحيدين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must keep our documents and money in a safe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نحافظ على وثائقنا وأموالنا في مكان آمن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do if I get lost?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 إذا ضعت؟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Stay calm, go to a safe place, and call me or ask a police officer for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واتصل بي أو اطلب المساعدة من شرطي،إلى مكان آمن اذهب،ابق هادئا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your phone number in my notebook just in case.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رقم هاتفك في دفتري تحسبا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Listening carefully to instructions keeps us safe in new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.باهتمام إلى التعليمات يبقينا آمنين في الأماكن الجديدة الاستماع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Keeping Safe While Traveling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careful traveler is a safe traveler.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المسافر الحذر مسافر آمن.نعم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Dialogue_15_Keeping_Safe_While_Traveling/08_Madani.mp3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