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Taking Photos During the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take some photos to remember this trip?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التقاط بعض الصور لتذكر هذه الرحلة؟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want photos of the beach, the mountains, and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أريد صورا للشاطئ والجبال والعائلة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photos of interesting buildings and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.سالتقط صورا للمباني المثيرة والطبيعة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be in some of the photos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أن أكون في بعض الصور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Photos of people we love are the most precious.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صور الأشخاص الذين نحبهم هي الأكثر قيمة.بالطبع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spend the whole trip looking only through the camera.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نقضي الرحلة كلها ننظر فقط من خلال الكاميرا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it is better to put the phone away and enjoy the moment.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من الأفضل وضع الهاتف جانبا والاستمتاع باللحظة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Taking Photos During the Trip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Live the moment first, then take a photo to remember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التقطوا صورة لتذكروها، عيشوا اللحظة أولا.بالضبط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Dialogue_13_Taking_Photos_During_the_Trip/08_Madani.mp3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