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13 — Taking Photos During the Trip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Taking Photos During the Trip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Would you like to take some photos to remember this trip?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تريدون التقاط بعض الصور لتذكر هذه الرحلة؟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Dialogue_13_Taking_Photos_During_the_Trip/01_Madani.mp3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Taking Photos During the Trip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Yes! I want photos of the beach, the mountains, and the family.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.نعم! أريد صورا للشاطئ والجبال والعائلة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Dialogue_13_Taking_Photos_During_the_Trip/02_Oussama.mp3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Taking Photos During the Trip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take photos of interesting buildings and nature.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.سالتقط صورا للمباني المثيرة والطبيعة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Dialogue_13_Taking_Photos_During_the_Trip/03_Islem.mp3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Taking Photos During the Trip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be in some of the photos too?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أن أكون في بعض الصور أيضا؟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Dialogue_13_Taking_Photos_During_the_Trip/04_Anes.mp3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Taking Photos During the Trip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Photos of people we love are the most precious.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صور الأشخاص الذين نحبهم هي الأكثر قيمة.بالطبع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Dialogue_13_Taking_Photos_During_the_Trip/05_Madani.mp3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Taking Photos During the Trip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not spend the whole trip looking only through the camera.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ألا نقضي الرحلة كلها ننظر فقط من خلال الكاميرا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Dialogue_13_Taking_Photos_During_the_Trip/06_Oussama.mp3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Taking Photos During the Trip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Sometimes it is better to put the phone away and enjoy the moment.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.أحيانا من الأفضل وضع الهاتف جانبا والاستمتاع باللحظة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Dialogue_13_Taking_Photos_During_the_Trip/07_Islem.mp3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Taking Photos During the Trip  |  📖 Niveau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Live the moment first, then take a photo to remember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ثم التقطوا صورة لتذكروها، عيشوا اللحظة أولا.بالضبط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Dialogue_13_Taking_Photos_During_the_Trip/08_Madani.mp3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