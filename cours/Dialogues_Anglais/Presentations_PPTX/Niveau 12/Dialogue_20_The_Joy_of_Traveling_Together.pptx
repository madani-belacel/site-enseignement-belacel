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The Joy of Traveling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Traveling Together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best part of traveling as a family?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 هو أفضل جزء في السفر كعائلة؟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Dialogue_20_The_Joy_of_Traveling_Together/01_Madani.mp3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Traveling Together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Being together, sharing experiences, and helping each 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ومساعدة بعضنا، ومشاركة التجارب،التواجد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Dialogue_20_The_Joy_of_Traveling_Together/02_Oussama.mp3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Traveling Together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Discovering new places and creating memories that last forever.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.اكتشاف أماكن جديدة وخلق ذكريات تدوم إلى الأبد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Dialogue_20_The_Joy_of_Traveling_Together/03_Islem.mp3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Traveling Together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Playing, eating, and laughing together far from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.اللعب والأكل والضحك معا بعيدا عن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Dialogue_20_The_Joy_of_Traveling_Together/04_Anes.mp3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Traveling Together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journey is more beautiful when we share it with people we love.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الرحلة أجمل عندما نشاركها مع من نحب.نعم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Dialogue_20_The_Joy_of_Traveling_Together/05_Madani.mp3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Traveling Together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Traveling teaches us patience, curiosity, and gratitude.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.السفر يعلمنا الصبر والفضول والامتنان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Dialogue_20_The_Joy_of_Traveling_Together/06_Oussama.mp3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Traveling Together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thankful for every trip we take as a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ممتن لكل رحلة نقوم بها كعائلة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Dialogue_20_The_Joy_of_Traveling_Together/07_Islem.mp3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Traveling Together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May Allah grant us many more safe and happy journeys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.رزقنا الله المزيد من الرحلات الآمنة والسعيدة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Dialogue_20_The_Joy_of_Traveling_Together/08_Madani.mp3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