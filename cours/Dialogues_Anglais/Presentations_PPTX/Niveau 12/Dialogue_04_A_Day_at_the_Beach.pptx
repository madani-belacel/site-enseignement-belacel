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A Day at the Beach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Day at the Beach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will spend the day at the beach. Are you ready?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مستعدون؟.اليوم سنقضي اليوم على الشاطئ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Dialogue_4_A_Day_at_the_Beach/01_Madani.mp3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Day at the Beach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love the sea and the sound of the waves.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أحب البحر وصوت الأمواج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Dialogue_4_A_Day_at_the_Beach/02_Oussama.mp3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Day at the Beach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my bucket and build a sandcastle.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دلوتي وأبني قلعة رملية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Dialogue_4_A_Day_at_the_Beach/03_Islem.mp3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Day at the Beach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swim in the water,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السباحة في الماء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Dialogue_4_A_Day_at_the_Beach/04_Anes.mp3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Day at the Beach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in the safe area and with me watching closely.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فقط في المنطقة الآمنة وأنا أراقب عن كثب،نعم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Dialogue_4_A_Day_at_the_Beach/05_Madani.mp3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Day at the Beach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bring sunscreen and a big umbrella for shade.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.سأحضر واقي الشمس ومظلة كبيرة للظل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Dialogue_4_A_Day_at_the_Beach/06_Oussama.mp3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Day at the Beach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beach is a perfect place to relax and play as a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.الشاطئ مكان مثالي للاسترخاء واللعب كعائلة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Dialogue_4_A_Day_at_the_Beach/07_Islem.mp3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Day at the Beach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Enjoy the sun, the sea, and the time together safely.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.استمتعوا بالشمس والبحر والوقت معا بأمان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Dialogue_4_A_Day_at_the_Beach/08_Madani.mp3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