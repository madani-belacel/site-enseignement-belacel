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At the Airport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At the Airport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are at the airport. Stay close to me and do not get lost.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ابقوا قريبين مني ولا تضيعوا.نحن في المطار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Dialogue_2_At_the_Airport/01_Madani.mp3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At the Airport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Airports are very big and full of people from many countries.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.المطارات كبيرة جدا ومليئة بالناس من بلدان كثيرة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Dialogue_2_At_the_Airport/02_Oussama.mp3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At the Airport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see the planes taking off and landing through the windows.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.أستطيع رؤية الطائرات وهي تقلع وتهبط من خلال النوافذ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Dialogue_2_At_the_Airport/03_Islem.mp3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At the Airport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will our plane leave,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متى ستغادر طائرتنا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Dialogue_2_At_the_Airport/04_Anes.mp3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At the Airport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about one hour. First we need to check in our bags.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أولا نحتاج إلى تسجيل حقائبنا.خلال ساعة تقريبا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Dialogue_2_At_the_Airport/05_Madani.mp3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At the Airport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hold my boarding pass carefully and not lose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.سأمسك بطاقة الصعود بعناية ولن أضيعها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Dialogue_2_At_the_Airport/06_Oussama.mp3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At the Airport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Airports are exciting places full of different languages and sounds.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.المطارات أماكن مثيرة مليئة بلغات وأصوات مختلفة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Dialogue_2_At_the_Airport/07_Islem.mp3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At the Airport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Traveling by plane is fast but we must follow all the rules.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السفر بالطائرة سريع لكن يجب أن نتبع كل القواعد.نعم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Dialogue_2_At_the_Airport/08_Madani.mp3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