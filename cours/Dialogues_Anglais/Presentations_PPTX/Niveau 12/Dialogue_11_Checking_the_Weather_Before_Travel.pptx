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Checking the Weather Before Travel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Before Travel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we travel, we should check the weather forecast.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نتحقق من توقعات الطقس،قبل أن نسافر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Dialogue_11_Checking_the_Weather_Before_Travel/01_Madani.mp3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Before Travel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it will rain, we need to take umbrellas and warm clothes.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نحتاج إلى أخذ مظلات وملابس دافئة،إذا كان سيمطر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Dialogue_11_Checking_the_Weather_Before_Travel/02_Oussama.mp3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Before Travel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it will be hot, we need light clothes, hats, and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نحتاج إلى ملابس خفيفة وقبعات وماء،إذا كان الجو حارا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Dialogue_11_Checking_the_Weather_Before_Travel/03_Islem.mp3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Before Travel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know the weather in advance?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نعرف الطقس مسبقا؟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Dialogue_11_Checking_the_Weather_Before_Travel/04_Anes.mp3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Before Travel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look at the weather app or listen to the news.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.يمكننا النظر إلى تطبيق الطقس أو الاستماع إلى الأخبار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Dialogue_11_Checking_the_Weather_Before_Travel/05_Madani.mp3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Before Travel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Preparing for the weather makes the trip safer and more comfortable.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.الاستعداد للطقس يجعل الرحلة أكثر أمانا وراحة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Dialogue_11_Checking_the_Weather_Before_Travel/06_Oussama.mp3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Before Travel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check the weather every morning during the holiday.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.سأتحقق من الطقس كل صباح أثناء العطلة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Dialogue_11_Checking_the_Weather_Before_Travel/07_Islem.mp3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Before Travel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A smart traveler always prepares for different weather.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المسافر الذكي يستعد دائما لطقس مختلف.ممتاز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Dialogue_11_Checking_the_Weather_Before_Travel/08_Madani.mp3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