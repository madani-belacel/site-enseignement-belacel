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At the Bus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At the Bus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waiting at the bus station for the intercity bus.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.نحن ننتظر في محطة الحافلات الحافلة بين المدن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Dialogue_10_At_the_Bus_Station/01_Madani.mp3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At the Bus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long will we wait,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كم من الوقت سننتظر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Dialogue_10_At_the_Bus_Station/02_Oussama.mp3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At the Bus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About fifteen minutes. Let us stand in the correct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لنقف في الصف الصحيح.حوالي خمس عشرة دقيقة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Dialogue_10_At_the_Bus_Station/03_Madani.mp3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At the Bus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the bus coming from far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رؤية الحافلة قادمة من بعيد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Dialogue_10_At_the_Bus_Station/04_Islem.mp3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At the Bus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sit next to the window on the bus?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الجلوس بجانب النافذة في الحافلة؟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Dialogue_10_At_the_Bus_Station/05_Anes.mp3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At the Bus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if there is a free seat near the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إذا كان هناك مقعد فارغ قرب النافذة،نعم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Dialogue_10_At_the_Bus_Station/06_Madani.mp3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At the Bus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offer our seat to elderly people if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نقدم مقعدنا لكبار السن إذا لزم الأمر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Dialogue_10_At_the_Bus_Station/07_Oussama.mp3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At the Bus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excellent manners. Respect on public transport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الاحترام في وسائل النقل العام مهم.هذه أخلاق ممتازة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Dialogue_10_At_the_Bus_Station/08_Madani.mp3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