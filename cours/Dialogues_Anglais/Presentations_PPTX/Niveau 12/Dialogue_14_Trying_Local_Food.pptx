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14 — Trying Local Food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Trying Local Food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we travel, we can try some local food from the region.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يمكننا تجربة بعض الطعام المحلي من المنطقة،نسافر عندما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Dialogue_14_Trying_Local_Food/01_Madani.mp3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Trying Local Food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Trying new food is part of the adventure of traveling.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.تجربة طعام جديد جزء من مغامرة السفر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Dialogue_14_Trying_Local_Food/02_Oussama.mp3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Trying Local Food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try a small amount first to see if I like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.سأجرب كمية صغيرة أولا لأرى إذا كنت أحبه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Dialogue_14_Trying_Local_Food/03_Islem.mp3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Trying Local Food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if I do not like the new food?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لو لم يعجبني الطعام الجديد؟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Dialogue_14_Trying_Local_Food/04_Anes.mp3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Trying Local Food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That is okay. You can always choose something familiar next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يمكنك دائما اختيار شيء مألوف في المرة القادمة.لا بأس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Dialogue_14_Trying_Local_Food/05_Madani.mp3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Trying Local Food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Local food often tells a story about the culture of the place.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.الطعام المحلي غالبا ما يروي قصة عن ثقافة المكان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Dialogue_14_Trying_Local_Food/06_Oussama.mp3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Trying Local Food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write the names of the new dishes I try in my notebook.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.سأكتب أسماء الأطباق الجديدة التي أجربها في دفتري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Dialogue_14_Trying_Local_Food/07_Islem.mp3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Trying Local Food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Good idea. Food memories are some of the strongest memories of a trip.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ذكريات الطعام من أقوى ذكريات الرحلة.فكرة جيدة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Dialogue_14_Trying_Local_Food/08_Madani.mp3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