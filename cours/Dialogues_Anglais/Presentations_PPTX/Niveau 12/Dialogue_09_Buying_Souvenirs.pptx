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Buying Souvenirs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Souvenirs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buy some small souvenirs to remember this trip?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تريدون شراء بعض التذكارات الصغيرة لتذكر هذه الرحلة؟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Dialogue_9_Buying_Souvenirs/01_Madani.mp3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Souvenirs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want a small keychain with the name of the 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أريد سلسلة مفاتيح صغيرة باسم المدينة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Dialogue_9_Buying_Souvenirs/02_Oussama.mp3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Souvenirs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a postcard or a small book about the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بطاقة بريدية أو كتابا صغيرا عن المكان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Dialogue_9_Buying_Souvenirs/03_Islem.mp3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Souvenirs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buy a colorful magnet for the fridge?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شراء مغناطيس ملون للثلاجة؟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Dialogue_9_Buying_Souvenirs/04_Anes.mp3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Souvenirs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choose something simple and not too expensive.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اختاروا شيئا بسيطا وغير غالي الثمن،نعم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Dialogue_9_Buying_Souvenirs/05_Madani.mp3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Souvenirs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Souvenirs help us remember happy moments after we return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.تساعدنا على تذكر اللحظات السعيدة بعد عودتنا إلى البيت التذكارات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Dialogue_9_Buying_Souvenirs/06_Oussama.mp3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Souvenirs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the date on the back of my postcard.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.سأكتب التاريخ على ظهر بطاقتي البريدية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Dialogue_9_Buying_Souvenirs/07_Islem.mp3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Souvenirs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idea. Simple memories are often the most precious.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الذكريات البسيطة غالبا ما تكون الأكثر قيمة.فكرة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Dialogue_9_Buying_Souvenirs/08_Madani.mp3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