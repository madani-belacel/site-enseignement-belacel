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Asking for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for Directions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are in a new place, we sometimes need to ask for directions.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نحتاج أحيانا إلى طلب الاتجاهات،نكون في مكان جديد عندما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Dialogue_12_Asking_for_Directions/01_Madani.mp3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for Directions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should we ask politely?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يجب أن نسأل بأدب؟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Dialogue_12_Asking_for_Directions/02_Oussama.mp3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for Directions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say: Excuse me, could you please tell me how to get to the museum?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أن تخبرني كيف أصل إلى المتحف؟،عفوا :يمكننا أن نقول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Dialogue_12_Asking_for_Directions/03_Madani.mp3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for Directions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listen carefully and maybe write the directions 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نستمع باهتمام وربما نكتب الاتجاهات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Dialogue_12_Asking_for_Directions/04_Islem.mp3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for Directions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we do not understand the answer?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لم نفهم الجواب؟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Dialogue_12_Asking_for_Directions/05_Anes.mp3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for Directions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ask the person to speak slowly or repeat the information.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 نطلب من الشخص التحدث ببطء أو تكرار المعلومات يمكننا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Dialogue_12_Asking_for_Directions/06_Madani.mp3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for Directions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Saying thank you after receiving help is very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.قول شكرا بعد تلقي المساعدة مهم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Dialogue_12_Asking_for_Directions/07_Oussama.mp3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for Directions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Politeness opens many doors when we travel.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الأدب يفتح أبوابا كثيرة عندما نسافر.نعم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Dialogue_12_Asking_for_Directions/08_Madani.mp3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