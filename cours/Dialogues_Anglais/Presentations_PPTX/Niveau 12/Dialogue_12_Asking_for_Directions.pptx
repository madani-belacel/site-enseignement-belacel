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12 — Asking for Directions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12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Asking for Directions  |  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When we are in a new place, we sometimes need to ask for directions.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نحتاج أحيانا إلى طلب الاتجاهات،نكون في مكان جديد عندما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Dialogue_12_Asking_for_Directions/01_Madani.mp3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Asking for Directions  |  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How should we ask politely?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كيف يجب أن نسأل بأدب؟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Dialogue_12_Asking_for_Directions/02_Oussama.mp3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Asking for Directions  |  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can say: Excuse me, could you please tell me how to get to the museum?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يمكنك أن تخبرني كيف أصل إلى المتحف؟،عفوا :يمكننا أن نقول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Dialogue_12_Asking_for_Directions/03_Madani.mp3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Asking for Directions  |  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should listen carefully and maybe write the directions down.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.يجب أن نستمع باهتمام وربما نكتب الاتجاهات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Dialogue_12_Asking_for_Directions/04_Islem.mp3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Asking for Directions  |  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if we do not understand the answer?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ماذا لو لم نفهم الجواب؟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Dialogue_12_Asking_for_Directions/05_Anes.mp3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Asking for Directions  |  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can ask the person to speak slowly or repeat the information.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.أن نطلب من الشخص التحدث ببطء أو تكرار المعلومات يمكننا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Dialogue_12_Asking_for_Directions/06_Madani.mp3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Asking for Directions  |  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Saying thank you after receiving help is very important.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.قول شكرا بعد تلقي المساعدة مهم جدا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Dialogue_12_Asking_for_Directions/07_Oussama.mp3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Asking for Directions  |  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Politeness opens many doors when we travel.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الأدب يفتح أبوابا كثيرة عندما نسافر.نعم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Dialogue_12_Asking_for_Directions/08_Madani.mp3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