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Planning a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summer we will go on a short family trip. Let us plan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لنخطط لها معا.الصيف سنذهب في رحلة عائلية قصيرة هذا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will we go, Dad? I hope it is near the sea.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.إلى أين سنذهب يا أبي؟ أتمنى أن يكون قرب البحر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a place with mountains and fresh 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مكانا فيه جبال وهواء نقي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visit a park or a zoo during the trip?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زيارة حديقة أو حديقة حيوانات أثناء الرحلة؟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choose a place that has a little of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.سنختار مكانا فيه قليل من كل شيء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pack the bags and prepare the snacks.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تعبئة الحقائب وتحضير الوجبات الخفيفة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Planning carefully makes the trip more enjoyable and less stressful.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.التخطيط بعناية يجعل الرحلة أكثر متعة وأقل توترا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Planning a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planning is half of the success of any journey.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التخطيط الجيد نصف نجاح أي رحلة.نعم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Dialogue_1_Planning_a_Trip/08_Madani.mp3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