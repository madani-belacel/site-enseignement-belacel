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Packing My Bag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Packing My Bag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to pack our bags for the trip. Let us do it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لنفعلها بعناية.حان وقت تعبئة حقائبنا للرحلة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Dialogue_8_Packing_My_Bag/01_Madani.mp3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Packing My Bag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my clothes, toothbrush, and a book in my bag.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ملابسي وفرشاة أسناني وكتابا في حقيبتي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Dialogue_8_Packing_My_Bag/02_Oussama.mp3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Packing My Bag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need my notebook and some pens in case I want to write.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.أحتاج دفتري وبعض الأقلام في حالة أردت الكتابة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Dialogue_8_Packing_My_Bag/03_Islem.mp3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Packing My Bag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take my small toy and a snack?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أخذ لعبتي الصغيرة ووجبة خفيفة؟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Dialogue_8_Packing_My_Bag/04_Anes.mp3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Packing My Bag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do not pack more than you need. Heavy bags are hard to carry.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الحقائب الثقيلة صعبة الحمل.لا تعبئوا أكثر مما تحتاجون لكن،نعم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Dialogue_8_Packing_My_Bag/05_Madani.mp3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Packing My Bag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make a list so I do not forget anything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.سأعد قائمة حتى لا أنسى أي شيء 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Dialogue_8_Packing_My_Bag/06_Oussama.mp3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Packing My Bag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Packing the night before helps us leave early and without stress.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الليلة السابقة تساعدنا على المغادرة مبكرا ودون توتر التعبئة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Dialogue_8_Packing_My_Bag/07_Islem.mp3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Packing My Bag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 well-packed bag makes the journey smoother.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الحقيبة المعبأة جيدا تجعل الرحلة أكثر سلاسة.بالضبط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Dialogue_8_Packing_My_Bag/08_Madani.mp3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