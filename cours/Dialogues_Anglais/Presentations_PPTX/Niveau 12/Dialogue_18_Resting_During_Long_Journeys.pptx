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Resting During Long Journeys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Long journeys can be tiring. We need to rest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الراحة بحكمة.الطويلة يمكن أن تكون متعبة الرحلات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sleep a little on the train or the bus if I feel tired.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.سأنام قليلا في القطار أو الحافلة إذا شعرت بالتعب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Drinking water and stretching our legs helps us feel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.شرب الماء وتمديد أرجلنا يساعدنا على الشعور بتحسن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quiet games while we wait?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لعب ألعاب هادئة أثناء الانتظار؟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quiet games or reading are good ways to pass the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الألعاب الهادئة أو القراءة طرق جيدة لتمرير الوقت،نعم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Resting well during the journey helps us enjoy the destination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.الجيدة أثناء الرحلة تساعدنا على الاستمتاع بالوجهة أكثر الراحة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not to complain when the journey feels long.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ألا أشكو عندما تبدو الرحلة طويلة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Resting During Long Journeys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Patience is an important quality for every traveler.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.الصبر صفة مهمة لكل مسافر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Dialogue_18_Resting_During_Long_Journeys/08_Madani.mp3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