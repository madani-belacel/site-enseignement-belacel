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Visiting Grandma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weekend we will visit your grandmother. She is waiting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تنتظرنا.هذا الأسبوع سنزور جدتكم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going to Grandma’s house. She is always kind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دائما لطيفة وسعيدة.أحب الذهاب إلى بيت الجدة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cooks the best food and tells us beautiful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تطبخ أفضل طعام وتحكي لنا قصصا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my drawing to show 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أخذ رسمتي لأعرضها عليها؟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She will be very happy to see your work and hear your news.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ستكون سعيدة جدا برؤية عملك وسماع أخباركم.بالطبع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Visiting grandparents teaches us to respect and care for our elders.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.زيارة الأجداد تعلمنا احترام كبار السن والعناية بهم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Grandma set the table when we arrive.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الجدة في ترتيب المائدة عندما نصل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Visiting Grandma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wonderful idea. Kindness makes her heart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يسعد قلبها.هذه فكرة رائعة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Dialogue_6_Visiting_Grandma/08_Madani.mp3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