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Visiting Grandma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Visiting Grandma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This weekend we will visit your grandmother. She is waiting for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تنتظرنا.هذا الأسبوع سنزور جدتكم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Dialogue_6_Visiting_Grandma/01_Madani.mp3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Visiting Grandma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going to Grandma’s house. She is always kind and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دائما لطيفة وسعيدة.أحب الذهاب إلى بيت الجدة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Dialogue_6_Visiting_Grandma/02_Oussama.mp3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Visiting Grandma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She cooks the best food and tells us beautiful stories.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 تطبخ أفضل طعام وتحكي لنا قصصا جميلة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Dialogue_6_Visiting_Grandma/03_Islem.mp3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Visiting Grandma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take my drawing to show 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أخذ رسمتي لأعرضها عليها؟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Dialogue_6_Visiting_Grandma/04_Anes.mp3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Visiting Grandma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She will be very happy to see your work and hear your news.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ستكون سعيدة جدا برؤية عملك وسماع أخباركم.بالطبع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Dialogue_6_Visiting_Grandma/05_Madani.mp3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Visiting Grandma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Visiting grandparents teaches us to respect and care for our elders.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.زيارة الأجداد تعلمنا احترام كبار السن والعناية بهم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Dialogue_6_Visiting_Grandma/06_Oussama.mp3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Visiting Grandma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help Grandma set the table when we arrive.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.سأساعد الجدة في ترتيب المائدة عندما نصل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Dialogue_6_Visiting_Grandma/07_Islem.mp3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Visiting Grandma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a wonderful idea. Kindness makes her heart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اللطف يسعد قلبها.هذه فكرة رائعة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Dialogue_6_Visiting_Grandma/08_Madani.mp3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