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Meeting New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During travel we sometimes meet new people from different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.أثناء السفر نلتقي أحيانا بأشخاص جدد من أماكن مختلفة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Meeting new people can be interesting and educational.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.لقاء أشخاص جدد يمكن أن يكون مثيرا وتعليميا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be polite, smile, and introduce ourselves clearly.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ونقدم أنفسنا بوضوح، نبتسم،يجب أن نكون مهذبين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feel shy to speak to strangers?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شعرت بالخجل من التحدث مع الغرباء؟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normal. You can stay near me and listen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البقاء قربي والاستماع أولا.هذا طبيعي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a few words in another language can help start a conversation.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.بضع كلمات بلغة أخرى يمكن أن يساعد في بدء محادثة تعلم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person we meet has a story and something to teach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شخص نلتقي به لديه قصة وشيء يعلمنا إياه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Meeting New People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Travel opens our hearts and minds to the wider world.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السفر يفتح قلوبنا وعقولنا على العالم الأوسع.نعم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Dialogue_17_Meeting_New_People/08_Madani.mp3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