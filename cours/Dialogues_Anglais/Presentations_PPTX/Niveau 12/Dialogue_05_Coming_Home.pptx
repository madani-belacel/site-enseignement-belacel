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Coming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Coming Home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almost home after our holiday. How do you feel?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تشعرون؟.نحن تقريبا في البيت بعد عطلتنا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Dialogue_5_Coming_Home/01_Madani.mp3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Coming Home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happy to be back. Home is the best place after a trip.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البيت هو أفضل مكان بعد الرحلة.أنا سعيد بالعودة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Dialogue_5_Coming_Home/02_Oussama.mp3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Coming Home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missed my room, my books, and my quiet desk.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.افتقدت غرفتي وكتبي ومكتبي الهادئ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Dialogue_5_Coming_Home/03_Islem.mp3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Coming Home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rest first and then unpack our bags?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الراحة أولا ثم تفريغ حقائبنا؟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Dialogue_5_Coming_Home/04_Anes.mp3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Coming Home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First we rest a little, then we organize everything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نرتب كل شيء بعناية، أولا نستريح قليلا.نعم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Dialogue_5_Coming_Home/05_Madani.mp3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Coming Home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Traveling is fun, but returning home feels peaceful and safe.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العودة إلى البيت تشعر بالسلام والأمان،السفر ممتع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Dialogue_5_Coming_Home/06_Oussama.mp3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Coming Home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my clothes in the cupboard and clean my shoes.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ملابسي في الخزانة وأنظف حذائي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Dialogue_5_Coming_Home/07_Islem.mp3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Coming Home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Welcome home, my sons. May Allah always bring us back safely.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أعادنا الله دائما سالمين.أهلا بكم في البيت يا أبنائي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Dialogue_5_Coming_Home/08_Madani.mp3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