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No Cheating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No Cheating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Cheating is strictly forbidden in this exam.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La tricherie est strictement interdite dans cet examen.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Dialogue_8_No_Cheating/01_Madani.mp3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No Cheating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not look at others' papers, sir.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Nous ne regarderons pas les copies des autres, monsieur.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Dialogue_8_No_Cheating/02_Oussama.mp3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No Cheating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Keep your eyes on your own desk at all times.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Gardez les yeux sur votre propre table à tout moment.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Dialogue_8_No_Cheating/03_Madani.mp3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No Cheating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happens if someone cheats, sir?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Que se passe-t-il si quelqu'un triche, monsieur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Dialogue_8_No_Cheating/04_Islem.mp3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No Cheating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exam paper will be taken away immediately.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Sa copie sera retirée immédiatement.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Dialogue_8_No_Cheating/05_Madani.mp3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No Cheating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Cheating is a bad action, sir.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Tricher est un mauvais acte, monsieur.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Dialogue_8_No_Cheating/06_Anes.mp3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No Cheating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An honest result is always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Oui. Un résultat honnête est toujours meilleur.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Dialogue_8_No_Cheating/07_Madani.mp3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No Cheating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answer with our own minds, sir.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Nous répondrons avec nos propres esprits, monsieur.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Dialogue_8_No_Cheating/08_Oussama.mp3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