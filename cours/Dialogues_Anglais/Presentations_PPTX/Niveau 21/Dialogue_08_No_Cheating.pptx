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No Cheating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Cheating is strictly forbidden in this exam.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La tricherie est strictement interdite dans cet examen.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not look at others' papers,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Nous ne regarderons pas les copies des autres,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your eyes on your own desk at all 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Gardez les yeux sur votre propre table à tout moment.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happens if someone cheats,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Que se passe-t-il si quelqu'un triche,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exam paper will be taken away immediately.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Sa copie sera retirée immédiatement.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Cheating is a bad action,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Tricher est un mauvais acte,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 honest result is always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Oui. Un résultat honnête est toujours meilleur.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No Cheating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answer with our own minds, sir.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Nous répondrons avec nos propres esprits, monsieur.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Dialogue_8_No_Cheating/08_Oussama.mp3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