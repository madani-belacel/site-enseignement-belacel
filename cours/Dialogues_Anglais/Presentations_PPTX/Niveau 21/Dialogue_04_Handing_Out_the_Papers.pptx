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Handing Out the Papers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Handing Out the Papers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Now I will hand out the exam papers, row by 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Maintenant, je distribue les copies d'examen, rangée par rangée.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Dialogue_4_Handing_Out_the_Papers/01_Madani.mp3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Handing Out the Papers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many papers do we receive, sir?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Combien de copies recevons-nous, monsieur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Dialogue_4_Handing_Out_the_Papers/02_Oussama.mp3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Handing Out the Papers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One exam paper and one answer sheet.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Une copie d'examen et une feuille de réponses.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Dialogue_4_Handing_Out_the_Papers/03_Madani.mp3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Handing Out the Papers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we write on the papers, sir?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Que devons-nous écrire sur les copies, monsieur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Dialogue_4_Handing_Out_the_Papers/04_Islem.mp3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Handing Out the Papers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Write your full name, your number, and the date.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Écrivez votre nom complet, votre numéro et la date.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Dialogue_4_Handing_Out_the_Papers/05_Madani.mp3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Handing Out the Papers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start reading now, sir?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Pouvons-nous commencer à lire maintenant, monsieur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Dialogue_4_Handing_Out_the_Papers/06_Anes.mp3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Handing Out the Papers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Wait. Read all the instructions before you start.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Attendez. Lisez toutes les consignes avant de commencer.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Dialogue_4_Handing_Out_the_Papers/07_Madani.mp3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Handing Out the Papers  |  📖 Niveau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have read the instructions, sir. We can begin.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J'ai lu les consignes, monsieur. Nous pouvons commencer.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Dialogue_4_Handing_Out_the_Papers/08_Oussama.mp3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