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Line Up at the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Students, please line up in front of the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Étudiants, veuillez vous aligner devant les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Where exactly should we line up,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Où exactement devons-nous nous aligner,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front of the teacher's desk, one behind the other.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Devant le bureau du professeur, les uns derrière les autres.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there a specific order,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Y a-t-il un ordre précis,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alphabetically, row by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Oui, par ordre alphabétique, rangée par rangée.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name starts with the letter A. Do I go first?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Mon nom commence par la lettre A. Je passe en premier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Anes. Now stay in line and wait.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نعم يا أنس. الآن ابق في الصف وانتظر.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Line Up at the Tables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all in line now,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Nous sommes tous en rang maintenant,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Dialogue_2_Line_Up_at_the_Tables/08_Oussama.mp3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