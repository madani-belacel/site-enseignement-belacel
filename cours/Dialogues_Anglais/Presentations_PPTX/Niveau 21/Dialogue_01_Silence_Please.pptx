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Silence, Please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Silence, please, everyone. The exam is about to begin.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Silence, s'il vous plaît, tout le monde. L'examen va commencer.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Excuse me, sir. Can I go to the bathroom?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Excusez-moi, monsieur. Puis-je aller aux toilettes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 a moment. The exam will start in five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Attends un moment. L'examen commencera dans cinq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all ready, sir. 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Nous sommes tous prêts, monsieur. Merci.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your eyes on your own papers, please.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Gardez les yeux sur vos propres copies, s'il vous plaît.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a question, sir. Can I ask it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J'ai une question, monsieur. Puis-je la poser maintenant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Ask me quietly when I come to your desk.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Pose-moi ta question à voix basse quand je passerai à ta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Silence, Please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Understood, sir. I am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Compris, monsieur. Je suis prêt.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Dialogue_1_Silence_Please/08_Oussama.mp3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