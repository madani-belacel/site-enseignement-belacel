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Managing Your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Managing Your Time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have one hour for this exam.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Vous avez une heure pour cet examen.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Dialogue_7_Managing_Your_Time/01_Madani.mp3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Managing Your Time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watch the clock,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Devons-nous regarder l'horloge,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Dialogue_7_Managing_Your_Time/02_Oussama.mp3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Managing Your Time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Manage your time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Oui. Gérez votre temps avec soin.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Dialogue_7_Managing_Your_Time/03_Madani.mp3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Managing Your Time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much time remains,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Combien de temps reste-t-il,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Dialogue_7_Managing_Your_Time/04_Islem.mp3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Managing Your Time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still have thirty minutes left.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Il vous reste encore trente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Dialogue_7_Managing_Your_Time/05_Madani.mp3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Managing Your Time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finished early. What should I do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J'ai terminé tôt. Que dois-je faire maintenant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Dialogue_7_Managing_Your_Time/06_Anes.mp3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Managing Your Time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Read your answers again and correct your mistakes.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Relis tes réponses et corrige tes erreurs.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Dialogue_7_Managing_Your_Time/07_Madani.mp3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Managing Your Time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time is almost over, sir.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Le temps est presque écoulé, monsieur.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Dialogue_7_Managing_Your_Time/08_Oussama.mp3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