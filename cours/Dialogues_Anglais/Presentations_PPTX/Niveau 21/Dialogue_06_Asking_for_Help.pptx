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Asking for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Asking for Help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Excuse me, sir. I need some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Excusez-moi, monsieur. J'ai besoin d'aide.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Dialogue_6_Asking_for_Help/01_Islem.mp3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Asking for Help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Come here, Islem. What is the problem?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Viens ici, Islem. Quel est le problème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Dialogue_6_Asking_for_Help/02_Madani.mp3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Asking for Help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do not understand this question.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Je ne comprends pas cette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Dialogue_6_Asking_for_Help/03_Islem.mp3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Asking for Help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 the question slowly, one sentence at a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Lis la question lentement, une phrase à la fois.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Dialogue_6_Asking_for_Help/04_Madani.mp3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Asking for Help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may I ask a question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Monsieur, puis-je poser une question aussi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Dialogue_6_Asking_for_Help/05_Anes.mp3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Asking for Help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Anes. But wait for your turn.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Oui, Anes. Mais attends ton tour.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Dialogue_6_Asking_for_Help/06_Madani.mp3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Asking for Help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Now I understand the exercise.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Merci, monsieur. Maintenant je comprends l'exercice.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Dialogue_6_Asking_for_Help/07_Oussama.mp3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Asking for Help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Good. Now go back and finish your exam.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Bien. Maintenant retourne terminer ton examen.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Dialogue_6_Asking_for_Help/08_Madani.mp3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