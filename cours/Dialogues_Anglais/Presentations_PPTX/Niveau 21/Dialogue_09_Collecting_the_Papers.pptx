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Collecting the Papers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Collecting the Papers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Time is up. Please stop writing now.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Le temps est écoulé. Veuillez arrêter d'écrire maintenant.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Dialogue_9_Collecting_the_Papers/01_Madani.mp3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Collecting the Papers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One moment, sir. I am finishing my last sentence.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Un instant, monsieur. Je termine ma dernière phrase.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Dialogue_9_Collecting_the_Papers/02_Oussama.mp3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Collecting the Papers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Put your pens down. The exam is over.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Posez vos stylos. L'examen est terminé.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Dialogue_9_Collecting_the_Papers/03_Madani.mp3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Collecting the Papers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 we hand the papers to you, sir?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Nous remettons les copies à vous, monsieur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Dialogue_9_Collecting_the_Papers/04_Islem.mp3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Collecting the Papers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Pass your papers to the front, row by 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Oui. Faites passer vos copies vers l'avant, rangée par rangée.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Dialogue_9_Collecting_the_Papers/05_Madani.mp3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Collecting the Papers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Here is my paper, sir.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Voici ma copie, monsieur.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Dialogue_9_Collecting_the_Papers/06_Anes.mp3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Collecting the Papers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you, Anes. Now wait quietly.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Merci, Anes. Maintenant attends en silence.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Dialogue_9_Collecting_the_Papers/07_Madani.mp3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Collecting the Papers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All the papers are collected, sir.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Toutes les copies sont ramassées, monsieur.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Dialogue_9_Collecting_the_Papers/08_Oussama.mp3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