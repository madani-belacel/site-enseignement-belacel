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Collecting the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Time is up. Please stop writing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Le temps est écoulé. Veuillez arrêter d'écrire maintenant.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moment, sir. I am finishing my last sentence.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Un instant, monsieur. Je termine ma dernière phrase.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your pens down. The exam is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Posez vos stylos. L'examen est terminé.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we hand the papers to you,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Nous remettons les copies à vous,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Pass your papers to the front, row by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Oui. Faites passer vos copies vers l'avant, rangée par rangée.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Here is my paper,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Voici ma copie,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Anes. Now wait quietly.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Merci, Anes. Maintenant attends en silence.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Collecting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All the papers are collected,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Toutes les copies sont ramassées,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Dialogue_9_Collecting_the_Papers/08_Oussama.mp3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