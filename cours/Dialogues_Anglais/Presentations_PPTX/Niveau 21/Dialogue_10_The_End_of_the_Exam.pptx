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The End of the Exam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End of the Exam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exam is finished. You have done well.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L'examen est terminé. Vous avez bien travaillé.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Dialogue_10_The_End_of_the_Exam/01_Madani.mp3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End of the Exam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you, sir. It was a fair exam.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Merci, monsieur. C'était un examen juste.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Dialogue_10_The_End_of_the_Exam/02_Oussama.mp3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End of the Exam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a little nervous about my answers.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Je suis un peu nerveux à propos de mes réponses.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Dialogue_10_The_End_of_the_Exam/03_Islem.mp3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End of the Exam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 not worry. You worked hard and followed the rules.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Ne t'inquiète pas. Tu as travaillé dur et respecté les règles.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Dialogue_10_The_End_of_the_Exam/04_Madani.mp3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End of the Exam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will we get the results, sir?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Quand aurons-nous les résultats, monsieur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Dialogue_10_The_End_of_the_Exam/05_Anes.mp3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End of the Exam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announce the results next week.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J'annoncerai les résultats la semaine prochaine.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Dialogue_10_The_End_of_the_Exam/06_Madani.mp3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End of the Exam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Thank you for supervising our exam, sir.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Merci d'avoir surveillé notre examen, monsieur.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Dialogue_10_The_End_of_the_Exam/07_Oussama.mp3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The End of the Exam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are welcome. Goodbye and good luck.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Avec plaisir. Au revoir et bonne chance.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Dialogue_10_The_End_of_the_Exam/08_Madani.mp3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