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Rules During the Exam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 carefully to the rules for this exam.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Écoutez attentivement les règles de cet examen.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talk to each other,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Pouvons-nous nous parler entre nous,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 talking during the exam. Work alone and quietly.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Pas de bavardage pendant l'examen. Travaillez seuls et en silence.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borrow an eraser from a friend,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Pouvons-nous emprunter une gomme à un camarade,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You must bring everything you need with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Non. Vous devez apporter tout ce dont vous avez besoin.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forgot my ruler. What can I do,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J'ai oublié ma règle. Que puis-je faire,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Raise your hand and I will come to help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Lève la main et je viendrai t'aider.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Rules During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Understood, sir. We will follow the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Compris, monsieur. Nous respecterons les règles.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Dialogue_5_Rules_During_the_Exam/08_Oussama.mp3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