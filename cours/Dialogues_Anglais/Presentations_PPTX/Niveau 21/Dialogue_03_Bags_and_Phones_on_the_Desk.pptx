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3 — Bags and Phones on the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3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Bags and Phones on the Desk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Put your bags and phones on the desk next to the 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Déposez vos sacs et vos téléphones sur le bureau à côté du tableau.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Dialogue_3_Bags_and_Phones_on_the_Desk/01_Madani.mp3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Bags and Phones on the Desk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we put everything in the bags,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Mettons-nous tout dans les sacs,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Dialogue_3_Bags_and_Phones_on_the_Desk/02_Oussama.mp3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Bags and Phones on the Desk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Bags, phones, and watches go on the desk.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Oui. Les sacs, les téléphones et les montres vont sur le bureau.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Dialogue_3_Bags_and_Phones_on_the_Desk/03_Madani.mp3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Bags and Phones on the Desk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keep my pen and pencil,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Puis-je garder mon stylo et mon crayon,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Dialogue_3_Bags_and_Phones_on_the_Desk/04_Islem.mp3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Bags and Phones on the Desk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Pens, pencils, and erasers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Bien sûr. Uniquement les stylos, les crayons et les gommes.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Dialogue_3_Bags_and_Phones_on_the_Desk/05_Madani.mp3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Bags and Phones on the Desk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have no phone. Where do I put my bag?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Je n'ai pas de téléphone. Où dois-je mettre mon sac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Dialogue_3_Bags_and_Phones_on_the_Desk/06_Anes.mp3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Bags and Phones on the Desk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Put your bag on the desk like everyone else.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Mets ton sac sur le bureau comme tout le monde.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Dialogue_3_Bags_and_Phones_on_the_Desk/07_Madani.mp3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3 — Bags and Phones on the Desk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Done, sir. Our phones are all switched off.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C'est fait, monsieur. Nos téléphones sont tous éteints.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Dialogue_3_Bags_and_Phones_on_the_Desk/08_Oussama.mp3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