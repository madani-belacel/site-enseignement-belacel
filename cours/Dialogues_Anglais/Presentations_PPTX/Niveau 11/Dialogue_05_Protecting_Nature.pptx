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Protecting 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Protecting nature is a responsibility for every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.حماية الطبيعة مسؤولية على عاتق كل شخص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throw plastic or paper in the street or the sea.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نرمي البلاستيك أو الورق في الشارع أو البحر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Trees, rivers, and animals need our care and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.الأشجار والأنهار والحيوانات تحتاج إلى رعايتنا وحمايتنا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children do to protect nature?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 للأطفال أن يفعلوا لحماية الطبيعة؟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plant trees, save water, and keep your environment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والحفاظ على نظافة بيئتكم، وتوفير الماء،زراعة الأشجار يمكنكم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Small actions every day can make a big difference.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.الأفعال الصغيرة كل يوم يمكن أن تحدث فرقا كبيرا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Nature is a gift from Allah. We must not destroy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ألا ندمرها.الطبيعة هدية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Protecting Nature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clean and protected nature is a gift for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الطبيعة النظيفة والمحمية هدية للمستقبل.نعم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Dialogue_5_Protecting_Nature/08_Madani.mp3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