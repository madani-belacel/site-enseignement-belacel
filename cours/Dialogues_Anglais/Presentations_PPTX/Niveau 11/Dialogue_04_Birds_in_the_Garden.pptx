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Birds in the Garden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birds in our garden. They are singing.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تغني.انظروا إلى الطيور في حديقتنا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sparrows and a small bird with a red chest.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عصافير وطائرا صغيرا بصدر أحمر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Birds help the garden by eating insects.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.الطيور تساعد الحديقة بأكل الحشرات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put some water and seeds for them?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وضع بعض الماء والبذور لها؟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that is a kind idea. Birds need food and water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الطيور تحتاج إلى الطعام والماء أيضا. هذه فكرة لطيفة،نعم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waking up to the sound of birds in the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الاستيقاظ على صوت الطيور في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harm birds or destroy their nests.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نؤذي الطيور أو ندمر أعشاشها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Birds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Taking care of birds is a good deed and a joy.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بالطيور عمل صالح وفرحة.نعم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Dialogue_4_Birds_in_the_Garden/08_Madani.mp3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