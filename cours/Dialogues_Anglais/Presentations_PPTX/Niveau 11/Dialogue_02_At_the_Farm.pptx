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At the Farm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Farm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we will visit a farm and see many animals.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 سنزور مزرعة ونرى الكثير من الحيوانات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Dialogue_2_At_the_Farm/01_Madani.mp3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Farm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to see the cows, sheep, and horses.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أرى الأبقار والأغنام والخيول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Dialogue_2_At_the_Farm/02_Oussama.mp3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Farm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Farms produce milk, eggs, meat, and vegetables for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.المزارع تنتج الحليب والبيض واللحم والخضروات لنا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Dialogue_2_At_the_Farm/03_Islem.mp3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Farm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feed the chickens with some grain?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إطعام الدجاج ببعض الحبوب؟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Dialogue_2_At_the_Farm/04_Anes.mp3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Farm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be gentle and follow the farmer’s instructions.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كن لطيفا واتبع تعليمات المزارع،نعم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Dialogue_2_At_the_Farm/05_Madani.mp3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Farm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air on the farm smells fresh and natural.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.الهواء في المزرعة تفوح منه رائحة منعشة وطبيعية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Dialogue_2_At_the_Farm/06_Oussama.mp3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Farm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Working on a farm is hard but very useful for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.العمل في المزرعة شاق لكنه مفيد جدا للحياة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Dialogue_2_At_the_Farm/07_Islem.mp3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At the Farm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Farms remind us how food comes from the earth and animals.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.المزارع تذكرنا كيف يأتي الطعام من الأرض والحيوانات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Dialogue_2_At_the_Farm/08_Madani.mp3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