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16 — The Horse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16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The Horse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Horses are strong, beautiful, and useful animals.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.الخيول حيوانات قوية وجميلة ومفيدة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Dialogue_16_The_Horse/01_Madani.mp3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The Horse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People used horses for travel and work for thousands of years.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.استخدم الناس الخيول للسفر والعمل لآلاف السنين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Dialogue_16_The_Horse/02_Oussama.mp3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The Horse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Horses can run very fast and jump high.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.يمكن للخيول أن تركض بسرعة كبيرة وتقفز عاليا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Dialogue_16_The_Horse/03_Islem.mp3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The Horse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Can we visit a place where we can see horses?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هل يمكننا زيارة مكان يمكننا فيه رؤية الخيول؟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Dialogue_16_The_Horse/04_Anes.mp3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The Horse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Yes, InshAllah. We can visit a riding club one day.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يمكننا زيارة نادي فروسية يوما ما.نعم إن شاء الله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Dialogue_16_The_Horse/05_Madani.mp3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The Horse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Taking care of a horse requires patience and daily work.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.العناية بحصان تتطلب الصبر والعمل اليومي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Dialogue_16_The_Horse/06_Oussama.mp3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The Horse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Horses can become friends with people who treat them kindly.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.للخيول أن تصبح صديقة للناس الذين يعاملونها بلطف يمكن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Dialogue_16_The_Horse/07_Islem.mp3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16 — The Horse  |  📖 Niveau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Kindness and respect create trust between humans and animals.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اللطف والاحترام يخلقان الثقة بين البشر والحيوانات.نعم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Dialogue_16_The_Horse/08_Madani.mp3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