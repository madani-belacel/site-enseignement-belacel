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Butterfly in the Garden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Look! A beautiful butterfly is sitting on the flower.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.انظروا! فراشة جميلة جالسة على الزهرة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Butterflies have colorful wings and fly from flower to flower.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.للفراشات أجنحة ملونة وتطير من زهرة إلى زهرة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help plants by carrying pollen, just like bees.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تماما مثل النحل،هي تساعد النباتات بنقل حبوب اللقاح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Butterflies start their life as small caterpillars.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.تبدأ الفراشات حياتها كيرقات صغيرة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touch the butterfly gently?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لمس الفراشة بلطف؟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Better not. Their wings are very delicate and can break easily.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أجنحتها رقيقة جدا ويمكن أن تنكسر بسهولة.الأفضل 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Watching butterflies makes the garden feel magical.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.مشاهدة الفراشات تجعل الحديقة تبدو سحرية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Butterfly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Nature is full of small wonders if we take time to look.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.الطبيعة مليئة بالعجائب الصغيرة إذا أخذنا الوقت للنظر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Dialogue_10_The_Butterfly_in_the_Garden/08_Islem.mp3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