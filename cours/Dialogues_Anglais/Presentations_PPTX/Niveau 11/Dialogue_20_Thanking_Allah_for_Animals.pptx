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Thanking Allah for Animals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see the beauty and variety of animals, what should we remember?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نتذكر؟،عندما نرى جمال وتنوع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remember Allah, the Creator of all living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خالق كل الكائنات الحية،يجب أن نتذكر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animal, big or small, is a sign of Allah’s power and wisdom.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آية على قدرة الله وحكمته، كبيرا أو صغيرا،كل حيوان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say SubhanAllah when I see a beautiful bird or a soft cat.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.أقول سبحان الله عندما أرى طائرا جميلا أو قطة ناعمة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excellent. Remembering Allah increases our love for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 الله يزيد من محبتنا له.هذا 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also protect animals as a way of thanking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أيضا أن نحمي الحيوانات كطريقة لشكر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Kindness to animals is part of being a good Muslim.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.اللطف مع الحيوانات جزء من كوننا مسلمين صالحين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help us protect His creation and be grateful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أعاننا الله على حماية خلقه وأن نكون شاكرين 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Dialogue_20_Thanking_Allah_for_Animals/08_Madani.mp3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