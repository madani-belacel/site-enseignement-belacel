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The Honey Bees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Honey Bees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the bees flying around the flowers.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.انظروا إلى النحل يطير حول الزهور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Dialogue_6_The_Honey_Bees/01_Madani.mp3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Honey Bees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Bees make honey and help plants grow by carrying pollen.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.العسل ويساعد النباتات على النمو بنقل حبوب اللقاح النحل يصنع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Dialogue_6_The_Honey_Bees/02_Oussama.mp3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Honey Bees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Without bees, many fruits and vegetables would not grow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كثير من الفواكه والخضروات لن تنمو جيدا،بدون النحل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Dialogue_6_The_Honey_Bees/03_Islem.mp3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Honey Bees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bees dangerous? Can they sting 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النحل خطير؟ هل يمكن أن يلسعنا؟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Dialogue_6_The_Honey_Bees/04_Anes.mp3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Honey Bees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They can sting if they feel threatened, so we stay calm and quiet.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لذا نبقى هادئين وصامتين،اللسع إذا شعرت بالتهديد يمكنها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Dialogue_6_The_Honey_Bees/05_Madani.mp3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Honey Bees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Honey is a natural and healthy food that bees produce.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.العسل طعام طبيعي وصحي ينتجه النحل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Dialogue_6_The_Honey_Bees/06_Oussama.mp3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Honey Bees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protect bees and not destroy their hives.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نحمي النحل وألا ندمر خلاياه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Dialogue_6_The_Honey_Bees/07_Islem.mp3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Honey Bees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Bees are small but their work is very important for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النحل صغير لكن عمله مهم جدا للحياة.نعم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Dialogue_6_The_Honey_Bees/08_Madani.mp3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