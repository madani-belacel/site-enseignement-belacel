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Visiting an Aquarium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Visiting an Aquarium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we will visit an aquarium and see sea animals up close.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.اليوم سنزور حوضا مائيا ونرى حيوانات البحر عن قرب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Dialogue_13_Visiting_an_Aquarium/01_Madani.mp3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Visiting an Aquarium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see colorful fish and maybe a shark.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أن أرى أسماكا ملونة وربما قرشا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Dialogue_13_Visiting_an_Aquarium/02_Oussama.mp3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Visiting an Aquarium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Aquariums help us learn about the underwater world safely.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.المائية تساعدنا على التعرف على العالم تحت الماء بأمان الأحواض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Dialogue_13_Visiting_an_Aquarium/03_Islem.mp3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Visiting an Aquarium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Will the fish look at us through the glass?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ستنظر الأسماك إلينا من خلال الزجاج؟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Dialogue_13_Visiting_an_Aquarium/04_Anes.mp3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Visiting an Aquarium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and we can watch them swim and 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ويمكننا مشاهدتها تسبح وتأكل،نعم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Dialogue_13_Visiting_an_Aquarium/05_Madani.mp3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Visiting an Aquarium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water in the tanks is carefully controlled for the animals.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.الماء في الخزانات مضبوط بعناية من أجل الحيوانات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Dialogue_13_Visiting_an_Aquarium/06_Oussama.mp3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Visiting an Aquarium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read the information cards about each animal.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.سأقرأ بطاقات المعلومات عن كل حيوان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Dialogue_13_Visiting_an_Aquarium/07_Islem.mp3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Visiting an Aquarium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Learning about sea life increases our respect for the ocean.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.التعرف على الحياة البحرية يزيد من احترامنا للمحيط 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Dialogue_13_Visiting_an_Aquarium/08_Madani.mp3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