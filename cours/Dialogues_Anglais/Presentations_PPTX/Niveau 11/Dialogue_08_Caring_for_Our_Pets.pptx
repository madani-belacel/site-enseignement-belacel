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8 — Caring for Our Pets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8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Caring for Our Pets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Pets need care every day. Food, water, and a clean place.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طعام وماء ومكان نظيف.الأليفة تحتاج إلى رعاية كل يوم الحيوانات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Dialogue_8_Caring_for_Our_Pets/01_Madani.mp3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Caring for Our Pets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always clean Mimo’s bowl and give her fresh water.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.أنظف دائما وعاء ميمو وأعطيها ماء طازجا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Dialogue_8_Caring_for_Our_Pets/02_Oussama.mp3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Caring for Our Pets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Pets also need love, playtime, and sometimes a visit to the vet.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.أيضا إلى الحب ووقت اللعب وأحيانا زيارة الطبيب البيطري الحيوانات الأليفة تحتاج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Dialogue_8_Caring_for_Our_Pets/03_Islem.mp3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Caring for Our Pets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I brush Mimo’s fur gently?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يمكنني تمشيط فراء ميمو بلطف؟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Dialogue_8_Caring_for_Our_Pets/04_Anes.mp3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Caring for Our Pets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Brushing helps keep her clean and comfortable.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التمشيط يساعد على إبقائها نظيفة ومرتاحة.نعم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Dialogue_8_Caring_for_Our_Pets/05_Madani.mp3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Caring for Our Pets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Taking care of a pet teaches us responsibility and kindness.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.العناية بحيوان أليف تعلمنا المسؤولية واللطف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Dialogue_8_Caring_for_Our_Pets/06_Oussama.mp3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Caring for Our Pets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should never hit or frighten our pets.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.يجب ألا نضرب حيواناتنا الأليفة أو نخيفها أبدا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Dialogue_8_Caring_for_Our_Pets/07_Islem.mp3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Caring for Our Pets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Animals feel pain and joy. Treat them with mercy.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عاملوها بالرحمة. الحيوانات تشعر بالألم والفرح.نعم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Dialogue_8_Caring_for_Our_Pets/08_Madani.mp3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