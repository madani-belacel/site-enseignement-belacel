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Sea Animals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sea is full of amazing animals of many shapes and sizes.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.البحر مليء بحيوانات مذهلة بأشكال وأحجام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Fish, dolphins, turtles, and whales all live in the sea.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.والدلافين والسلاحف والحيتان كلها تعيش في البحر الأسماك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Dolphins are intelligent and can jump high out of the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.الدلافين ذكية ويمكنها القفز عاليا من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see sea animals at the beach or in an aquarium?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يمكننا رؤية حيوانات البحر على الشاطئ أو في حوض مائي؟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Aquariums help us learn about sea life without harming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التعرف على الحياة البحرية دون الإضرار بها الأحواض المائية.نعم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keep the sea clean so that animals can live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.على نظافة البحر حتى تتمكن الحيوانات من العيش بأمان يجب أن نحافظ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Plastic in the sea is very dangerous for fish and turtles.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.البلاستيك في البحر خطير جدا على الأسماك والسلاحف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Sea Animals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Protecting the sea is protecting a large part of life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.حماية البحر هي حماية جزء كبير من الحياة على الأرض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Dialogue_7_Sea_Animals/08_Madani.mp3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