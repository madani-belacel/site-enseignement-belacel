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Insects Are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people dislike insects, but some of them are very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بعضها مفيد جدا،كثير من الناس لا يحبون الحشرات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Bees make honey and ants clean the 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.النحل يصنع العسل والنمل ينظف 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Ladybirds eat harmful insects that destroy plants.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.الخنافس تأكل الحشرات الضارة التي تدمر النباتات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all insects useful?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كل الحشرات مفيدة؟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all, but many play an important role in nature’s balance.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الكثير منها يلعب دورا مهما في توازن الطبيعة،كلها ليس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kill insects without a good reason.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نقتل الحشرات بدون سبب وجيه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small creatures have a place in Allah’s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المخلوقات الصغيرة لها مكان في خلق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Insects Are Useful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Respect for all living things is part of good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احترام كل الكائنات الحية جزء من الأخلاق الحسنة.نعم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Dialogue_12_Insects_Are_Useful/08_Madani.mp3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