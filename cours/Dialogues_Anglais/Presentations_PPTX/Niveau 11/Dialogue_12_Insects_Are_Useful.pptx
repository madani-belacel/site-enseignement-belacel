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Insects Are Useful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Insects Are Useful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Many people dislike insects, but some of them are very useful.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بعضها مفيد جدا،كثير من الناس لا يحبون الحشرات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Dialogue_12_Insects_Are_Useful/01_Madani.mp3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Insects Are Useful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Bees make honey and ants clean the ground.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.النحل يصنع العسل والنمل ينظف الأرض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Dialogue_12_Insects_Are_Useful/02_Oussama.mp3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Insects Are Useful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Ladybirds eat harmful insects that destroy plants.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.الخنافس تأكل الحشرات الضارة التي تدمر النباتات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Dialogue_12_Insects_Are_Useful/03_Islem.mp3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Insects Are Useful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Are all insects useful?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كل الحشرات مفيدة؟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Dialogue_12_Insects_Are_Useful/04_Anes.mp3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Insects Are Useful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Not all, but many play an important role in nature’s balance.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الكثير منها يلعب دورا مهما في توازن الطبيعة،كلها ليس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Dialogue_12_Insects_Are_Useful/05_Madani.mp3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Insects Are Useful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not kill insects without a good reason.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ألا نقتل الحشرات بدون سبب وجيه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Dialogue_12_Insects_Are_Useful/06_Oussama.mp3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Insects Are Useful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Even small creatures have a place in Allah’s creation.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.حتى المخلوقات الصغيرة لها مكان في خلق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Dialogue_12_Insects_Are_Useful/07_Islem.mp3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Insects Are Useful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Respect for all living things is part of good character.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احترام كل الكائنات الحية جزء من الأخلاق الحسنة.نعم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Dialogue_12_Insects_Are_Useful/08_Madani.mp3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