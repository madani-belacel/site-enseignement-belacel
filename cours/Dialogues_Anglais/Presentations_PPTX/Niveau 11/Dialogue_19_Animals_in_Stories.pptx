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Animals in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stories use animals to teach us important lessons.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.كثير من القصص تستخدم الحيوانات لتعلمنا دروسا 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stories about clever foxes and hardworking 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القصص عن الثعالب الذكية والنمل المجتهد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Animal stories help children understand good and bad behavior.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.الحيوانات تساعد الأطفال على فهم السلوك الجيد والسيئ قصص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tell us a short animal story,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أن تخبرنا قصة حيوانات قصيرة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Later tonight I will tell you a story about a kind lion.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الليلة لاحقا سأخبرك قصة عن أسد طيب.بالطبع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Stories with animals make learning more fun and memorable.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.مع الحيوانات تجعل التعلم أكثر متعة وسهولة في التذكر القصص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write my own short animal story one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كتابة قصة حيوانات قصيرة خاصة بي يوما 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Animals in Stories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 idea. Stories can inspire kindness and wisdom.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القصص يمكن أن تلهم اللطف والحكمة.فكرة ممتازة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Dialogue_19_Animals_in_Stories/08_Madani.mp3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