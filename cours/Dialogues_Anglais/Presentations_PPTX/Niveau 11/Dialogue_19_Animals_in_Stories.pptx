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Animals in Stories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Animals in Stories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Many stories use animals to teach us important lessons.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.كثير من القصص تستخدم الحيوانات لتعلمنا دروسا مهمة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Dialogue_19_Animals_in_Stories/01_Madani.mp3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Animals in Stories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stories about clever foxes and hardworking ants.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القصص عن الثعالب الذكية والنمل المجتهد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Dialogue_19_Animals_in_Stories/02_Oussama.mp3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Animals in Stories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Animal stories help children understand good and bad behavior.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.الحيوانات تساعد الأطفال على فهم السلوك الجيد والسيئ قصص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Dialogue_19_Animals_in_Stories/03_Islem.mp3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Animals in Stories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tell us a short animal story,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يمكنك أن تخبرنا قصة حيوانات قصيرة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Dialogue_19_Animals_in_Stories/04_Anes.mp3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Animals in Stories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Later tonight I will tell you a story about a kind lion.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الليلة لاحقا سأخبرك قصة عن أسد طيب.بالطبع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Dialogue_19_Animals_in_Stories/05_Madani.mp3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Animals in Stories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Stories with animals make learning more fun and memorable.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.مع الحيوانات تجعل التعلم أكثر متعة وسهولة في التذكر القصص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Dialogue_19_Animals_in_Stories/06_Oussama.mp3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Animals in Stories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to write my own short animal story one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كتابة قصة حيوانات قصيرة خاصة بي يوما ما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Dialogue_19_Animals_in_Stories/07_Islem.mp3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Animals in Stories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 idea. Stories can inspire kindness and wisdom.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القصص يمكن أن تلهم اللطف والحكمة.فكرة ممتازة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Dialogue_19_Animals_in_Stories/08_Madani.mp3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