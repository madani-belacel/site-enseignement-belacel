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Animals in Danger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 animals in the world are in danger of disappearing.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.بعض الحيوانات في العالم معرضة لخطر الاختفاء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 animals become endangered?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لماذا تصبح الحيوانات مهددة بالانقراض؟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of pollution, hunting, and the destruction of forests.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.بسبب التلوث والصيد وتدمير الغابات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we do to help these animals?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يمكننا أن نفعل لمساعدة هذه الحيوانات؟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support nature protection and never buy products from endangered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.الطبيعة وألا نشتري أبدا منتجات من حيوانات مهددة يمكننا دعم حماية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Learning about these animals helps people care more.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.على هذه الحيوانات يساعد الناس على الاهتمام أكثر التعرف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animal has a right to live safely in its natural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.لكل حيوان الحق في العيش بأمان في منزله الطبيعي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Animals in Danger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Protecting animals is part of protecting the balance of nature.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حماية الحيوانات جزء من حماية توازن الطبيعة.نعم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Dialogue_15_Animals_in_Danger/08_Madani.mp3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