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A Trip to the Zoo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Trip to the Zoo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going to the zoo today. Are you excited?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متحمسون؟.سنذهب إلى حديقة الحيوانات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Dialogue_3_A_Trip_to_the_Zoo/01_Madani.mp3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Trip to the Zoo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want to see the lions, elephants, and monkeys.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أريد أن أرى الأسود والفيلة والقرود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Dialogue_3_A_Trip_to_the_Zoo/02_Oussama.mp3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Trip to the Zoo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zoo helps us learn about animals from different countries.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.تساعدنا على التعرف على حيوانات من بلدان مختلفة حديقة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Dialogue_3_A_Trip_to_the_Zoo/03_Islem.mp3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Trip to the Zoo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take pictures of the animals?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التقاط صور للحيوانات؟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Dialogue_3_A_Trip_to_the_Zoo/04_Anes.mp3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Trip to the Zoo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do not feed them and stay behind the barriers.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لا تطعموها وابقوا خلف الحواجز،نعم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Dialogue_3_A_Trip_to_the_Zoo/05_Madani.mp3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Trip to the Zoo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 animals look powerful and others look gentle.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.بعض الحيوانات تبدو قوية والبعض الآخر يبدو لطيفا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Dialogue_3_A_Trip_to_the_Zoo/06_Oussama.mp3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Trip to the Zoo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the names of the animals I see in my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.سأكتب أسماء الحيوانات التي أراها في دفتري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Dialogue_3_A_Trip_to_the_Zoo/07_Islem.mp3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Trip to the Zoo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Observing animals teaches us respect for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مراقبة الحيوانات تعلمنا احترام الطبيعة.ممتاز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Dialogue_3_A_Trip_to_the_Zoo/08_Madani.mp3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