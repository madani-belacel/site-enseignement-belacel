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Planting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weekend we will plant a small tree in our garden.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.هذا الأسبوع سنزرع شجرة صغيرة في حديقتنا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Planting trees is a good way to help the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.زراعة الأشجار طريقة جيدة لمساعدة البيئة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Trees give us oxygen, shade, and a home for birds.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.الأشجار تعطينا الأكسجين والظل ومنزلا للطيور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dig the hole and put the tree inside?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حفر الحفرة ووضع الشجرة بداخلها؟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carefully. Then we will water it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سنسقيها جيدا. بعناية،نعم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care of the tree and water it every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.سأعتني بالشجرة وأسقيها كل 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day this small tree will become tall and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.يوما ما ستصبح هذه الشجرة الصغيرة طويلة وقوية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Planting Trees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Planting a tree is a gift to the future and a good deed.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زراعة شجرة هدية للمستقبل وعمل صالح.نعم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Dialogue_14_Planting_Trees/08_Madani.mp3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