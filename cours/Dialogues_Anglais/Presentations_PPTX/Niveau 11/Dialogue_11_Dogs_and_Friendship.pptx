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Dogs and Friendship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Dogs are loyal animals and can become good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.الكلاب حيوانات وفية ويمكن أن تصبح أصدقاء جيدين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has a dog that waits for him every day after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.لدى صديقي كلب ينتظره كل يوم بعد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Dogs need walks, playtime, and kind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.الكلاب تحتاج إلى المشي ووقت اللعب والكلمات اللطيفة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dogs understand when we are happy or sad?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تستطيع الكلاب فهم عندما نكون سعداء أو حزينين؟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many dogs can feel our emotions and stay close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الكلاب تستطيع الشعور بمشاعرنا والبقاء قريبة منا كثير،نعم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well-trained dog can even help people with special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.يمكنه حتى مساعدة الأشخاص ذوي الاحتياجات الخاصة الكلب المدرب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be cruel to dogs or any other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نكون قساة مع الكلاب أو أي حيوانات أخرى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Dogs and Friendship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Kindness to animals is a sign of a soft and good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مع الحيوانات علامة على قلب رقيق وصالح.نعم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Dialogue_11_Dogs_and_Friendship/08_Madani.mp3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