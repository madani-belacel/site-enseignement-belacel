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11 — Dogs and Friendship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Dogs and Friendship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Dogs are loyal animals and can become good friends.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.الكلاب حيوانات وفية ويمكن أن تصبح أصدقاء جيدين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Dialogue_11_Dogs_and_Friendship/01_Madani.mp3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Dogs and Friendship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My friend has a dog that waits for him every day after school.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.لدى صديقي كلب ينتظره كل يوم بعد المدرسة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Dialogue_11_Dogs_and_Friendship/02_Oussama.mp3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Dogs and Friendship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Dogs need walks, playtime, and kind words.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.الكلاب تحتاج إلى المشي ووقت اللعب والكلمات اللطيفة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Dialogue_11_Dogs_and_Friendship/03_Islem.mp3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Dogs and Friendship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dogs understand when we are happy or sad?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تستطيع الكلاب فهم عندما نكون سعداء أو حزينين؟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Dialogue_11_Dogs_and_Friendship/04_Anes.mp3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Dogs and Friendship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many dogs can feel our emotions and stay close to 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.من الكلاب تستطيع الشعور بمشاعرنا والبقاء قريبة منا كثير،نعم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Dialogue_11_Dogs_and_Friendship/05_Madani.mp3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Dogs and Friendship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well-trained dog can even help people with special needs.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.يمكنه حتى مساعدة الأشخاص ذوي الاحتياجات الخاصة الكلب المدرب جيدا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Dialogue_11_Dogs_and_Friendship/06_Oussama.mp3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Dogs and Friendship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never be cruel to dogs or any other animals.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ألا نكون قساة مع الكلاب أو أي حيوانات أخرى أبدا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Dialogue_11_Dogs_and_Friendship/07_Islem.mp3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Dogs and Friendship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Kindness to animals is a sign of a soft and good heart.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اللطف مع الحيوانات علامة على قلب رقيق وصالح.نعم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Dialogue_11_Dogs_and_Friendship/08_Madani.mp3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