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Bird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Bird Migration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 birds travel long distances every year. This is called migration.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هذا يسمى الهجرة.الطيور تسافر مسافات طويلة كل عام بعض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Dialogue_17_Bird_Migration/01_Madani.mp3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Bird Migration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do birds migrate?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لماذا تهاجر الطيور؟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Dialogue_17_Bird_Migration/02_Oussama.mp3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Bird Migration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They look for warmer places and more food in different seasons.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.تبحث عن أماكن أدفأ ومزيد من الطعام في فصول مختلفة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Dialogue_17_Bird_Migration/03_Islem.mp3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Bird Migration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they know the way?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تعرف الطريق؟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Dialogue_17_Bird_Migration/04_Anes.mp3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Bird Migration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Allah gave them a natural ability to find their way across the sky.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.أعطاها الله قدرة طبيعية لإيجاد طريقها عبر السماء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Dialogue_17_Bird_Migration/05_Madani.mp3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Bird Migration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Migration shows how strong and intelligent birds can be.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.الهجرة تظهر مدى قوة وذكاء الطيور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Dialogue_17_Bird_Migration/06_Oussama.mp3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Bird Migration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protect the places where migrating birds rest and feed.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.نحمي الأماكن التي تستريح فيها الطيور المهاجرة وتتغذى يجب أن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Dialogue_17_Bird_Migration/07_Islem.mp3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Bird Migration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Every part of nature is connected and needs our care.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كل جزء من الطبيعة متصل ويحتاج إلى رعايتنا.نعم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Dialogue_17_Bird_Migration/08_Madani.mp3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