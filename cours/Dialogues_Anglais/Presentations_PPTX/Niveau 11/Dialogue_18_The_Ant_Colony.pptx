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The Ant Colony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these ants. They work together in a colony.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يعمل معا في مستعمرة.انظروا إلى هذا النمل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Each ant has a job. Some look for food, others protect the nest.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والبعض الآخر يحمي العش،بعضها يبحث عن الطعام .لكل نملة 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Ants are small but very organized and hardworking.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.النمل صغير لكنه منظم جدا ومجتهد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learn something from ants?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تعلم شيء من النمل؟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Teamwork, patience, and never giving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العمل الجماعي والصبر وعدم الاستسلام أبدا.نعم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when the work is hard, ants continue until they finish.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يستمر النمل حتى ينتهي،حتى عندما يكون العمل شاقا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Quran mentions the ant as an example of organization.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.القرآن يذكر النملة كمثال على التنظيم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The Ant Colony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Small creatures can teach us great lessons about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.الصغيرة يمكن أن تعلمنا دروسا عظيمة عن الحياة المخلوقات.نعم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Dialogue_18_The_Ant_Colony/08_Madani.mp3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