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Feeding the Chickens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Feeding the Chickens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to feed the chickens. Who wants to help?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يريد المساعدة؟.حان وقت إطعام الدجاج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Dialogue_9_Feeding_the_Chickens/01_Madani.mp3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Feeding the Chickens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carry the grain and scatter it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.سأحمل الحبوب وأنثرها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Dialogue_9_Feeding_the_Chickens/02_Oussama.mp3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Feeding the Chickens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Chickens need clean water and a safe place to sleep.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.الدجاج يحتاج إلى ماء نظيف ومكان آمن للنوم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Dialogue_9_Feeding_the_Chickens/03_Islem.mp3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Feeding the Chickens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Look! The chickens are running to eat the grain.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.انظروا! الدجاج يركض ليأكل الحبوب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Dialogue_9_Feeding_the_Chickens/04_Anes.mp3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Feeding the Chickens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Animals become happy when we take care of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الحيوانات تصبح سعيدة عندما نعتني بها.نعم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Dialogue_9_Feeding_the_Chickens/05_Madani.mp3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Feeding the Chickens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Fresh eggs from happy chickens taste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.البيض الطازج من الدجاج السعيد ألذ طعما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Dialogue_9_Feeding_the_Chickens/06_Oussama.mp3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Feeding the Chickens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Feeding animals is a simple but important daily task.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.إطعام الحيوانات مهمة يومية بسيطة لكنها 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Dialogue_9_Feeding_the_Chickens/07_Islem.mp3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Feeding the Chickens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Kindness to animals is part of good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اللطف مع الحيوانات جزء من الأخلاق الحسنة.بالضبط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Dialogue_9_Feeding_the_Chickens/08_Madani.mp3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