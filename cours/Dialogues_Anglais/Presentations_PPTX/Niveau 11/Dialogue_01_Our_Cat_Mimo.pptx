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Our Cat Mimo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Our Cat Mimo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our cat Mimo! She is sleeping on the sofa.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.انظروا إلى قطتنا ميمو! هي نائمة على الأريكة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Dialogue_1_Our_Cat_Mimo/01_Anes.mp3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Our Cat Mimo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Mimo is soft and quiet. I like to stroke her gently.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أحب أن أربت عليها بلطف.ميمو ناعمة وهادئة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Dialogue_1_Our_Cat_Mimo/02_Oussama.mp3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Our Cat Mimo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Cats clean themselves every day with their tongue.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.القطط تنظف نفسها كل يوم بلسانها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Dialogue_1_Our_Cat_Mimo/03_Islem.mp3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Our Cat Mimo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take care of Mimo. She needs food, water, and love.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تحتاج إلى الطعام والماء والحب.يجب أن نعتني بميمو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Dialogue_1_Our_Cat_Mimo/04_Madani.mp3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Our Cat Mimo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give her some milk this evening?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إعطاؤها بعض الحليب هذا المساء؟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Dialogue_1_Our_Cat_Mimo/05_Anes.mp3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Our Cat Mimo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a little. Too much milk is not good for cats.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كثرة الحليب غير جيدة للقطط. لكن القليل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Dialogue_1_Our_Cat_Mimo/06_Madani.mp3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Our Cat Mimo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Mimo makes our home happier and more lively.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.ميمو تجعل بيتنا أكثر سعادة وحيوية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Dialogue_1_Our_Cat_Mimo/07_Oussama.mp3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Our Cat Mimo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Animals are a blessing from Allah. We should be kind to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نكون لطفاء معها.الحيوانات نعمة من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Dialogue_1_Our_Cat_Mimo/08_Islem.mp3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