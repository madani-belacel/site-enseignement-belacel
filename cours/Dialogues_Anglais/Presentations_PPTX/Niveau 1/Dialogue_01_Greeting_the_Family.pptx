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Greeting the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Greeting the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Hello, Dad! How are you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مرحبا يا أبي! كيف حالك اليوم؟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Dialogue_1_Greeting_the_Family/01_Oussama.mp3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Greeting the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Hello, my son! I am fine, praise be to God. And you?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مرحبا يا بني! أنا بخير، الحمد لله، وأنت؟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Dialogue_1_Greeting_the_Family/02_Madani.mp3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Greeting the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fine too, thank you very much.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شكرا جزيلا لك،أنا بخير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Dialogue_1_Greeting_the_Family/03_Oussama.mp3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Greeting the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Hello, Dad! I am very happy to see you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.مرحبا يا أبي! أنا سعيد جدا برؤيتك في المنزل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Dialogue_1_Greeting_the_Family/04_Islem.mp3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Greeting the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Me too, Dad! We missed you a lot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.وأنا أيضا يا أبي! افتقدناك كثيرا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Dialogue_1_Greeting_the_Family/05_Anes.mp3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Greeting the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Hello, my dear sons. You are the joy of my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أنتم فرحة قلبي.مرحبا يا أبنائي الأعزاء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Dialogue_1_Greeting_the_Family/06_Madani.mp3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Greeting the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love you so much, Dad. You are the best.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أنت الأفضل.نحن نحبك كثيرا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Dialogue_1_Greeting_the_Family/07_Oussama.mp3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Greeting the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I love you more than anything in the world.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.وأنا أحبكم أكثر من أي شيء في الدنيا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Dialogue_1_Greeting_the_Family/08_Madani.mp3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