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Being Polite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Being Polite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Always use polite words when you speak to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.استخدموا دائما كلمات مهذبة عندما تتحدثون مع الآخرين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Dialogue_18_Being_Polite/01_Madani.mp3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Being Polite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Words like please, thank you, and excuse me are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.كلمات مثل من فضلك وشكرا والعفو مهمة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Dialogue_18_Being_Polite/02_Oussama.mp3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Being Polite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I want something, I say 'please'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أقول 'من فضلك' أولا،عندما أريد شيئا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Dialogue_18_Being_Polite/03_Islem.mp3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Being Polite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when I make a mistake, I say 'I am sorry'.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.' أقول 'أنا آسف،وعندما أخطئ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Dialogue_18_Being_Polite/04_Anes.mp3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Being Polite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Polite children are loved by everyone.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الأطفال المهذبون محبوبون من الجميع.ممتاز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Dialogue_18_Being_Polite/05_Madani.mp3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Being Polite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be more polite with my friends at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أن أكون أكثر أدبا مع أصدقائي في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Dialogue_18_Being_Polite/06_Oussama.mp3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Being Polite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Being polite shows respect to ourselves and to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.التحلي بالأدب يظهر الاحترام لأنفسنا وللآخرين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Dialogue_18_Being_Polite/07_Islem.mp3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Being Polite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Good manners open many doors in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الأخلاق الحسنة تفتح أبوابا كثيرة في الحياة.نعم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Dialogue_18_Being_Polite/08_Madani.mp3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