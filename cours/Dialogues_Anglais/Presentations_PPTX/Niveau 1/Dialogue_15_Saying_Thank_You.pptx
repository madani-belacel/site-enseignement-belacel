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Saying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someone helps you, what should you 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تقول؟،عندما يساعدك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should say thank you and smile at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أقول شكرا وأبتسم لهم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Saying thank you shows that we have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.قول شكرا يظهر أننا نتمتع بأخلاق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Dad, for teaching us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يا أبي لأنك تعلمنا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welcome, my son. Good manners are a treasure.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الأخلاق الجيدة كنز.على الرحب والسعة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remember to thank my teachers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.سأتذكر دائما أن أشكر معلمي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should thank Allah for every blessing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.ويجب أن نشكر الله على كل نعمة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Saying Thank You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Gratitude makes the heart soft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الامتنان يجعل القلب لينا وسعيدا.نعم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Dialogue_15_Saying_Thank_You/08_Madani.mp3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