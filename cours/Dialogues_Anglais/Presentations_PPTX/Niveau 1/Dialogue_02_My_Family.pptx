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My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Dad, who is at home with us today?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من الموجود في المنزل معنا اليوم؟،أبي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Dialogue_2_My_Family/01_Oussama.mp3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Your mother, your two brothers, and I are all 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.أمك وأخواك وأنا كلنا هنا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Dialogue_2_My_Family/02_Madani.mp3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Islem, the middle brother in the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الأخ الأوسط في العائلة،أنا إسلام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Dialogue_2_My_Family/03_Islem.mp3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I am Anes, the youngest one of 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الأصغر بين الجميع،وأنا أنس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Dialogue_2_My_Family/04_Anes.mp3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live together in peace and love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.نعيش معا في سلام ومحبة كل 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Dialogue_2_My_Family/05_Madani.mp3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many people are there in our family,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كم عدد أفراد عائلتنا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Dialogue_2_My_Family/06_Oussama.mp3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are five people: Mom, Dad, and you three boys.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أمي وأبي وأنتم الأولاد الثلاثة:نحن خمسة أشخاص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Dialogue_2_My_Family/07_Madani.mp3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Family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love our family very much. We help each 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نحن نساعد بعضنا البعض.أنا أحب عائلتي كثيرا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Dialogue_2_My_Family/08_Anes.mp3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