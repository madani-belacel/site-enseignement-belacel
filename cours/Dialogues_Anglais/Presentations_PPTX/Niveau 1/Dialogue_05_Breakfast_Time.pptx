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Breakfast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Breakfast Time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Breakfast is ready on the table, my dear boys.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.الفطور جاهز على الطاولة يا أبنائي الأعزاء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Dialogue_5_Breakfast_Time/01_Madani.mp3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Breakfast Time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 we have for breakfast this morning,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لدينا على الفطور هذا الصباح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Dialogue_5_Breakfast_Time/02_Oussama.mp3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Breakfast Time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have fresh bread, eggs, cheese, and some milk.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.لدينا خبز طازج وبيض وجبن وبعض الحليب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Dialogue_5_Breakfast_Time/03_Madani.mp3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Breakfast Time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really love milk and bread with honey.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أحب الحليب والخبز مع العسل كثيرا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Dialogue_5_Breakfast_Time/04_Anes.mp3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Breakfast Time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Breakfast is important because it gives us energy.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.الفطور مهم لأنه يعطينا الطاقة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Dialogue_5_Breakfast_Time/05_Islem.mp3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Breakfast Time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eat slowly and well before you go to school.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كلوا ببطء وبشكل جيد قبل الذهاب إلى المدرسة،نعم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Dialogue_5_Breakfast_Time/06_Madani.mp3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Breakfast Time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Dad. Everything tastes delicious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كل شيء لذيذ اليوم.شكرا يا 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Dialogue_5_Breakfast_Time/07_Oussama.mp3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Breakfast Time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full now and ready for a new school day!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!أنا شبعان الآن ومستعد ليوم مدرسي جديد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Dialogue_5_Breakfast_Time/08_Anes.mp3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