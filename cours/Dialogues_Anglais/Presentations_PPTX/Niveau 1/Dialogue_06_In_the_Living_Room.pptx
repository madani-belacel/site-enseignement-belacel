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6 — In the Living Room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6 / 23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6 — In the Living Room  |  📖 Niveau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Come and sit with me in the living room, boys.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.تعالوا واجلسوا معي في غرفة الجلوس يا أولاد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Dialogue_6_In_the_Living_Room/01_Madani.mp3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6 — In the Living Room  |  📖 Niveau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Can we watch a short educational program together?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يمكننا مشاهدة برنامج تعليمي قصير معا؟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Dialogue_6_In_the_Living_Room/02_Oussama.mp3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6 — In the Living Room  |  📖 Niveau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Yes, but only for thirty minutes, then we study.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ثم ندرس، لكن فقط لمدة ثلاثين دقيقة،نعم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Dialogue_6_In_the_Living_Room/03_Madani.mp3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6 — In the Living Room  |  📖 Niveau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like sitting here because the room is quiet and clean.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.أحب الجلوس هنا لأن الغرفة هادئة ونظيفة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Dialogue_6_In_the_Living_Room/04_Islem.mp3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6 — In the Living Room  |  📖 Niveau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Can I bring my story book and read next to you?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يمكنني إحضار كتاب القصص وقراءته بجانبك؟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Dialogue_6_In_the_Living_Room/05_Anes.mp3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6 — In the Living Room  |  📖 Niveau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Of course. Reading together is a beautiful family moment.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القراءة معا لحظة عائلية جميلة.بالطبع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Dialogue_6_In_the_Living_Room/06_Madani.mp3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6 — In the Living Room  |  📖 Niveau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After this, I will help clean the living room.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سأساعد في تنظيف غرفة الجلوس،بعد هذا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Dialogue_6_In_the_Living_Room/07_Oussama.mp3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6 — In the Living Room  |  📖 Niveau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Thank you. Helping at home makes everyone happy.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المساعدة في المنزل تسعد الجميع.شكرا لك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Dialogue_6_In_the_Living_Room/08_Madani.mp3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