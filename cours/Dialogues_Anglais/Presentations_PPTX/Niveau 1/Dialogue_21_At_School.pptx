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21 — At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was school today, Oussama?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كانت المدرسة اليوم يا أسامة؟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was good. I learned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تعلمت اإلنجليزية. كانت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Wonderful. English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اللغة اإلنجليزية مهمة. رائع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to learn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سعيد ألنني أتعلمها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else did you do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وماذا فعلت أيضًا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sang a new song with my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غنيت أغنية جديدة مع أصدقائي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teacher was very kind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كانت المعلمة لطيفة جدًا معنا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School is the best place to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المدرسة أفضل مكان للنمو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At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love my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أحب مدرستي،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Dialogue_21_At_School/09_Oussama.mp3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