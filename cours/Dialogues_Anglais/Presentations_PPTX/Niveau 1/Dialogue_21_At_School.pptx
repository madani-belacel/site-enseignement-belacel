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21 — At School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21 / 23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21 — At School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was school today, Oussama?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كيف كانت المدرسة اليوم يا أسامة؟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Dialogue_21_At_School/01_Madani.mp3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21 — At School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was good. I learned English.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تعلمت اإلنجليزية. كانت جيدة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Dialogue_21_At_School/02_Oussama.mp3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21 — At School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Wonderful. English is important.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اللغة اإلنجليزية مهمة. رائع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Dialogue_21_At_School/03_Madani.mp3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21 — At School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happy to learn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أنا سعيد ألنني أتعلمها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Dialogue_21_At_School/04_Oussama.mp3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21 — At School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else did you do today?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وماذا فعلت أيضًا اليوم؟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Dialogue_21_At_School/05_Madani.mp3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21 — At School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sang a new song with my friends.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غنيت أغنية جديدة مع أصدقائي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Dialogue_21_At_School/06_Oussama.mp3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21 — At School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teacher was very kind to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كانت المعلمة لطيفة جدًا معنا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Dialogue_21_At_School/07_Islem.mp3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21 — At School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School is the best place to grow.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المدرسة أفضل مكان للنمو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Dialogue_21_At_School/08_Madani.mp3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21 — At School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9/9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I love my school.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أحب مدرستي، 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Dialogue_21_At_School/09_Oussama.mp3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