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Evening Prayer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for the evening prayer, my 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.حان وقت صلاة المساء يا أبنائي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already made wudu and I am ready, 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.لقد توضأت بالفعل وأنا مستعد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good. Let us pray together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لنصل معا كعائلة.جيد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really like praying with you and my brothers.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أحب الصلاة معك ومع إخوتي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prayer, can we read a short Surah together?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قراءة سورة قصيرة معا؟،بعد الصلاة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of course. Reading Quran after prayer is beautiful.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قراءة القرآن بعد الصلاة شيء جميل. بالطبع،نعم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Prayer makes my heart calm and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.الصلاة تجعل قلبي هادئا وسعيدا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Evening Prayer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accept our prayer and keep us on the right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.تقبل الله صلاتنا وثبتنا على الطريق الصحيح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Dialogue_9_Evening_Prayer/08_Madani.mp3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