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Evening Prayer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Evening Prayer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time for the evening prayer, my sons.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.حان وقت صلاة المساء يا أبنائي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Dialogue_9_Evening_Prayer/01_Madani.mp3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Evening Prayer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have already made wudu and I am ready, Dad.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.لقد توضأت بالفعل وأنا مستعد يا 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Dialogue_9_Evening_Prayer/02_Oussama.mp3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Evening Prayer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Very good. Let us pray together as a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لنصل معا كعائلة.جيد جدا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Dialogue_9_Evening_Prayer/03_Madani.mp3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Evening Prayer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really like praying with you and my brothers.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.أنا أحب الصلاة معك ومع إخوتي كثيرا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Dialogue_9_Evening_Prayer/04_Islem.mp3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Evening Prayer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the prayer, can we read a short Surah together?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قراءة سورة قصيرة معا؟،بعد الصلاة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Dialogue_9_Evening_Prayer/05_Anes.mp3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Evening Prayer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of course. Reading Quran after prayer is beautiful.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قراءة القرآن بعد الصلاة شيء جميل. بالطبع،نعم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Dialogue_9_Evening_Prayer/06_Madani.mp3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Evening Prayer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Prayer makes my heart calm and happy.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.الصلاة تجعل قلبي هادئا وسعيدا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Dialogue_9_Evening_Prayer/07_Oussama.mp3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Evening Prayer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May Allah accept our prayer and keep us on the right path.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.تقبل الله صلاتنا وثبتنا على الطريق الصحيح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Dialogue_9_Evening_Prayer/08_Madani.mp3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