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Getting Ready for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Wake up, boys! It is time to get ready for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.استيقظوا يا أولاد! حان وقت الاستعداد للمدرسة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up, Dad. I will wash my face and brush my teeth.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سأغسل وجهي وأسنانى.أنا مستيقظ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is my school bag? I need my notebooks.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.أين حقيبتي المدرسية؟ أحتاج إلى دفاتري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already put on my uniform. Am I ready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أنا جاهز الآن؟.لقد ارتديت زيي المدرسي بالفعل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Almost. Do not forget to pack your snack and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تنسوا أن تضعوا وجبتكم الخفيفة والماء.تقريبا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checked my bag. Everything is inside and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شيء بداخلها وجاهز.فحصت حقيبتي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help me tie my shoes,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ربط حذائي من فضلك؟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Getting Ready for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Now let us eat breakfast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الآن دعونا نتناول الفطور بسرعة.بالطبع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Dialogue_3_Getting_Ready_for_School/08_Madani.mp3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