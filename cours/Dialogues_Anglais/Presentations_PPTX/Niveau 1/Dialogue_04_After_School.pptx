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After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I am back from school. How was your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كان يومك؟. عدت من المدرسة،أبي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Welcome home, my son. My day was good, thank God.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الحمد لله، كان يومي جيدا.أهلا بك في المنزل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played a little football with my friends after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.لعبت قليلا كرة القدم مع أصدقائي بعد الحصة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stayed in the classroom and finished my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.بقيت في الفصل وأنجزت واجبي المنزلي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excellent. Now you can rest for a short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الآن يمكنكم الاستراحة لفترة قصيرة.هذا 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should we start studying,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متى يجب أن نبدأ الدراسة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you rest and have a small snack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أن تستريحوا وتتناولوا وجبة خفيفة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After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Anes with his reading if he needs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أنس في القراءة إذا احتاج إلي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Dialogue_4_After_School/08_Islem.mp3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