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17 — Watching TV Wisely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17 / 23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Watching TV Wisely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Dad, can we watch television for a little while?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يمكننا مشاهدة التلفاز لفترة قصيرة؟،أبي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Dialogue_17_Watching_TV_Wisely/01_Oussama.mp3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Watching TV Wisely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only after you finish your homework.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فقط بعد أن تنهوا واجباتكم،نعم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Dialogue_17_Watching_TV_Wisely/02_Madani.mp3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Watching TV Wisely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finished my homework. Can I choose a program?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اختيار برنامج؟.أنجزت واجبي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Dialogue_17_Watching_TV_Wisely/03_Islem.mp3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Watching TV Wisely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Choose something useful, like a documentary or news for kids.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مثل وثائقي أو أخبار للأطفال،اختر شيئا مفيدا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Dialogue_17_Watching_TV_Wisely/04_Madani.mp3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Watching TV Wisely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do not want to watch too much. My eyes get tired.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عيناي تتعبان.لا أريد أن أشاهد كثيرا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Dialogue_17_Watching_TV_Wisely/05_Anes.mp3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Watching TV Wisely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You are right. Too much screen time is not healthy.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كثرة وقت الشاشة غير صحية.أنت على حق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Dialogue_17_Watching_TV_Wisely/06_Madani.mp3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Watching TV Wisely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thirty minutes, we will turn it off and play outside.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سنطفئه ونلعب في الخارج،بعد ثلاثين دقيقة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Dialogue_17_Watching_TV_Wisely/07_Oussama.mp3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17 — Watching TV Wisely  |  📖 Niveau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Perfect plan. Balance is the key to a good life.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التوازن هو مفتاح الحياة الجيدة.خطة مثالية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Dialogue_17_Watching_TV_Wisely/08_Madani.mp3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