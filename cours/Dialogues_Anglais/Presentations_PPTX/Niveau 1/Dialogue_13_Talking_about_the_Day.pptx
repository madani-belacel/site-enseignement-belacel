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Talking about the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Talking about the Day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Tell me about your day at school, Oussama.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.أخبرني عن يومك في المدرسة يا 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Dialogue_13_Talking_about_the_Day/01_Madani.mp3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Talking about the Day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was a good day. We learned new English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تعلمنا كلمات إنجليزية جديدة.كان يوما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Dialogue_13_Talking_about_the_Day/02_Oussama.mp3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Talking about the Day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teacher praised me because I answered correctly.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.مدحتني معلماتي لأنني أجبت بشكل صحيح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Dialogue_13_Talking_about_the_Day/03_Islem.mp3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Talking about the Day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made a new friend. His name is Youssef.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اسمه يوسف.كونت صديقا جديدا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Dialogue_13_Talking_about_the_Day/04_Anes.mp3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Talking about the Day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happy to hear that. Learning and friends are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التعلم والأصدقاء مهمان.أنا سعيد لسماع ذلك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Dialogue_13_Talking_about_the_Day/05_Madani.mp3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Talking about the Day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did you do today at work,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فعلت اليوم في العمل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Dialogue_13_Talking_about_the_Day/06_Oussama.mp3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Talking about the Day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worked hard and finished some important tasks.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.عملت بجد وأنجزت بعض المهام المهمة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Dialogue_13_Talking_about_the_Day/07_Madani.mp3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Talking about the Day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proud of you, Dad. You always do your best.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أنت تبذل دائما قصارى جهدك.نحن فخورون بك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Dialogue_13_Talking_about_the_Day/08_Islem.mp3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