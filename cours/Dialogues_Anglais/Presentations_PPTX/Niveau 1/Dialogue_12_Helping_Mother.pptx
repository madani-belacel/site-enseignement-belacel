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Helping Mother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Your mother is tired today. Let us help her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دعونا نساعدها في المنزل.أمكم متعبة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can set the table for dinner, 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ترتيب المائدة للعشاء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the plates, spoons, and glasses carefully.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الصحون والملاعق والكؤوس بعناية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I do? I want to help too!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!ماذا يمكنني أن أفعل؟ أريد أن أساعد أيضا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can bring the bread and the water bottle.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.يمكنك إحضار الخبز وزجاجة الماء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Helping our mother makes her smile and feel happy.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.مساعدة أمنا تجعلها تبتسم وتشعر بالسعادة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we work together, the work finishes quickly.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ينتهي العمل بسرعة،عندما نعمل معا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Helping Mother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That is true. A family that helps each other is strong.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العائلة التي يساعد أفرادها بعضهم قوية.هذا صحيح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Dialogue_12_Helping_Mother/08_Madani.mp3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