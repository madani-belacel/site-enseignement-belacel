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I Love My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 Love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I want to say something important to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أريد أن أقول لك شيئا مهما،أبي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Dialogue_20_I_Love_My_Family/01_Oussama.mp3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 Love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course, my son. I am listening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أستمع إليك باهتمام.بالطبع يا 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Dialogue_20_I_Love_My_Family/02_Madani.mp3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 Love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our family very much. You, Mom, and my brothers.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أنت وأمي وإخوتي.أحب عائلتي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Dialogue_20_I_Love_My_Family/03_Oussama.mp3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 Love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Me too. I feel safe and happy when we are all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أشعر بالأمان والسعادة عندما نكون جميعا معا.وأنا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Dialogue_20_I_Love_My_Family/04_Islem.mp3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 Love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the best father in the world, Dad!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!أنت أفضل أب في العالم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Dialogue_20_I_Love_My_Family/05_Anes.mp3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 Love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my dear sons. You make my life beautiful.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أنتم تجعلون حياتي جميلة.شكرا يا أبنائي الأعزاء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Dialogue_20_I_Love_My_Family/06_Madani.mp3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 Love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always take care of each other and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.سنعتني ببعضنا دائما ونساعد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Dialogue_20_I_Love_My_Family/07_Oussama.mp3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 Love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the real meaning of family: love and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الحب والدعم:هذا هو المعنى الحقيقي للعائلة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Dialogue_20_I_Love_My_Family/08_Madani.mp3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