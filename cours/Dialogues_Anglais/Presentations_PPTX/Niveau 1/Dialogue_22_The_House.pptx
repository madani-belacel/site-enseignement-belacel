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22 — The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22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The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is the kitchen,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أين المطبخ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Dialogue_22_The_House/01_Oussama.mp3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The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next to the dining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هو بجوار غرفة الطعام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Dialogue_22_The_House/02_Madani.mp3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The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do we sleep?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أين ننام؟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Dialogue_22_The_House/03_Anes.mp3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The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the bedrooms.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في غرف النوم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Dialogue_22_The_House/04_Madani.mp3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The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our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أحب بيتنا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Dialogue_22_The_House/05_Oussama.mp3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The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Our house is big and comfortable.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بيتنا كبير ومريح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Dialogue_22_The_House/06_Islem.mp3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The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garden and the living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أحب الحديقة وغرفة الجلوس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Dialogue_22_The_House/07_Anes.mp3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The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Home is the best place in the world.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البيت أفضل مكان في العالم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Dialogue_22_The_House/08_Madani.mp3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The House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9/9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because our family is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ألن عائلتنا هنا، 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Dialogue_22_The_House/09_Oussama.mp3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