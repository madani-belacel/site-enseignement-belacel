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23 — The Garden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23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garden is beautiful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الحديقة جميلة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Dialogue_23_The_Garden/01_Madani.mp3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flowers are colorful.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األزهار ملونة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Dialogue_23_The_Garden/02_Oussama.mp3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play in the garden.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أريد أن ألعب في الحديقة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Dialogue_23_The_Garden/03_Anes.mp3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Let's run and laugh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هيا نركض ونضحك معًا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Dialogue_23_The_Garden/04_Islem.mp3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be careful.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احذروا، 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Dialogue_23_The_Garden/05_Madani.mp3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not touch the flowers.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 نلمس األزهار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Dialogue_23_The_Garden/06_Oussama.mp3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Good, they are for everyone to enjoy.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إنها للجميع ليستمتعوا بها، جيد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Dialogue_23_The_Garden/07_Madani.mp3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water them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سأسقيها أوًال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Dialogue_23_The_Garden/08_Anes.mp3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9/9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I will pick the dry leaves.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وسأزيل األوراق الجافة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Dialogue_23_The_Garden/09_Islem.mp3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