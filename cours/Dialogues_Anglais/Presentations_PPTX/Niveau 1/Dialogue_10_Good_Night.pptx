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5C3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914400"/>
            <a:ext cx="768096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200" b="1">
                <a:solidFill>
                  <a:srgbClr val="FFFFFF"/>
                </a:solidFill>
                <a:latin typeface="Calibri"/>
              </a:defRPr>
            </a:pPr>
            <a:r>
              <a:t>Dialogue 10 — Good Night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2103120"/>
            <a:ext cx="76809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 b="0">
                <a:solidFill>
                  <a:srgbClr val="C5D9C7"/>
                </a:solidFill>
                <a:latin typeface="Calibri"/>
              </a:defRPr>
            </a:pPr>
            <a:r>
              <a:t>📖 Niveau 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3200400"/>
            <a:ext cx="76809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0">
                <a:solidFill>
                  <a:srgbClr val="A0C0A8"/>
                </a:solidFill>
                <a:latin typeface="Calibri"/>
              </a:defRPr>
            </a:pPr>
            <a:r>
              <a:t>Dr. BELACEL Madani — Université de Mostaganem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3931920"/>
            <a:ext cx="76809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>
                <a:solidFill>
                  <a:srgbClr val="80B088"/>
                </a:solidFill>
                <a:latin typeface="Calibri"/>
              </a:defRPr>
            </a:pPr>
            <a:r>
              <a:t>Dialogue 10 / 23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10 — Good Night  |  📖 Niveau 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1/8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Madani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It is time for bed now, my dear boys.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الترجمة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000" b="0">
                <a:solidFill>
                  <a:srgbClr val="1A3C6E"/>
                </a:solidFill>
                <a:latin typeface="Traditional Arabic"/>
              </a:defRPr>
            </a:pPr>
            <a:r>
              <a:t>.حان وقت النوم الآن يا أبنائي الأعزاء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Dialogue_10_Good_Night/01_Madani.mp3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10 — Good Night  |  📖 Niveau 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2/8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Oussama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I will sleep early tonight so I can wake up fresh.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الترجمة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000" b="0">
                <a:solidFill>
                  <a:srgbClr val="1A3C6E"/>
                </a:solidFill>
                <a:latin typeface="Traditional Arabic"/>
              </a:defRPr>
            </a:pPr>
            <a:r>
              <a:t>.سأنام مبكرا هذه الليلة حتى أستيقظ نشيطا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Dialogue_10_Good_Night/02_Oussama.mp3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10 — Good Night  |  📖 Niveau 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3/8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Islem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I will read two pages of my story and then sleep.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الترجمة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000" b="0">
                <a:solidFill>
                  <a:srgbClr val="1A3C6E"/>
                </a:solidFill>
                <a:latin typeface="Traditional Arabic"/>
              </a:defRPr>
            </a:pPr>
            <a:r>
              <a:t>.سأقرأ صفحتين من قصتي ثم أنام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Dialogue_10_Good_Night/03_Islem.mp3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10 — Good Night  |  📖 Niveau 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4/8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Anes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Good night, Dad! Please leave the small light on.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الترجمة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000" b="0">
                <a:solidFill>
                  <a:srgbClr val="1A3C6E"/>
                </a:solidFill>
                <a:latin typeface="Traditional Arabic"/>
              </a:defRPr>
            </a:pPr>
            <a:r>
              <a:t>.طاب نومك يا أبي! من فضلك اترك الضوء الصغير مضاء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Dialogue_10_Good_Night/04_Anes.mp3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10 — Good Night  |  📖 Niveau 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5/8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Madani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Good night, my sons. Sleep well and have sweet dreams.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الترجمة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000" b="0">
                <a:solidFill>
                  <a:srgbClr val="1A3C6E"/>
                </a:solidFill>
                <a:latin typeface="Traditional Arabic"/>
              </a:defRPr>
            </a:pPr>
            <a:r>
              <a:t>. ناموا جيدا وأحلام سعيدة.طاب نومكم يا أبنائي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Dialogue_10_Good_Night/05_Madani.mp3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10 — Good Night  |  📖 Niveau 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6/8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Oussama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Tomorrow is a new day full of good things, InshAllah.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الترجمة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000" b="0">
                <a:solidFill>
                  <a:srgbClr val="1A3C6E"/>
                </a:solidFill>
                <a:latin typeface="Traditional Arabic"/>
              </a:defRPr>
            </a:pPr>
            <a:r>
              <a:t>.غدا يوم جديد مليء بالخيرات إن شاء الله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Dialogue_10_Good_Night/06_Oussama.mp3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10 — Good Night  |  📖 Niveau 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7/8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Islem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We have school in the morning, so rest is important.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الترجمة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000" b="0">
                <a:solidFill>
                  <a:srgbClr val="1A3C6E"/>
                </a:solidFill>
                <a:latin typeface="Traditional Arabic"/>
              </a:defRPr>
            </a:pPr>
            <a:r>
              <a:t>. لذا الراحة مهمة،لدينا المدرسة في الصباح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Dialogue_10_Good_Night/07_Islem.mp3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10 — Good Night  |  📖 Niveau 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8/8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Madani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Yes. Close your eyes now and sleep peacefully.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الترجمة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000" b="0">
                <a:solidFill>
                  <a:srgbClr val="1A3C6E"/>
                </a:solidFill>
                <a:latin typeface="Traditional Arabic"/>
              </a:defRPr>
            </a:pPr>
            <a:r>
              <a:t>. أغلقوا أعينكم الآن وناموا بهدوء.نعم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Dialogue_10_Good_Night/08_Madani.mp3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