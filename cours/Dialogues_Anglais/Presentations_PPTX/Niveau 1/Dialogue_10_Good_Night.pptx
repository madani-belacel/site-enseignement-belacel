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Good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for bed now, my dear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.حان وقت النوم الآن يا أبنائي الأعزاء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sleep early tonight so I can wake up fresh.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.سأنام مبكرا هذه الليلة حتى أستيقظ نشيطا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two pages of my story and then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صفحتين من قصتي ثم أنام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night, Dad! Please leave the small light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.طاب نومك يا أبي! من فضلك اترك الضوء الصغير مضاء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night, my sons. Sleep well and have sweet dreams.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ناموا جيدا وأحلام سعيدة.طاب نومكم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Tomorrow is a new day full of good things, InshAllah.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.غدا يوم جديد مليء بالخيرات إن شاء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school in the morning, so rest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لذا الراحة مهمة،لدينا المدرسة في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Good Night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Close your eyes now and sleep peacefully.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أغلقوا أعينكم الآن وناموا بهدوء.نعم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Dialogue_10_Good_Night/08_Madani.mp3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