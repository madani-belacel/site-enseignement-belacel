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Washing Hands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eating, we must always wash our hands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نغسل أيدينا جيدا دائما،قبل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know, Dad. Soap and water kill the germs.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الصابون والماء يقتلان الجراثيم.أعرف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long should we wash our hands each time?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كم من الوقت يجب أن نغسل أيدينا في كل مرة؟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At least twenty seconds, while you count slowly.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وأنت تعد ببطء،عشرين ثانية على الأقل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washed my hands already. Are they clean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هما نظيفتان الآن؟.غسلت يدي بالفعل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they look clean. Well done, 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أحسنت يا أنس. تبدوان نظيفتين،نعم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Clean hands protect us from many illnesses.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.الأيدي النظيفة تحمينا من كثير من الأمراض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This is a simple but very important habit.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هذه عادة بسيطة لكنها مهمة جدا.بالضبط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