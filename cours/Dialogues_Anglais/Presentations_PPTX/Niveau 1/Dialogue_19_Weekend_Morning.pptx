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Weekend Morning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Weekend Morning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morning, boys! Today is the weekend. No school!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 لا مدرسة.صباح الخير يا أولاد! اليوم عطلة نهاية الأسبوع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Dialogue_19_Weekend_Morning/01_Madani.mp3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Weekend Morning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Yay! Can we play outside after breakfast?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ياي! هل يمكننا اللعب في الخارج بعد الفطور؟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Dialogue_19_Weekend_Morning/02_Oussama.mp3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Weekend Morning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help clean the house first, then play.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ألعب،أريد أن أساعد في تنظيف البيت أولا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Dialogue_19_Weekend_Morning/03_Islem.mp3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Weekend Morning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visit our grandparents this afternoon?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زيارة أجدادنا بعد الظهر؟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Dialogue_19_Weekend_Morning/04_Anes.mp3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Weekend Morning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that is a good idea. We will go after lunch.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سنذهب بعد الغداء. هذه فكرة جيدة،نعم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Dialogue_19_Weekend_Morning/05_Madani.mp3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Weekend Morning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weekends because we spend more time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عطلة نهاية الأسبوع لأننا نقضي وقتا أطول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Dialogue_19_Weekend_Morning/06_Oussama.mp3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Weekend Morning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Family time is the best time of the week for 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.وقت العائلة هو أفضل وقت في الأسبوع بالنسبة 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Dialogue_19_Weekend_Morning/07_Islem.mp3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Weekend Morning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the same. Let us enjoy this beautiful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دعونا نستمتع بهذا اليوم الجميل.أشعر بنفس الشيء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Dialogue_19_Weekend_Morning/08_Madani.mp3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