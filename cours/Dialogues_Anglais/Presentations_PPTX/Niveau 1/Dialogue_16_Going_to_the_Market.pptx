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Going to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Boys, we need some things from the market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بعض الأشياء من السوق اليوم،يا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come with you, Dad? I want to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.هل يمكنني الذهاب معك يا أبي؟ أريد أن أساعد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you can. We will buy bread, milk, and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سنشتري خبزا وحليبا وفاكهة. يمكنك،نعم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buy some apples and bananas for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اشتر بعض التفاح والموز 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dates! I love dates very much.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.والتمر! أنا أحب التمر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buy only what we need and not waste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.سنشتري فقط ما نحتاجه ولن نهدر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carry one of the bags on the way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.سأحمل إحدى الحقائب في طريق العودة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Going to the Market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Helping and shopping together is nice.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المساعدة والتسوق معا أمر جميل.شكرا لك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Dialogue_16_Going_to_the_Market/08_Madani.mp3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