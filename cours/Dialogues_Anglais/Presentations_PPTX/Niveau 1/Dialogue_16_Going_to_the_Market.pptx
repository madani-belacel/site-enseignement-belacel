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16 — Going to the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16 / 23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Going to the Market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Boys, we need some things from the market today.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نحتاج إلى بعض الأشياء من السوق اليوم،يا أولاد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Dialogue_16_Going_to_the_Market/01_Madani.mp3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Going to the Market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come with you, Dad? I want to help.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.هل يمكنني الذهاب معك يا أبي؟ أريد أن أساعد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Dialogue_16_Going_to_the_Market/02_Oussama.mp3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Going to the Market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you can. We will buy bread, milk, and fruit.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سنشتري خبزا وحليبا وفاكهة. يمكنك،نعم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Dialogue_16_Going_to_the_Market/03_Madani.mp3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Going to the Market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Please buy some apples and bananas for 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.من فضلك اشتر بعض التفاح والموز لنا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Dialogue_16_Going_to_the_Market/04_Islem.mp3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Going to the Market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And dates! I love dates very much.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.والتمر! أنا أحب التمر كثيرا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Dialogue_16_Going_to_the_Market/05_Anes.mp3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Going to the Market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will buy only what we need and not waste money.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.سنشتري فقط ما نحتاجه ولن نهدر المال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Dialogue_16_Going_to_the_Market/06_Madani.mp3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Going to the Market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carry one of the bags on the way back.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.سأحمل إحدى الحقائب في طريق العودة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Dialogue_16_Going_to_the_Market/07_Oussama.mp3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Going to the Market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Thank you. Helping and shopping together is nice.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المساعدة والتسوق معا أمر جميل.شكرا لك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Dialogue_16_Going_to_the_Market/08_Madani.mp3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