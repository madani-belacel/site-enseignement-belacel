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Our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Our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how many rooms are there in our house?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عدد الغرف في بيتنا؟،أبي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Dialogue_7_Our_House/01_Oussama.mp3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Our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a living room, a kitchen, three bedrooms, and a bathroom.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.لدينا غرفة جلوس ومطبخ وثلاث غرف نوم وحمام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Dialogue_7_Our_House/02_Madani.mp3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Our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my bedroom because it is bright and tidy.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غرفة نومي لأنها مشرقة ومرتبة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Dialogue_7_Our_House/03_Islem.mp3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Our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favorite place is the garden behind the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.مكاني المفضل هو الحديقة خلف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Dialogue_7_Our_House/04_Anes.mp3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Our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and organized house brings peace to the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.البيت النظيف والمرتب يجلب السلام للقلب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Dialogue_7_Our_House/05_Madani.mp3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Our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always keep our rooms clean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نحافظ دائما على نظافة غرفنا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Dialogue_7_Our_House/06_Oussama.mp3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Our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my books on the shelf after I finish.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كتبي على الرف بعد أن أنتهي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Dialogue_7_Our_House/07_Islem.mp3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Our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good habit starts with small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العادة الجيدة تبدأ بالأفعال الصغيرة.ممتاز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Dialogue_7_Our_House/08_Madani.mp3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