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In the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 to the garden and enjoy the fresh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.هيا بنا إلى الحديقة ونستمتع بالهواء النقي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flowers look beautiful. Who planted them,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زرعها يا أبي؟.الزهور تبدو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planted them together last spring, remember?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تتذكر؟،زرعناها معا في الربيع الماضي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water the plants if you give me the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سقي النباتات إذا أعطيتني الإبريق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birds! They are singing on the tree.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 إلى الطيور! إنها تغرد على الشجرة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Nature teaches us to be patient and thankful.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.الطبيعة تعلمنا الصبر والشكر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pick up the dry leaves from the 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.سألتقط الأوراق الجافة من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 the Garden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boys. Working in the garden is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في الحديقة صحي.شكرا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Dialogue_8_In_the_Garden/08_Madani.mp3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