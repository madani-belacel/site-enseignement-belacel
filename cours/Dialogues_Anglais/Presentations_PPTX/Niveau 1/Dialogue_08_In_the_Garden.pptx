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In the Garden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In the Garden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Let us go to the garden and enjoy the fresh air.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.هيا بنا إلى الحديقة ونستمتع بالهواء النقي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Dialogue_8_In_the_Garden/01_Madani.mp3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In the Garden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flowers look beautiful. Who planted them,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زرعها يا أبي؟.الزهور تبدو جميلة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Dialogue_8_In_the_Garden/02_Oussama.mp3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In the Garden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planted them together last spring, remember?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تتذكر؟،زرعناها معا في الربيع الماضي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Dialogue_8_In_the_Garden/03_Madani.mp3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In the Garden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water the plants if you give me the can.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سقي النباتات إذا أعطيتني الإبريق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Dialogue_8_In_the_Garden/04_Islem.mp3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In the Garden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at the birds! They are singing on the tree.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.انظر إلى الطيور! إنها تغرد على الشجرة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Dialogue_8_In_the_Garden/05_Anes.mp3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In the Garden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Nature teaches us to be patient and thankful.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.الطبيعة تعلمنا الصبر والشكر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Dialogue_8_In_the_Garden/06_Madani.mp3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In the Garden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pick up the dry leaves from the ground.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.سألتقط الأوراق الجافة من الأرض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Dialogue_8_In_the_Garden/07_Oussama.mp3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In the Garden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boys. Working in the garden is healthy.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العمل في الحديقة صحي.شكرا يا أولاد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Dialogue_8_In_the_Garden/08_Madani.mp3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