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Sharing Toys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Sharing Toys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Oussama, can I play with your ball for a while?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اللعب بكرتك لفترة؟،أسامة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Dialogue_14_Sharing_Toys/01_Anes.mp3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Sharing Toys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of course. We can play together in the garden.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اللعب معا في الحديقة. بالطبع،نعم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Dialogue_14_Sharing_Toys/02_Oussama.mp3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Sharing Toys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Sharing toys is a kind thing to do with brothers.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.مشاركة الألعاب شيء لطيف نفعله مع الإخوة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Dialogue_14_Sharing_Toys/03_Islem.mp3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Sharing Toys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glad you share. This is how good brothers behave.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هكذا يتصرف الإخوة الطيبون.أنا سعيد أنكم تتشاركون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Dialogue_14_Sharing_Toys/04_Madani.mp3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Sharing Toys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Oussama. You are a good big brother.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أنت أخ كبير جيد.شكرا يا أسامة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Dialogue_14_Sharing_Toys/05_Anes.mp3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Sharing Toys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welcome. Later we can play football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لاحقا يمكننا لعب كرة القدم معا.على الرحب والسعة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Dialogue_14_Sharing_Toys/06_Oussama.mp3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Sharing Toys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Sharing brings happiness and strengthens family love.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.المشاركة تجلب السعادة وتقوي محبة العائلة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Dialogue_14_Sharing_Toys/07_Madani.mp3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Sharing Toys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share my story books with you, Anes.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.سأشاركك أيضا كتب القصص يا 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Dialogue_14_Sharing_Toys/08_Islem.mp3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