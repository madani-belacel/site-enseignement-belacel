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Washing Hands Before Meals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Washing Hands Before Meals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every meal, we must wash our hands with soap.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نغسل أيدينا بالصابون،قبل كل 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Dialogue_17_Washing_Hands_Before_Meals/01_Madani.mp3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Washing Hands Before Meals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know. Soap and water remove dirt and germs.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الصابون والماء يزيلان الأوساخ والجراثيم.أعرف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Dialogue_17_Washing_Hands_Before_Meals/02_Oussama.mp3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Washing Hands Before Meals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long should we wash our hands each time?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من الوقت يجب أن نغسل أيدينا في كل مرة؟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Dialogue_17_Washing_Hands_Before_Meals/03_Islem.mp3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Washing Hands Before Meals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At least twenty seconds. Count slowly while washing.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عدوا ببطء أثناء الغسل.عشرين ثانية على الأقل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Dialogue_17_Washing_Hands_Before_Meals/04_Madani.mp3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Washing Hands Before Meals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washed my hands. Are they clean now,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هما نظيفتان الآن يا أبي؟.غسلت يدي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Dialogue_17_Washing_Hands_Before_Meals/05_Anes.mp3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Washing Hands Before Meals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they look clean. You can come to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 المجيء إلى المائدة. تبدوان نظيفتين،نعم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Dialogue_17_Washing_Hands_Before_Meals/06_Madani.mp3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Washing Hands Before Meals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hands protect us from many illnesses.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.الأيدي النظيفة تحمينا من كثير من الأمراض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Dialogue_17_Washing_Hands_Before_Meals/07_Oussama.mp3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Washing Hands Before Meals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This simple habit is one of the best ways to stay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.هذه العادة البسيطة من أفضل الطرق للبقاء بصحة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Dialogue_17_Washing_Hands_Before_Meals/08_Madani.mp3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