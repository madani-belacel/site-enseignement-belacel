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Setting the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Setting the Table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help me set the table for lunch.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فضلكم ساعدوني في ترتيب المائدة للغداء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Dialogue_11_Setting_the_Table/01_Madani.mp3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Setting the Table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plates and the glasses on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الصحون والكؤوس على المائدة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Dialogue_11_Setting_the_Table/02_Oussama.mp3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Setting the Table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spoons, forks, and napkins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الملاعق والشوك والمناديل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Dialogue_11_Setting_the_Table/03_Islem.mp3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Setting the Table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put the bread basket in the middle?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وضع سلة الخبز في الوسط؟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Dialogue_11_Setting_the_Table/04_Anes.mp3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Setting the Table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and also bring the water jug, please.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وأحضر أيضا إبريق الماء من فضلك،نعم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Dialogue_11_Setting_the_Table/05_Madani.mp3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Setting the Table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well-set table makes the meal more enjoyable.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.المائدة المرتبة جيدا تجعل الوجبة أكثر متعة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Dialogue_11_Setting_the_Table/06_Oussama.mp3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Setting the Table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always wash our hands before sitting 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نغسل أيدينا دائما قبل الجلوس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Dialogue_11_Setting_the_Table/07_Islem.mp3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Setting the Table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Perfect. Now the table is ready. Thank you 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شكرا لكم جميعا. الآن المائدة جاهزة.ممتاز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Dialogue_11_Setting_the_Table/08_Madani.mp3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