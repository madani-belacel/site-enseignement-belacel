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</p:sldIdLst>
  <p:sldSz cx="9144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Relationship Id="rId15" Type="http://schemas.openxmlformats.org/officeDocument/2006/relationships/slide" Target="slides/slide9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Poppins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Poppins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Poppins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Poppins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Poppins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Poppins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Poppins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Poppins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Poppins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Poppins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Poppins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Poppins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Poppins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Poppins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Poppins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Poppins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Poppins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Poppins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Poppins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val="006847"/&gt;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731520" y="914400"/>
            <a:ext cx="7680960" cy="1097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3200" b="1">
                <a:solidFill>val="FFFFFF"/&gt;</a:solidFill>
                <a:latin typeface="Poppins"/>
              </a:defRPr>
            </a:pPr>
            <a:r>
              <a:t>Dialogue 11 — Setting the Table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731520" y="2103120"/>
            <a:ext cx="768096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2000" b="0">
                <a:solidFill>val="DFE5EA"/&gt;</a:solidFill>
                <a:latin typeface="Poppins"/>
              </a:defRPr>
            </a:pPr>
            <a:r>
              <a:t>📖 Niveau 3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3200400"/>
            <a:ext cx="768096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400" b="0">
                <a:solidFill>val="B7C9BE"/&gt;</a:solidFill>
                <a:latin typeface="Poppins"/>
              </a:defRPr>
            </a:pPr>
            <a:r>
              <a:t>Dr. BELACEL Madani — Université de Mostaganem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31520" y="3931920"/>
            <a:ext cx="768096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200" b="0">
                <a:solidFill>val="93B39E"/&gt;</a:solidFill>
                <a:latin typeface="Poppins"/>
              </a:defRPr>
            </a:pPr>
            <a:r>
              <a:t>Dialogue 11 / 20</a:t>
            </a:r>
          </a:p>
        </p:txBody>
      </p:sp>
      <p:sp>
        <p:nvSpPr>
          <p:cNvPr id="990001" name="Pied de page FLE"/>
          <p:cNvSpPr>
            <a:spLocks noGrp="1"/>
          </p:cNvSpPr>
          <p:nvPr/>
        </p:nvSpPr>
        <p:spPr>
          <a:xfrm>
            <a:off x="2880360" y="640080"/>
            <a:ext cx="4572000" cy="274320"/>
          </a:xfrm>
          <a:prstGeom prst="rect">
            <a:avLst/>
          </a:prstGeom>
        </p:spPr>
        <p:txBody>
          <a:bodyPr anchor="b"/>
          <a:lstStyle/>
          <a:p>
            <a:pPr algn="r">
              <a:defRPr sz="900">
                <a:solidFill>
                  <a:srgbClr val="9AA7B6"/>
                </a:solidFill>
                <a:latin typeface="Poppins"/>
              </a:defRPr>
            </a:pPr>
            <a:r>
              <a:rPr lang="fr-FR" sz="900">
                <a:solidFill>
                  <a:srgbClr val="9AA7B6"/>
                </a:solidFill>
                <a:latin typeface="Poppins"/>
              </a:rPr>
              <a:t>Université de Mostaganem — Dr. Madani BELACEL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val="FFFFFF"/&gt;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9144000" cy="73152"/>
          </a:xfrm>
          <a:prstGeom prst="rect">
            <a:avLst/>
          </a:prstGeom>
          <a:solidFill>val="00875B"/&gt;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57200" y="137160"/>
            <a:ext cx="82296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000" b="0">
                <a:solidFill>val="69788B"/&gt;</a:solidFill>
                <a:latin typeface="Poppins"/>
              </a:defRPr>
            </a:pPr>
            <a:r>
              <a:t>Dialogue 11 — Setting the Table  |  📖 Niveau 3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772400" y="137160"/>
            <a:ext cx="109728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1000" b="0">
                <a:solidFill>val="69788B"/&gt;</a:solidFill>
                <a:latin typeface="Poppins"/>
              </a:defRPr>
            </a:pPr>
            <a:r>
              <a:t>1/8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457200" y="594360"/>
            <a:ext cx="82296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400" b="1">
                <a:solidFill>val="F0B429"/&gt;</a:solidFill>
                <a:latin typeface="Poppins"/>
              </a:defRPr>
            </a:pPr>
            <a:r>
              <a:t>Madani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457200" y="1097280"/>
            <a:ext cx="8229600" cy="1371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200" b="0">
                <a:solidFill>val="22344A"/&gt;</a:solidFill>
                <a:latin typeface="Poppins"/>
              </a:defRPr>
            </a:pPr>
            <a:r>
              <a:t>Please help me set the table for lunch.</a:t>
            </a:r>
          </a:p>
        </p:txBody>
      </p:sp>
      <p:sp>
        <p:nvSpPr>
          <p:cNvPr id="7" name="Rectangle 6"/>
          <p:cNvSpPr/>
          <p:nvPr/>
        </p:nvSpPr>
        <p:spPr>
          <a:xfrm>
            <a:off x="457200" y="2606040"/>
            <a:ext cx="8229600" cy="18288"/>
          </a:xfrm>
          <a:prstGeom prst="rect">
            <a:avLst/>
          </a:prstGeom>
          <a:solidFill>val="F4F6F8"/&gt;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457200" y="2743200"/>
            <a:ext cx="82296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1">
                <a:solidFill>val="00875B"/&gt;</a:solidFill>
                <a:latin typeface="Poppins"/>
              </a:defRPr>
            </a:pPr>
            <a:r>
              <a:t>الترجمة :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457200" y="3108960"/>
            <a:ext cx="8229600" cy="1097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2000" b="0">
                <a:solidFill>val="34495E"/&gt;</a:solidFill>
                <a:latin typeface="Poppins"/>
              </a:defRPr>
            </a:pPr>
            <a:r>
              <a:t>.من فضلكم ساعدوني في ترتيب المائدة للغداء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457200" y="4572000"/>
            <a:ext cx="82296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900" b="0">
                <a:solidFill>val="69788B"/&gt;</a:solidFill>
                <a:latin typeface="Poppins"/>
              </a:defRPr>
            </a:pPr>
            <a:r>
              <a:t>Audio : Dialogue_11_Setting_the_Table/01_Madani.mp3</a:t>
            </a:r>
          </a:p>
        </p:txBody>
      </p:sp>
      <p:sp>
        <p:nvSpPr>
          <p:cNvPr id="11" name="Rectangle 10"/>
          <p:cNvSpPr/>
          <p:nvPr/>
        </p:nvSpPr>
        <p:spPr>
          <a:xfrm>
            <a:off x="0" y="6784848"/>
            <a:ext cx="9144000" cy="73152"/>
          </a:xfrm>
          <a:prstGeom prst="rect">
            <a:avLst/>
          </a:prstGeom>
          <a:solidFill>val="006847"/&gt;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90001" name="Pied de page FLE"/>
          <p:cNvSpPr>
            <a:spLocks noGrp="1"/>
          </p:cNvSpPr>
          <p:nvPr/>
        </p:nvSpPr>
        <p:spPr>
          <a:xfrm>
            <a:off x="4343400" y="-384048"/>
            <a:ext cx="4572000" cy="274320"/>
          </a:xfrm>
          <a:prstGeom prst="rect">
            <a:avLst/>
          </a:prstGeom>
        </p:spPr>
        <p:txBody>
          <a:bodyPr anchor="b"/>
          <a:lstStyle/>
          <a:p>
            <a:pPr algn="r">
              <a:defRPr sz="900">
                <a:solidFill>
                  <a:srgbClr val="9AA7B6"/>
                </a:solidFill>
                <a:latin typeface="Poppins"/>
              </a:defRPr>
            </a:pPr>
            <a:r>
              <a:rPr lang="fr-FR" sz="900">
                <a:solidFill>
                  <a:srgbClr val="9AA7B6"/>
                </a:solidFill>
                <a:latin typeface="Poppins"/>
              </a:rPr>
              <a:t>Université de Mostaganem — Dr. Madani BELACEL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val="FFFFFF"/&gt;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9144000" cy="73152"/>
          </a:xfrm>
          <a:prstGeom prst="rect">
            <a:avLst/>
          </a:prstGeom>
          <a:solidFill>val="00875B"/&gt;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57200" y="137160"/>
            <a:ext cx="82296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000" b="0">
                <a:solidFill>val="69788B"/&gt;</a:solidFill>
                <a:latin typeface="Poppins"/>
              </a:defRPr>
            </a:pPr>
            <a:r>
              <a:t>Dialogue 11 — Setting the Table  |  📖 Niveau 3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772400" y="137160"/>
            <a:ext cx="109728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1000" b="0">
                <a:solidFill>val="69788B"/&gt;</a:solidFill>
                <a:latin typeface="Poppins"/>
              </a:defRPr>
            </a:pPr>
            <a:r>
              <a:t>2/8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457200" y="594360"/>
            <a:ext cx="82296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400" b="1">
                <a:solidFill>val="F0B429"/&gt;</a:solidFill>
                <a:latin typeface="Poppins"/>
              </a:defRPr>
            </a:pPr>
            <a:r>
              <a:t>Oussama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457200" y="1097280"/>
            <a:ext cx="8229600" cy="1371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200" b="0">
                <a:solidFill>val="22344A"/&gt;</a:solidFill>
                <a:latin typeface="Poppins"/>
              </a:defRPr>
            </a:pPr>
            <a:r>
              <a:t>I will put the plates and the glasses on the table.</a:t>
            </a:r>
          </a:p>
        </p:txBody>
      </p:sp>
      <p:sp>
        <p:nvSpPr>
          <p:cNvPr id="7" name="Rectangle 6"/>
          <p:cNvSpPr/>
          <p:nvPr/>
        </p:nvSpPr>
        <p:spPr>
          <a:xfrm>
            <a:off x="457200" y="2606040"/>
            <a:ext cx="8229600" cy="18288"/>
          </a:xfrm>
          <a:prstGeom prst="rect">
            <a:avLst/>
          </a:prstGeom>
          <a:solidFill>val="F4F6F8"/&gt;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457200" y="2743200"/>
            <a:ext cx="82296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1">
                <a:solidFill>val="00875B"/&gt;</a:solidFill>
                <a:latin typeface="Poppins"/>
              </a:defRPr>
            </a:pPr>
            <a:r>
              <a:t>الترجمة :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457200" y="3108960"/>
            <a:ext cx="8229600" cy="1097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2000" b="0">
                <a:solidFill>val="34495E"/&gt;</a:solidFill>
                <a:latin typeface="Poppins"/>
              </a:defRPr>
            </a:pPr>
            <a:r>
              <a:t>.سأضع الصحون والكؤوس على المائدة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457200" y="4572000"/>
            <a:ext cx="82296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900" b="0">
                <a:solidFill>val="69788B"/&gt;</a:solidFill>
                <a:latin typeface="Poppins"/>
              </a:defRPr>
            </a:pPr>
            <a:r>
              <a:t>Audio : Dialogue_11_Setting_the_Table/02_Oussama.mp3</a:t>
            </a:r>
          </a:p>
        </p:txBody>
      </p:sp>
      <p:sp>
        <p:nvSpPr>
          <p:cNvPr id="11" name="Rectangle 10"/>
          <p:cNvSpPr/>
          <p:nvPr/>
        </p:nvSpPr>
        <p:spPr>
          <a:xfrm>
            <a:off x="0" y="6784848"/>
            <a:ext cx="9144000" cy="73152"/>
          </a:xfrm>
          <a:prstGeom prst="rect">
            <a:avLst/>
          </a:prstGeom>
          <a:solidFill>val="006847"/&gt;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90001" name="Pied de page FLE"/>
          <p:cNvSpPr>
            <a:spLocks noGrp="1"/>
          </p:cNvSpPr>
          <p:nvPr/>
        </p:nvSpPr>
        <p:spPr>
          <a:xfrm>
            <a:off x="4343400" y="-384048"/>
            <a:ext cx="4572000" cy="274320"/>
          </a:xfrm>
          <a:prstGeom prst="rect">
            <a:avLst/>
          </a:prstGeom>
        </p:spPr>
        <p:txBody>
          <a:bodyPr anchor="b"/>
          <a:lstStyle/>
          <a:p>
            <a:pPr algn="r">
              <a:defRPr sz="900">
                <a:solidFill>
                  <a:srgbClr val="9AA7B6"/>
                </a:solidFill>
                <a:latin typeface="Poppins"/>
              </a:defRPr>
            </a:pPr>
            <a:r>
              <a:rPr lang="fr-FR" sz="900">
                <a:solidFill>
                  <a:srgbClr val="9AA7B6"/>
                </a:solidFill>
                <a:latin typeface="Poppins"/>
              </a:rPr>
              <a:t>Université de Mostaganem — Dr. Madani BELACEL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val="FFFFFF"/&gt;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9144000" cy="73152"/>
          </a:xfrm>
          <a:prstGeom prst="rect">
            <a:avLst/>
          </a:prstGeom>
          <a:solidFill>val="00875B"/&gt;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57200" y="137160"/>
            <a:ext cx="82296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000" b="0">
                <a:solidFill>val="69788B"/&gt;</a:solidFill>
                <a:latin typeface="Poppins"/>
              </a:defRPr>
            </a:pPr>
            <a:r>
              <a:t>Dialogue 11 — Setting the Table  |  📖 Niveau 3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772400" y="137160"/>
            <a:ext cx="109728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1000" b="0">
                <a:solidFill>val="69788B"/&gt;</a:solidFill>
                <a:latin typeface="Poppins"/>
              </a:defRPr>
            </a:pPr>
            <a:r>
              <a:t>3/8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457200" y="594360"/>
            <a:ext cx="82296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400" b="1">
                <a:solidFill>val="F0B429"/&gt;</a:solidFill>
                <a:latin typeface="Poppins"/>
              </a:defRPr>
            </a:pPr>
            <a:r>
              <a:t>Islem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457200" y="1097280"/>
            <a:ext cx="8229600" cy="1371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200" b="0">
                <a:solidFill>val="22344A"/&gt;</a:solidFill>
                <a:latin typeface="Poppins"/>
              </a:defRPr>
            </a:pPr>
            <a:r>
              <a:t>I will put the spoons, forks, and napkins carefully.</a:t>
            </a:r>
          </a:p>
        </p:txBody>
      </p:sp>
      <p:sp>
        <p:nvSpPr>
          <p:cNvPr id="7" name="Rectangle 6"/>
          <p:cNvSpPr/>
          <p:nvPr/>
        </p:nvSpPr>
        <p:spPr>
          <a:xfrm>
            <a:off x="457200" y="2606040"/>
            <a:ext cx="8229600" cy="18288"/>
          </a:xfrm>
          <a:prstGeom prst="rect">
            <a:avLst/>
          </a:prstGeom>
          <a:solidFill>val="F4F6F8"/&gt;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457200" y="2743200"/>
            <a:ext cx="82296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1">
                <a:solidFill>val="00875B"/&gt;</a:solidFill>
                <a:latin typeface="Poppins"/>
              </a:defRPr>
            </a:pPr>
            <a:r>
              <a:t>الترجمة :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457200" y="3108960"/>
            <a:ext cx="8229600" cy="1097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2000" b="0">
                <a:solidFill>val="34495E"/&gt;</a:solidFill>
                <a:latin typeface="Poppins"/>
              </a:defRPr>
            </a:pPr>
            <a:r>
              <a:t>.سأضع الملاعق والشوك والمناديل بعناية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457200" y="4572000"/>
            <a:ext cx="82296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900" b="0">
                <a:solidFill>val="69788B"/&gt;</a:solidFill>
                <a:latin typeface="Poppins"/>
              </a:defRPr>
            </a:pPr>
            <a:r>
              <a:t>Audio : Dialogue_11_Setting_the_Table/03_Islem.mp3</a:t>
            </a:r>
          </a:p>
        </p:txBody>
      </p:sp>
      <p:sp>
        <p:nvSpPr>
          <p:cNvPr id="11" name="Rectangle 10"/>
          <p:cNvSpPr/>
          <p:nvPr/>
        </p:nvSpPr>
        <p:spPr>
          <a:xfrm>
            <a:off x="0" y="6784848"/>
            <a:ext cx="9144000" cy="73152"/>
          </a:xfrm>
          <a:prstGeom prst="rect">
            <a:avLst/>
          </a:prstGeom>
          <a:solidFill>val="006847"/&gt;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90001" name="Pied de page FLE"/>
          <p:cNvSpPr>
            <a:spLocks noGrp="1"/>
          </p:cNvSpPr>
          <p:nvPr/>
        </p:nvSpPr>
        <p:spPr>
          <a:xfrm>
            <a:off x="4343400" y="-384048"/>
            <a:ext cx="4572000" cy="274320"/>
          </a:xfrm>
          <a:prstGeom prst="rect">
            <a:avLst/>
          </a:prstGeom>
        </p:spPr>
        <p:txBody>
          <a:bodyPr anchor="b"/>
          <a:lstStyle/>
          <a:p>
            <a:pPr algn="r">
              <a:defRPr sz="900">
                <a:solidFill>
                  <a:srgbClr val="9AA7B6"/>
                </a:solidFill>
                <a:latin typeface="Poppins"/>
              </a:defRPr>
            </a:pPr>
            <a:r>
              <a:rPr lang="fr-FR" sz="900">
                <a:solidFill>
                  <a:srgbClr val="9AA7B6"/>
                </a:solidFill>
                <a:latin typeface="Poppins"/>
              </a:rPr>
              <a:t>Université de Mostaganem — Dr. Madani BELACEL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val="FFFFFF"/&gt;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9144000" cy="73152"/>
          </a:xfrm>
          <a:prstGeom prst="rect">
            <a:avLst/>
          </a:prstGeom>
          <a:solidFill>val="00875B"/&gt;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57200" y="137160"/>
            <a:ext cx="82296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000" b="0">
                <a:solidFill>val="69788B"/&gt;</a:solidFill>
                <a:latin typeface="Poppins"/>
              </a:defRPr>
            </a:pPr>
            <a:r>
              <a:t>Dialogue 11 — Setting the Table  |  📖 Niveau 3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772400" y="137160"/>
            <a:ext cx="109728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1000" b="0">
                <a:solidFill>val="69788B"/&gt;</a:solidFill>
                <a:latin typeface="Poppins"/>
              </a:defRPr>
            </a:pPr>
            <a:r>
              <a:t>4/8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457200" y="594360"/>
            <a:ext cx="82296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400" b="1">
                <a:solidFill>val="F0B429"/&gt;</a:solidFill>
                <a:latin typeface="Poppins"/>
              </a:defRPr>
            </a:pPr>
            <a:r>
              <a:t>Anes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457200" y="1097280"/>
            <a:ext cx="8229600" cy="1371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200" b="0">
                <a:solidFill>val="22344A"/&gt;</a:solidFill>
                <a:latin typeface="Poppins"/>
              </a:defRPr>
            </a:pPr>
            <a:r>
              <a:t>Can I put the bread basket in the middle?</a:t>
            </a:r>
          </a:p>
        </p:txBody>
      </p:sp>
      <p:sp>
        <p:nvSpPr>
          <p:cNvPr id="7" name="Rectangle 6"/>
          <p:cNvSpPr/>
          <p:nvPr/>
        </p:nvSpPr>
        <p:spPr>
          <a:xfrm>
            <a:off x="457200" y="2606040"/>
            <a:ext cx="8229600" cy="18288"/>
          </a:xfrm>
          <a:prstGeom prst="rect">
            <a:avLst/>
          </a:prstGeom>
          <a:solidFill>val="F4F6F8"/&gt;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457200" y="2743200"/>
            <a:ext cx="82296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1">
                <a:solidFill>val="00875B"/&gt;</a:solidFill>
                <a:latin typeface="Poppins"/>
              </a:defRPr>
            </a:pPr>
            <a:r>
              <a:t>الترجمة :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457200" y="3108960"/>
            <a:ext cx="8229600" cy="1097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2000" b="0">
                <a:solidFill>val="34495E"/&gt;</a:solidFill>
                <a:latin typeface="Poppins"/>
              </a:defRPr>
            </a:pPr>
            <a:r>
              <a:t>هل يمكنني وضع سلة الخبز في الوسط؟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457200" y="4572000"/>
            <a:ext cx="82296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900" b="0">
                <a:solidFill>val="69788B"/&gt;</a:solidFill>
                <a:latin typeface="Poppins"/>
              </a:defRPr>
            </a:pPr>
            <a:r>
              <a:t>Audio : Dialogue_11_Setting_the_Table/04_Anes.mp3</a:t>
            </a:r>
          </a:p>
        </p:txBody>
      </p:sp>
      <p:sp>
        <p:nvSpPr>
          <p:cNvPr id="11" name="Rectangle 10"/>
          <p:cNvSpPr/>
          <p:nvPr/>
        </p:nvSpPr>
        <p:spPr>
          <a:xfrm>
            <a:off x="0" y="6784848"/>
            <a:ext cx="9144000" cy="73152"/>
          </a:xfrm>
          <a:prstGeom prst="rect">
            <a:avLst/>
          </a:prstGeom>
          <a:solidFill>val="006847"/&gt;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90001" name="Pied de page FLE"/>
          <p:cNvSpPr>
            <a:spLocks noGrp="1"/>
          </p:cNvSpPr>
          <p:nvPr/>
        </p:nvSpPr>
        <p:spPr>
          <a:xfrm>
            <a:off x="4343400" y="-384048"/>
            <a:ext cx="4572000" cy="274320"/>
          </a:xfrm>
          <a:prstGeom prst="rect">
            <a:avLst/>
          </a:prstGeom>
        </p:spPr>
        <p:txBody>
          <a:bodyPr anchor="b"/>
          <a:lstStyle/>
          <a:p>
            <a:pPr algn="r">
              <a:defRPr sz="900">
                <a:solidFill>
                  <a:srgbClr val="9AA7B6"/>
                </a:solidFill>
                <a:latin typeface="Poppins"/>
              </a:defRPr>
            </a:pPr>
            <a:r>
              <a:rPr lang="fr-FR" sz="900">
                <a:solidFill>
                  <a:srgbClr val="9AA7B6"/>
                </a:solidFill>
                <a:latin typeface="Poppins"/>
              </a:rPr>
              <a:t>Université de Mostaganem — Dr. Madani BELACEL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val="FFFFFF"/&gt;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9144000" cy="73152"/>
          </a:xfrm>
          <a:prstGeom prst="rect">
            <a:avLst/>
          </a:prstGeom>
          <a:solidFill>val="00875B"/&gt;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57200" y="137160"/>
            <a:ext cx="82296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000" b="0">
                <a:solidFill>val="69788B"/&gt;</a:solidFill>
                <a:latin typeface="Poppins"/>
              </a:defRPr>
            </a:pPr>
            <a:r>
              <a:t>Dialogue 11 — Setting the Table  |  📖 Niveau 3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772400" y="137160"/>
            <a:ext cx="109728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1000" b="0">
                <a:solidFill>val="69788B"/&gt;</a:solidFill>
                <a:latin typeface="Poppins"/>
              </a:defRPr>
            </a:pPr>
            <a:r>
              <a:t>5/8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457200" y="594360"/>
            <a:ext cx="82296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400" b="1">
                <a:solidFill>val="F0B429"/&gt;</a:solidFill>
                <a:latin typeface="Poppins"/>
              </a:defRPr>
            </a:pPr>
            <a:r>
              <a:t>Madani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457200" y="1097280"/>
            <a:ext cx="8229600" cy="1371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200" b="0">
                <a:solidFill>val="22344A"/&gt;</a:solidFill>
                <a:latin typeface="Poppins"/>
              </a:defRPr>
            </a:pPr>
            <a:r>
              <a:t>Yes, and also bring the water jug, please.</a:t>
            </a:r>
          </a:p>
        </p:txBody>
      </p:sp>
      <p:sp>
        <p:nvSpPr>
          <p:cNvPr id="7" name="Rectangle 6"/>
          <p:cNvSpPr/>
          <p:nvPr/>
        </p:nvSpPr>
        <p:spPr>
          <a:xfrm>
            <a:off x="457200" y="2606040"/>
            <a:ext cx="8229600" cy="18288"/>
          </a:xfrm>
          <a:prstGeom prst="rect">
            <a:avLst/>
          </a:prstGeom>
          <a:solidFill>val="F4F6F8"/&gt;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457200" y="2743200"/>
            <a:ext cx="82296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1">
                <a:solidFill>val="00875B"/&gt;</a:solidFill>
                <a:latin typeface="Poppins"/>
              </a:defRPr>
            </a:pPr>
            <a:r>
              <a:t>الترجمة :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457200" y="3108960"/>
            <a:ext cx="8229600" cy="1097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2000" b="0">
                <a:solidFill>val="34495E"/&gt;</a:solidFill>
                <a:latin typeface="Poppins"/>
              </a:defRPr>
            </a:pPr>
            <a:r>
              <a:t>. وأحضر أيضا إبريق الماء من فضلك،نعم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457200" y="4572000"/>
            <a:ext cx="82296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900" b="0">
                <a:solidFill>val="69788B"/&gt;</a:solidFill>
                <a:latin typeface="Poppins"/>
              </a:defRPr>
            </a:pPr>
            <a:r>
              <a:t>Audio : Dialogue_11_Setting_the_Table/05_Madani.mp3</a:t>
            </a:r>
          </a:p>
        </p:txBody>
      </p:sp>
      <p:sp>
        <p:nvSpPr>
          <p:cNvPr id="11" name="Rectangle 10"/>
          <p:cNvSpPr/>
          <p:nvPr/>
        </p:nvSpPr>
        <p:spPr>
          <a:xfrm>
            <a:off x="0" y="6784848"/>
            <a:ext cx="9144000" cy="73152"/>
          </a:xfrm>
          <a:prstGeom prst="rect">
            <a:avLst/>
          </a:prstGeom>
          <a:solidFill>val="006847"/&gt;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90001" name="Pied de page FLE"/>
          <p:cNvSpPr>
            <a:spLocks noGrp="1"/>
          </p:cNvSpPr>
          <p:nvPr/>
        </p:nvSpPr>
        <p:spPr>
          <a:xfrm>
            <a:off x="4343400" y="-384048"/>
            <a:ext cx="4572000" cy="274320"/>
          </a:xfrm>
          <a:prstGeom prst="rect">
            <a:avLst/>
          </a:prstGeom>
        </p:spPr>
        <p:txBody>
          <a:bodyPr anchor="b"/>
          <a:lstStyle/>
          <a:p>
            <a:pPr algn="r">
              <a:defRPr sz="900">
                <a:solidFill>
                  <a:srgbClr val="9AA7B6"/>
                </a:solidFill>
                <a:latin typeface="Poppins"/>
              </a:defRPr>
            </a:pPr>
            <a:r>
              <a:rPr lang="fr-FR" sz="900">
                <a:solidFill>
                  <a:srgbClr val="9AA7B6"/>
                </a:solidFill>
                <a:latin typeface="Poppins"/>
              </a:rPr>
              <a:t>Université de Mostaganem — Dr. Madani BELACEL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val="FFFFFF"/&gt;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9144000" cy="73152"/>
          </a:xfrm>
          <a:prstGeom prst="rect">
            <a:avLst/>
          </a:prstGeom>
          <a:solidFill>val="00875B"/&gt;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57200" y="137160"/>
            <a:ext cx="82296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000" b="0">
                <a:solidFill>val="69788B"/&gt;</a:solidFill>
                <a:latin typeface="Poppins"/>
              </a:defRPr>
            </a:pPr>
            <a:r>
              <a:t>Dialogue 11 — Setting the Table  |  📖 Niveau 3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772400" y="137160"/>
            <a:ext cx="109728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1000" b="0">
                <a:solidFill>val="69788B"/&gt;</a:solidFill>
                <a:latin typeface="Poppins"/>
              </a:defRPr>
            </a:pPr>
            <a:r>
              <a:t>6/8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457200" y="594360"/>
            <a:ext cx="82296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400" b="1">
                <a:solidFill>val="F0B429"/&gt;</a:solidFill>
                <a:latin typeface="Poppins"/>
              </a:defRPr>
            </a:pPr>
            <a:r>
              <a:t>Oussama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457200" y="1097280"/>
            <a:ext cx="8229600" cy="1371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200" b="0">
                <a:solidFill>val="22344A"/&gt;</a:solidFill>
                <a:latin typeface="Poppins"/>
              </a:defRPr>
            </a:pPr>
            <a:r>
              <a:t>A well-set table makes the meal more enjoyable.</a:t>
            </a:r>
          </a:p>
        </p:txBody>
      </p:sp>
      <p:sp>
        <p:nvSpPr>
          <p:cNvPr id="7" name="Rectangle 6"/>
          <p:cNvSpPr/>
          <p:nvPr/>
        </p:nvSpPr>
        <p:spPr>
          <a:xfrm>
            <a:off x="457200" y="2606040"/>
            <a:ext cx="8229600" cy="18288"/>
          </a:xfrm>
          <a:prstGeom prst="rect">
            <a:avLst/>
          </a:prstGeom>
          <a:solidFill>val="F4F6F8"/&gt;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457200" y="2743200"/>
            <a:ext cx="82296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1">
                <a:solidFill>val="00875B"/&gt;</a:solidFill>
                <a:latin typeface="Poppins"/>
              </a:defRPr>
            </a:pPr>
            <a:r>
              <a:t>الترجمة :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457200" y="3108960"/>
            <a:ext cx="8229600" cy="1097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2000" b="0">
                <a:solidFill>val="34495E"/&gt;</a:solidFill>
                <a:latin typeface="Poppins"/>
              </a:defRPr>
            </a:pPr>
            <a:r>
              <a:t>.المائدة المرتبة جيدا تجعل الوجبة أكثر متعة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457200" y="4572000"/>
            <a:ext cx="82296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900" b="0">
                <a:solidFill>val="69788B"/&gt;</a:solidFill>
                <a:latin typeface="Poppins"/>
              </a:defRPr>
            </a:pPr>
            <a:r>
              <a:t>Audio : Dialogue_11_Setting_the_Table/06_Oussama.mp3</a:t>
            </a:r>
          </a:p>
        </p:txBody>
      </p:sp>
      <p:sp>
        <p:nvSpPr>
          <p:cNvPr id="11" name="Rectangle 10"/>
          <p:cNvSpPr/>
          <p:nvPr/>
        </p:nvSpPr>
        <p:spPr>
          <a:xfrm>
            <a:off x="0" y="6784848"/>
            <a:ext cx="9144000" cy="73152"/>
          </a:xfrm>
          <a:prstGeom prst="rect">
            <a:avLst/>
          </a:prstGeom>
          <a:solidFill>val="006847"/&gt;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90001" name="Pied de page FLE"/>
          <p:cNvSpPr>
            <a:spLocks noGrp="1"/>
          </p:cNvSpPr>
          <p:nvPr/>
        </p:nvSpPr>
        <p:spPr>
          <a:xfrm>
            <a:off x="4343400" y="-384048"/>
            <a:ext cx="4572000" cy="274320"/>
          </a:xfrm>
          <a:prstGeom prst="rect">
            <a:avLst/>
          </a:prstGeom>
        </p:spPr>
        <p:txBody>
          <a:bodyPr anchor="b"/>
          <a:lstStyle/>
          <a:p>
            <a:pPr algn="r">
              <a:defRPr sz="900">
                <a:solidFill>
                  <a:srgbClr val="9AA7B6"/>
                </a:solidFill>
                <a:latin typeface="Poppins"/>
              </a:defRPr>
            </a:pPr>
            <a:r>
              <a:rPr lang="fr-FR" sz="900">
                <a:solidFill>
                  <a:srgbClr val="9AA7B6"/>
                </a:solidFill>
                <a:latin typeface="Poppins"/>
              </a:rPr>
              <a:t>Université de Mostaganem — Dr. Madani BELACEL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val="FFFFFF"/&gt;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9144000" cy="73152"/>
          </a:xfrm>
          <a:prstGeom prst="rect">
            <a:avLst/>
          </a:prstGeom>
          <a:solidFill>val="00875B"/&gt;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57200" y="137160"/>
            <a:ext cx="82296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000" b="0">
                <a:solidFill>val="69788B"/&gt;</a:solidFill>
                <a:latin typeface="Poppins"/>
              </a:defRPr>
            </a:pPr>
            <a:r>
              <a:t>Dialogue 11 — Setting the Table  |  📖 Niveau 3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772400" y="137160"/>
            <a:ext cx="109728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1000" b="0">
                <a:solidFill>val="69788B"/&gt;</a:solidFill>
                <a:latin typeface="Poppins"/>
              </a:defRPr>
            </a:pPr>
            <a:r>
              <a:t>7/8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457200" y="594360"/>
            <a:ext cx="82296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400" b="1">
                <a:solidFill>val="F0B429"/&gt;</a:solidFill>
                <a:latin typeface="Poppins"/>
              </a:defRPr>
            </a:pPr>
            <a:r>
              <a:t>Islem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457200" y="1097280"/>
            <a:ext cx="8229600" cy="1371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200" b="0">
                <a:solidFill>val="22344A"/&gt;</a:solidFill>
                <a:latin typeface="Poppins"/>
              </a:defRPr>
            </a:pPr>
            <a:r>
              <a:t>We should always wash our hands before sitting down.</a:t>
            </a:r>
          </a:p>
        </p:txBody>
      </p:sp>
      <p:sp>
        <p:nvSpPr>
          <p:cNvPr id="7" name="Rectangle 6"/>
          <p:cNvSpPr/>
          <p:nvPr/>
        </p:nvSpPr>
        <p:spPr>
          <a:xfrm>
            <a:off x="457200" y="2606040"/>
            <a:ext cx="8229600" cy="18288"/>
          </a:xfrm>
          <a:prstGeom prst="rect">
            <a:avLst/>
          </a:prstGeom>
          <a:solidFill>val="F4F6F8"/&gt;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457200" y="2743200"/>
            <a:ext cx="82296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1">
                <a:solidFill>val="00875B"/&gt;</a:solidFill>
                <a:latin typeface="Poppins"/>
              </a:defRPr>
            </a:pPr>
            <a:r>
              <a:t>الترجمة :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457200" y="3108960"/>
            <a:ext cx="8229600" cy="1097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2000" b="0">
                <a:solidFill>val="34495E"/&gt;</a:solidFill>
                <a:latin typeface="Poppins"/>
              </a:defRPr>
            </a:pPr>
            <a:r>
              <a:t>.يجب أن نغسل أيدينا دائما قبل الجلوس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457200" y="4572000"/>
            <a:ext cx="82296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900" b="0">
                <a:solidFill>val="69788B"/&gt;</a:solidFill>
                <a:latin typeface="Poppins"/>
              </a:defRPr>
            </a:pPr>
            <a:r>
              <a:t>Audio : Dialogue_11_Setting_the_Table/07_Islem.mp3</a:t>
            </a:r>
          </a:p>
        </p:txBody>
      </p:sp>
      <p:sp>
        <p:nvSpPr>
          <p:cNvPr id="11" name="Rectangle 10"/>
          <p:cNvSpPr/>
          <p:nvPr/>
        </p:nvSpPr>
        <p:spPr>
          <a:xfrm>
            <a:off x="0" y="6784848"/>
            <a:ext cx="9144000" cy="73152"/>
          </a:xfrm>
          <a:prstGeom prst="rect">
            <a:avLst/>
          </a:prstGeom>
          <a:solidFill>val="006847"/&gt;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90001" name="Pied de page FLE"/>
          <p:cNvSpPr>
            <a:spLocks noGrp="1"/>
          </p:cNvSpPr>
          <p:nvPr/>
        </p:nvSpPr>
        <p:spPr>
          <a:xfrm>
            <a:off x="4343400" y="-384048"/>
            <a:ext cx="4572000" cy="274320"/>
          </a:xfrm>
          <a:prstGeom prst="rect">
            <a:avLst/>
          </a:prstGeom>
        </p:spPr>
        <p:txBody>
          <a:bodyPr anchor="b"/>
          <a:lstStyle/>
          <a:p>
            <a:pPr algn="r">
              <a:defRPr sz="900">
                <a:solidFill>
                  <a:srgbClr val="9AA7B6"/>
                </a:solidFill>
                <a:latin typeface="Poppins"/>
              </a:defRPr>
            </a:pPr>
            <a:r>
              <a:rPr lang="fr-FR" sz="900">
                <a:solidFill>
                  <a:srgbClr val="9AA7B6"/>
                </a:solidFill>
                <a:latin typeface="Poppins"/>
              </a:rPr>
              <a:t>Université de Mostaganem — Dr. Madani BELACEL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val="FFFFFF"/&gt;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9144000" cy="73152"/>
          </a:xfrm>
          <a:prstGeom prst="rect">
            <a:avLst/>
          </a:prstGeom>
          <a:solidFill>val="00875B"/&gt;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57200" y="137160"/>
            <a:ext cx="82296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000" b="0">
                <a:solidFill>val="69788B"/&gt;</a:solidFill>
                <a:latin typeface="Poppins"/>
              </a:defRPr>
            </a:pPr>
            <a:r>
              <a:t>Dialogue 11 — Setting the Table  |  📖 Niveau 3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772400" y="137160"/>
            <a:ext cx="109728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1000" b="0">
                <a:solidFill>val="69788B"/&gt;</a:solidFill>
                <a:latin typeface="Poppins"/>
              </a:defRPr>
            </a:pPr>
            <a:r>
              <a:t>8/8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457200" y="594360"/>
            <a:ext cx="82296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400" b="1">
                <a:solidFill>val="F0B429"/&gt;</a:solidFill>
                <a:latin typeface="Poppins"/>
              </a:defRPr>
            </a:pPr>
            <a:r>
              <a:t>Madani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457200" y="1097280"/>
            <a:ext cx="8229600" cy="1371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200" b="0">
                <a:solidFill>val="22344A"/&gt;</a:solidFill>
                <a:latin typeface="Poppins"/>
              </a:defRPr>
            </a:pPr>
            <a:r>
              <a:t>Perfect. Now the table is ready. Thank you all.</a:t>
            </a:r>
          </a:p>
        </p:txBody>
      </p:sp>
      <p:sp>
        <p:nvSpPr>
          <p:cNvPr id="7" name="Rectangle 6"/>
          <p:cNvSpPr/>
          <p:nvPr/>
        </p:nvSpPr>
        <p:spPr>
          <a:xfrm>
            <a:off x="457200" y="2606040"/>
            <a:ext cx="8229600" cy="18288"/>
          </a:xfrm>
          <a:prstGeom prst="rect">
            <a:avLst/>
          </a:prstGeom>
          <a:solidFill>val="F4F6F8"/&gt;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457200" y="2743200"/>
            <a:ext cx="82296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1">
                <a:solidFill>val="00875B"/&gt;</a:solidFill>
                <a:latin typeface="Poppins"/>
              </a:defRPr>
            </a:pPr>
            <a:r>
              <a:t>الترجمة :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457200" y="3108960"/>
            <a:ext cx="8229600" cy="1097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2000" b="0">
                <a:solidFill>val="34495E"/&gt;</a:solidFill>
                <a:latin typeface="Poppins"/>
              </a:defRPr>
            </a:pPr>
            <a:r>
              <a:t>. شكرا لكم جميعا. الآن المائدة جاهزة.ممتاز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457200" y="4572000"/>
            <a:ext cx="82296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900" b="0">
                <a:solidFill>val="69788B"/&gt;</a:solidFill>
                <a:latin typeface="Poppins"/>
              </a:defRPr>
            </a:pPr>
            <a:r>
              <a:t>Audio : Dialogue_11_Setting_the_Table/08_Madani.mp3</a:t>
            </a:r>
          </a:p>
        </p:txBody>
      </p:sp>
      <p:sp>
        <p:nvSpPr>
          <p:cNvPr id="11" name="Rectangle 10"/>
          <p:cNvSpPr/>
          <p:nvPr/>
        </p:nvSpPr>
        <p:spPr>
          <a:xfrm>
            <a:off x="0" y="6784848"/>
            <a:ext cx="9144000" cy="73152"/>
          </a:xfrm>
          <a:prstGeom prst="rect">
            <a:avLst/>
          </a:prstGeom>
          <a:solidFill>val="006847"/&gt;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90001" name="Pied de page FLE"/>
          <p:cNvSpPr>
            <a:spLocks noGrp="1"/>
          </p:cNvSpPr>
          <p:nvPr/>
        </p:nvSpPr>
        <p:spPr>
          <a:xfrm>
            <a:off x="4343400" y="-384048"/>
            <a:ext cx="4572000" cy="274320"/>
          </a:xfrm>
          <a:prstGeom prst="rect">
            <a:avLst/>
          </a:prstGeom>
        </p:spPr>
        <p:txBody>
          <a:bodyPr anchor="b"/>
          <a:lstStyle/>
          <a:p>
            <a:pPr algn="r">
              <a:defRPr sz="900">
                <a:solidFill>
                  <a:srgbClr val="9AA7B6"/>
                </a:solidFill>
                <a:latin typeface="Poppins"/>
              </a:defRPr>
            </a:pPr>
            <a:r>
              <a:rPr lang="fr-FR" sz="900">
                <a:solidFill>
                  <a:srgbClr val="9AA7B6"/>
                </a:solidFill>
                <a:latin typeface="Poppins"/>
              </a:rPr>
              <a:t>Université de Mostaganem — Dr. Madani BELACEL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Poppins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Poppins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