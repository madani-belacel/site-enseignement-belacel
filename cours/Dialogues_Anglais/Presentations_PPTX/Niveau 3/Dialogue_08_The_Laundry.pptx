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The Laundry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Laundry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time to do the laundry. Can you help 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يمكنكم مساعدتي؟.حان وقت غسيل الملابس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Dialogue_8_The_Laundry/01_Madani.mp3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Laundry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the dirty clothes in the washing machine.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الملابس المتسخة في الغسالة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Dialogue_8_The_Laundry/02_Oussama.mp3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Laundry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hang the clean clothes on the line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تعليق الملابس النظيفة على الحبل في الخارج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Dialogue_8_The_Laundry/03_Islem.mp3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Laundry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bring the empty basket back to the house.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.سأحضر السلة الفارغة إلى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Dialogue_8_The_Laundry/04_Anes.mp3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Laundry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Fresh clean clothes feel wonderful.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الملابس النظيفة المنعشة تشعر بالروعة.شكرا لكم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Dialogue_8_The_Laundry/05_Madani.mp3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Laundry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separate the white clothes from the colored 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نفصل الملابس البيضاء عن الملونة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Dialogue_8_The_Laundry/06_Oussama.mp3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Laundry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with laundry is part of being responsible.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.المساعدة في الغسيل جزء من تحمل المسؤولية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Dialogue_8_The_Laundry/07_Islem.mp3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Laundry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When everyone helps, the work finishes quickly.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ينتهي العمل بسرعة، عندما يساعد الجميع.نعم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Dialogue_8_The_Laundry/08_Madani.mp3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