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A Clean 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Clean House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house is a happy house. Let us keep it tidy.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لنحافظ على ترتيبه.البيت النظيف بيت سعيد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Dialogue_10_A_Clean_House/01_Madani.mp3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Clean House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clean the living room and put the cushions in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.سأنظف غرفة الجلوس وأضع الوسائد في مكانها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Dialogue_10_A_Clean_House/02_Oussama.mp3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Clean House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wipe the table and organize the books.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.سأمسح الطاولة وأرتب الكتب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Dialogue_10_A_Clean_House/03_Islem.mp3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Clean House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pick up anything that is on the floor.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.سألتقط أي شيء موجود على الأرض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Dialogue_10_A_Clean_House/04_Anes.mp3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Clean House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When the house is clean, we feel more peaceful.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نشعر بمزيد من السلام، عندما يكون البيت نظيفا.شكرا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Dialogue_10_A_Clean_House/05_Madani.mp3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Clean House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Cleaning a little every day is better than cleaning a lot once.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.التنظيف قليلا كل يوم أفضل من التنظيف كثيرا مرة واحدة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Dialogue_10_A_Clean_House/06_Oussama.mp3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Clean House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clean environment helps us study and rest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.البيئة النظيفة تساعدنا على الدراسة والراحة بشكل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Dialogue_10_A_Clean_House/07_Islem.mp3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Clean House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Cleanliness is part of our faith and daily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النظافة جزء من إيماننا وحياتنا اليومية.بالضبط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Dialogue_10_A_Clean_House/08_Madani.mp3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