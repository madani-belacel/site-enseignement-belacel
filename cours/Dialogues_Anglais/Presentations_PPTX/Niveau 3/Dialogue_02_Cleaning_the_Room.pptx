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 — Cleaning the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Cleaning the Room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Oussama, your room looks messy. Let us clean it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لننظفها معا. غرفتك تبدو غير مرتبة،أسامة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Dialogue_2_Cleaning_the_Room/01_Madani.mp3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Cleaning the Room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Where should I start, Dad? There are toys everywhere.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.من أين أبدأ يا أبي؟ الألعاب في كل مكان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Dialogue_2_Cleaning_the_Room/02_Oussama.mp3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Cleaning the Room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First put the toys in the box, then make your bed.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ثم رتب سريرك،أولا ضع الألعاب في الصندوق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Dialogue_2_Cleaning_the_Room/03_Madani.mp3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Cleaning the Room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after that I will sweep the floor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.وبعد ذلك سأكنس الأرضية بعناية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Dialogue_2_Cleaning_the_Room/04_Oussama.mp3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Cleaning the Room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A clean room makes the heart feel calm.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الغرفة النظيفة تجعل القلب يشعر بالهدوء.بالضبط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Dialogue_2_Cleaning_the_Room/05_Madani.mp3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Cleaning the Room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always keep my books in a neat row on the shelf.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.أحافظ دائما على ترتيب كتبي في صف مرتب على الرف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Dialogue_2_Cleaning_the_Room/06_Islem.mp3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Cleaning the Room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help you, Oussama! I am a good helper.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.يمكنني مساعدتك يا أسامة! أنا مساعد جيد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Dialogue_2_Cleaning_the_Room/07_Anes.mp3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Cleaning the Room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See? When we help each other, the work becomes easy.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يصبح العمل سهلا،أرأيتم؟ عندما نساعد بعضنا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Dialogue_2_Cleaning_the_Room/08_Madani.mp3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