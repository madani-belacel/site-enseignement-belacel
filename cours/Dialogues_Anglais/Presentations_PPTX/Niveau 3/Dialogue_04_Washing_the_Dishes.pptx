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4 — Washing the Dishes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4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Washing the Dishes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Who will help me wash the dishes after dinner?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من سيساعدني في غسل الصحون بعد العشاء؟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Dialogue_4_Washing_the_Dishes/01_Madani.mp3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Washing the Dishes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can wash and Islem can dry them with a clean towel.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.يمكنني الغسل وإسلام يمكنه تجفيفها بمنشفة نظيفة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Dialogue_4_Washing_the_Dishes/02_Oussama.mp3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Washing the Dishes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I will dry the plates and put them in the cupboard.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سأجفف الصحون وأضعها في الخزانة،نعم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Dialogue_4_Washing_the_Dishes/03_Islem.mp3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Washing the Dishes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can I do? I want to help too!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!ماذا يمكنني أن أفعل؟ أريد أن أساعد أيضا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Dialogue_4_Washing_the_Dishes/04_Anes.mp3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Washing the Dishes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You can put the spoons and forks in the drawer.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.يمكنك وضع الملاعق والشوك في الدرج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Dialogue_4_Washing_the_Dishes/05_Madani.mp3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Washing the Dishes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Washing the dishes is faster when we work as a team.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.غسل الصحون يكون أسرع عندما نعمل كفريق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Dialogue_4_Washing_the_Dishes/06_Oussama.mp3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Washing the Dishes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clean kitchen makes the whole house look better.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.المطبخ النظيف يجعل البيت كله يبدو أفضل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Dialogue_4_Washing_the_Dishes/07_Islem.mp3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Washing the Dishes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Thank you, my sons. Helping at home is a great value.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المساعدة في المنزل قيمة عظيمة.شكرا يا أبنائي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Dialogue_4_Washing_the_Dishes/08_Madani.mp3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