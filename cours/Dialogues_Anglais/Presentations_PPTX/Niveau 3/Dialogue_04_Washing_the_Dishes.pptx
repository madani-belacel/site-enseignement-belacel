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Washing the Dishes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Who will help me wash the dishes after dinner?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سيساعدني في غسل الصحون بعد العشاء؟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wash and Islem can dry them with a clean towel.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الغسل وإسلام يمكنه تجفيفها بمنشفة 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will dry the plates and put them in the cupboard.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سأجفف الصحون وأضعها في الخزانة،نعم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I do? I want to help too!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!ماذا يمكنني أن أفعل؟ أريد أن أساعد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put the spoons and forks in the drawer.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وضع الملاعق والشوك في الدرج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Washing the dishes is faster when we work as a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.غسل الصحون يكون أسرع عندما نعمل كفريق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kitchen makes the whole house look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.المطبخ النظيف يجعل البيت كله يبدو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Washing the Dishes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my sons. Helping at home is a great value.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في المنزل قيمة عظيمة.شكرا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Dialogue_4_Washing_the_Dishes/08_Madani.mp3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