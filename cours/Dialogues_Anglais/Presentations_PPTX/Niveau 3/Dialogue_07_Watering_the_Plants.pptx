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Watering the Plants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Watering the Plants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plants in the garden need water. Who will help?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من سيساعد؟.النباتات في الحديقة تحتاج إلى الماء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Dialogue_7_Watering_the_Plants/01_Madani.mp3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Watering the Plants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water the big plants near the wall.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.يمكنني سقي النباتات الكبيرة قرب الحائط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Dialogue_7_Watering_the_Plants/02_Oussama.mp3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Watering the Plants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water the small flowers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.سأسقي الزهور الصغيرة بعناية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Dialogue_7_Watering_the_Plants/03_Islem.mp3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Watering the Plants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hold the watering can too?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حمل إبريق الري أيضا؟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Dialogue_7_Watering_the_Plants/04_Anes.mp3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Watering the Plants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do not pour too much water at once.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لا تصب الكثير من الماء دفعة واحدة،نعم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Dialogue_7_Watering_the_Plants/05_Madani.mp3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Watering the Plants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Plants need water and sunlight to grow strong.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.النباتات تحتاج إلى الماء وضوء الشمس لتنمو قوية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Dialogue_7_Watering_the_Plants/06_Oussama.mp3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Watering the Plants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Taking care of plants teaches us patience.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.العناية بالنباتات تعلمنا الصبر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Dialogue_7_Watering_the_Plants/07_Islem.mp3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Watering the Plants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Well done. Nature is a gift from Allah. We must protect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نحميها. الطبيعة هدية من الله.أحسنتم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Dialogue_7_Watering_the_Plants/08_Madani.mp3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