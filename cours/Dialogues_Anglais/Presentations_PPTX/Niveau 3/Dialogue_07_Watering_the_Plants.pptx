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Watering the Plants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plants in the garden need water. Who will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سيساعد؟.النباتات في الحديقة تحتاج إلى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water the big plants near the wall.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سقي النباتات الكبيرة قرب الحائط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water the small flowers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.سأسقي الزهور الصغيرة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hold the watering can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حمل إبريق الري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do not pour too much water at once.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لا تصب الكثير من الماء دفعة واحدة،نعم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Plants need water and sunlight to grow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.النباتات تحتاج إلى الماء وضوء الشمس لتنمو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plants teaches us patience.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بالنباتات تعلمنا الصبر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Watering the Plants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done. Nature is a gift from Allah. We must protect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نحميها. الطبيعة هدية من الله.أحسنتم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Dialogue_7_Watering_the_Plants/08_Madani.mp3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