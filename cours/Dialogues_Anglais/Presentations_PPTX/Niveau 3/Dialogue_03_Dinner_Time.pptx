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Dinner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Dinner Time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Dinner is ready. Please come to the table, boys.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من فضلكم تعالوا إلى المائدة يا أولاد.العشاء جاهز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Dialogue_3_Dinner_Time/01_Madani.mp3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Dinner Time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smells delicious! What did you cook today,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رائحته لذيذة! ماذا طبخت اليوم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Dialogue_3_Dinner_Time/02_Oussama.mp3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Dinner Time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rice, chicken, and a fresh salad.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.لدينا أرز ودجاج وسلطة طازجة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Dialogue_3_Dinner_Time/03_Madani.mp3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Dinner Time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washed my hands already. Can we start eating?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البدء في الأكل؟.غسلت يدي بالفعل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Dialogue_3_Dinner_Time/04_Islem.mp3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Dinner Time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pass me the bread, Oussama.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 مرر لي الخبز يا 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Dialogue_3_Dinner_Time/05_Anes.mp3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Dinner Time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 slowly and thank Allah for this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.كلوا ببطء واشكروا الله على هذا الطعام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Dialogue_3_Dinner_Time/06_Madani.mp3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Dinner Time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Alhamdulillah. The food tastes really good tonight.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الطعام لذيذ جدا هذه الليلة.الحمد 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Dialogue_3_Dinner_Time/07_Oussama.mp3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Dinner Time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dinner we will help clear the table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العشاء سنساعد في تنظيف المائدة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Dialogue_3_Dinner_Time/08_Islem.mp3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