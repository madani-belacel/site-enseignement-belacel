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Helping with Cooking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with Cooking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cooking lunch. Who wants to help 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يريد مساعدتي؟.أنا أطبخ الغداء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Dialogue_14_Helping_with_Cooking/01_Madani.mp3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with Cooking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wash the vegetables under the tap.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غسل الخضروات تحت الحنفية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Dialogue_14_Helping_with_Cooking/02_Oussama.mp3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with Cooking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cut the tomatoes carefully with a small knife.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تقطيع الطماطم بعناية بسكين صغير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Dialogue_14_Helping_with_Cooking/03_Islem.mp3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with Cooking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stir the soup slowly?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تحريك الحساء ببطء؟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Dialogue_14_Helping_with_Cooking/04_Anes.mp3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with Cooking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stay a little away from the hot pot.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ابتعد قليلا عن القدر الساخن،نعم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Dialogue_14_Helping_with_Cooking/05_Madani.mp3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with Cooking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Cooking together is fun and we learn many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.الطبخ معا ممتع ونتعلم أشياء كثيرة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Dialogue_14_Helping_with_Cooking/06_Oussama.mp3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with Cooking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the smell of food when we cook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رائحة الطعام عندما نطبخ في المنزل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Dialogue_14_Helping_with_Cooking/07_Islem.mp3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with Cooking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in the kitchen is a valuable life skill.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.المساعدة في المطبخ مهارة حياتية قيمة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Dialogue_14_Helping_with_Cooking/08_Madani.mp3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