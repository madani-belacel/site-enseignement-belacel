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Making the Bed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Making the Bed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morning you should make your bed after waking 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صباح يجب أن ترتبوا سريركم بعد الاستيقاظ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Dialogue_5_Making_the_Bed/01_Madani.mp3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Making the Bed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pull the sheet, then put the pillow in its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أضع الوسادة في مكانها،أسحب الملاءة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Dialogue_5_Making_the_Bed/02_Oussama.mp3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Making the Bed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made bed makes the room look neat and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.السرير المرتب يجعل الغرفة تبدو مرتبة ونظيفة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Dialogue_5_Making_the_Bed/03_Islem.mp3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Making the Bed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this correct, Dad? Did I make my bed well?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هذا صحيح يا أبي؟ هل رتبت سريري جيدا؟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Dialogue_5_Making_the_Bed/04_Anes.mp3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Making the Bed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Anes. It looks perfect. Well done!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 أحسنت. يبدو مثاليا.نعم يا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Dialogue_5_Making_the_Bed/05_Madani.mp3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Making the Bed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Making the bed only takes two minutes every morning.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.ترتيب السرير يستغرق دقيقتين فقط كل 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Dialogue_5_Making_the_Bed/06_Oussama.mp3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Making the Bed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 small habit but it changes the whole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.إنها عادة صغيرة لكنها تغير اليوم كله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Dialogue_5_Making_the_Bed/07_Islem.mp3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Making the Bed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habits start with small actions like this.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.العادات الجيدة تبدأ بأفعال صغيرة مثل هذه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Dialogue_5_Making_the_Bed/08_Madani.mp3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