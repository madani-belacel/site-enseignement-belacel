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18 — Putting Things 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18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Putting Things Away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After you finish playing, put your toys back in their place.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أعيدوا ألعابكم إلى مكانها،بعد أن تنتهوا من اللعب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Dialogue_18_Putting_Things_Away/01_Madani.mp3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Putting Things Away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put the ball and the cars in the toy box.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.سأضع الكرة والسيارات في صندوق الألعاب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Dialogue_18_Putting_Things_Away/02_Oussama.mp3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Putting Things Away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put the books back on the shelf in order.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.سأعيد الكتب إلى الرف بالترتيب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Dialogue_18_Putting_Things_Away/03_Islem.mp3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Putting Things Away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Where does this puzzle go?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أين يذهب هذا البازل؟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Dialogue_18_Putting_Things_Away/04_Anes.mp3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Putting Things Away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It goes in the blue box under the table.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.يذهب في الصندوق الأزرق تحت الطاولة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Dialogue_18_Putting_Things_Away/05_Madani.mp3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Putting Things Away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When everything is in its place, the room stays tidy.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تبقى الغرفة مرتبة،عندما يكون كل شيء في مكانه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Dialogue_18_Putting_Things_Away/06_Oussama.mp3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Putting Things Away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Putting things away only takes a few minutes.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.إعادة الأشياء إلى مكانها تستغرق بضع دقائق فقط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Dialogue_18_Putting_Things_Away/07_Islem.mp3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Putting Things Away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This habit saves time and prevents losing things.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هذه العادة توفر الوقت وتمنع فقدان الأشياء.نعم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Dialogue_18_Putting_Things_Away/08_Madani.mp3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