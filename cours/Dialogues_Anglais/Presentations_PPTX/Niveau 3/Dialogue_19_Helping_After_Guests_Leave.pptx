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Helping After Guests Leave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guests have left. Let us clean up together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لننظف معا بسرعة.غادر الضيوف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collect the cups and plates from the living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.سأجمع الأكواب والصحون من غرفة الجلوس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wipe the table and put the chairs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.سأمسح الطاولة وأعيد الكراسي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pick up any papers or napkins on the floor.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.سألتقط أي أوراق أو مناديل على 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A clean house is ready for the next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البيت النظيف جاهز لليوم التالي.شكرا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after guests leave shows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بعد مغادرة الضيوف تظهر الأخلاق الجيدة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finish quickly, we still have time to 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يبقى لدينا وقت للراحة،عندما ننتهي بسرعة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Helping After Guests Leave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Teamwork makes even big tasks feel 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.العمل الجماعي يجعل حتى المهام الكبيرة تبدو خفيفة 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Dialogue_19_Helping_After_Guests_Leave/08_Madani.mp3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