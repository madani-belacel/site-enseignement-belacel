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Sweeping the 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Sweeping the Floor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floor needs sweeping. Who will take the broom?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سيأخذ المكنسة؟.الأرضية تحتاج إلى كنس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Dialogue_15_Sweeping_the_Floor/01_Madani.mp3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Sweeping the Floor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sweep the living room and the corridor.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.سأكنس غرفة الجلوس والممر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Dialogue_15_Sweeping_the_Floor/02_Oussama.mp3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Sweeping the Floor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hold the dustpan so you can collect the dirt.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.سأمسك المجرفة حتى تتمكن من جمع الأوساخ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Dialogue_15_Sweeping_the_Floor/03_Islem.mp3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Sweeping the Floor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sweep under the table where it is dirty.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الكنس تحت الطاولة حيث هي متسخة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Dialogue_15_Sweeping_the_Floor/04_Anes.mp3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Sweeping the Floor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Start from the corners and move towards the center.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.ابدأوا من الزوايا واتجهوا نحو الوسط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Dialogue_15_Sweeping_the_Floor/05_Madani.mp3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Sweeping the Floor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clean floor makes the whole house look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.الأرضية النظيفة تجعل البيت كله يبدو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Dialogue_15_Sweeping_the_Floor/06_Oussama.mp3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Sweeping the Floor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sweep every day to keep dust away.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نكنس كل يوم لإبعاد الغبار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Dialogue_15_Sweeping_the_Floor/07_Islem.mp3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Sweeping the Floor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Cleanliness is part of good manners.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النظافة جزء من الأخلاق الحسنة.شكرا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Dialogue_15_Sweeping_the_Floor/08_Madani.mp3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