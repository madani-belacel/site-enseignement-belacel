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Taking Out the Trash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trash bin is full. Who will take it outside?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سيخرجها إلى الخارج؟.سلة القمامة ممتلئة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it out. Where should I put the bag?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أين يجب أن أضع الكيس؟.سأخرجها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it in the big container near the gate.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.ضعها في الحاوية الكبيرة قرب البوابة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a new clean bag in the bin.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كيسا نظيفا جديدا في السلة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we take the trash out every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نخرج القمامة كل 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 keep the house clean and free from bad smells.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.للحفاظ على نظافة البيت وخلوه من الروائح السيئة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cleanliness is everyone’s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بالنظافة مسؤولية الجميع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Taking Out the Trash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Small daily tasks keep our home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المهام اليومية الصغيرة تحافظ على صحة بيتنا.أحسنت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Dialogue_12_Taking_Out_the_Trash/08_Madani.mp3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