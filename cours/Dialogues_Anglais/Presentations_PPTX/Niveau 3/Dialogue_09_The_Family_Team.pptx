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Family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our family, we work as a team. Everyone has a role.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لكل شخص دور. نعمل كفريق،في عائلتنا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help with the heavy things and the cleaning.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.أساعد في الأشياء الثقيلة والتنظيف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help with organizing books and setting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.أساعد في ترتيب الكتب وترتيب 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help by putting my toys away and being cheerful.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.أساعد بوضع ألعابي في مكانها والبقاء مبتهجا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small help is important and appreciated.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مساعدة صغيرة مهمة ومقدرة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work together, no one feels tired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يشعر أحد بالتعب وحيدا،عندما نعمل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family team is stronger than any individual.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.فريق العائلة أقوى من أي فرد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Family Team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the beauty of family: sharing work and love.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مشاركة العمل والمحبة:هذا هو جمال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Dialogue_9_The_Family_Team/08_Madani.mp3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