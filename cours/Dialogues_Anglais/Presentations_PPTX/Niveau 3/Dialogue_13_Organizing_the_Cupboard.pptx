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914400"/>
            <a:ext cx="7680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  <a:latin typeface="Calibri"/>
              </a:defRPr>
            </a:pPr>
            <a:r>
              <a:t>Dialogue 13 — Organizing the Cupboard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103120"/>
            <a:ext cx="7680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5D9C7"/>
                </a:solidFill>
                <a:latin typeface="Calibri"/>
              </a:defRPr>
            </a:pPr>
            <a:r>
              <a:t>📖 Niveau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20040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A0C0A8"/>
                </a:solidFill>
                <a:latin typeface="Calibri"/>
              </a:defRPr>
            </a:pPr>
            <a:r>
              <a:t>Dr. BELACEL Madani — Université de Mostaganem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93192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80B088"/>
                </a:solidFill>
                <a:latin typeface="Calibri"/>
              </a:defRPr>
            </a:pPr>
            <a:r>
              <a:t>Dialogue 13 / 20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13 — Organizing the Cupboard  |  📖 Niveau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1/8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The cupboard is messy. Let us organize it together.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لنرتبها معا.الخزانة غير مرتبة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Dialogue_13_Organizing_the_Cupboard/01_Madani.mp3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13 — Organizing the Cupboard  |  📖 Niveau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2/8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 will put the plates on the top shelf carefully.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.سأضع الصحون على الرف العلوي بعناية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Dialogue_13_Organizing_the_Cupboard/02_Oussama.mp3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13 — Organizing the Cupboard  |  📖 Niveau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3/8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 will arrange the glasses and cups in a neat row.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.سأرتب الكؤوس والأكواب في صف مرتب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Dialogue_13_Organizing_the_Cupboard/03_Islem.mp3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13 — Organizing the Cupboard  |  📖 Niveau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4/8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Anes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Where should I put the small spoons?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أين يجب أن أضع الملاعق الصغيرة؟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Dialogue_13_Organizing_the_Cupboard/04_Anes.mp3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13 — Organizing the Cupboard  |  📖 Niveau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5/8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Put them in the small drawer on the left side.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.ضعها في الدرج الصغير على الجانب الأيسر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Dialogue_13_Organizing_the_Cupboard/05_Madani.mp3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13 — Organizing the Cupboard  |  📖 Niveau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6/8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When everything has its place, it is easy to find.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يصبح من السهل إيجاده،عندما يكون لكل شيء مكانه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Dialogue_13_Organizing_the_Cupboard/06_Oussama.mp3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13 — Organizing the Cupboard  |  📖 Niveau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7/8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Organizing saves time and reduces stress.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.الترتيب يوفر الوقت ويقلل التوتر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Dialogue_13_Organizing_the_Cupboard/07_Islem.mp3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13 — Organizing the Cupboard  |  📖 Niveau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8/8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Yes. A place for everything and everything in its place.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مكان لكل شيء وكل شيء في مكانه.نعم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Dialogue_13_Organizing_the_Cupboard/08_Madani.mp3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