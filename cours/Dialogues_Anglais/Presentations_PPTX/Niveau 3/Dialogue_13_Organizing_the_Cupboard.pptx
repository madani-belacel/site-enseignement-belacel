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Organizing the Cupboard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cupboard is messy. Let us organize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لنرتبها معا.الخزانة غير مرتبة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the plates on the top shelf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الصحون على الرف العلوي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arrange the glasses and cups in a neat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.سأرتب الكؤوس والأكواب في صف مرتب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should I put the small spoons?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أين يجب أن أضع الملاعق الصغيرة؟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 them in the small drawer on the left 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.ضعها في الدرج الصغير على الجانب الأيسر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everything has its place, it is easy to find.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يصبح من السهل إيجاده،عندما يكون لكل شيء مكانه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Organizing saves time and reduces stress.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.الترتيب يوفر الوقت ويقلل التوتر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Organizing the Cupboard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place for everything and everything in its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مكان لكل شيء وكل شيء في مكانه.نعم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Dialogue_13_Organizing_the_Cupboard/08_Madani.mp3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