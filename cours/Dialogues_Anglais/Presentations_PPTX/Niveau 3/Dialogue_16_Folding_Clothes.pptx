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Folding Clothes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Folding Clothes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clean clothes are dry. Let us fold them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لنطويها معا.الملابس النظيفة جافة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Dialogue_16_Folding_Clothes/01_Madani.mp3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Folding Clothes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fold the shirts and put them in the cupboard.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.سأطوي القمصان وأضعها في الخزانة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Dialogue_16_Folding_Clothes/02_Oussama.mp3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Folding Clothes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fold the trousers carefully so they stay neat.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.سأطوي السراويل بعناية حتى تبقى مرتبة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Dialogue_16_Folding_Clothes/03_Islem.mp3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Folding Clothes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fold the small towels and socks.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طي المناشف الصغيرة والجوارب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Dialogue_16_Folding_Clothes/04_Anes.mp3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Folding Clothes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Fold everything the same way so it looks organized.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.اطووا كل شيء بنفس الطريقة حتى يبدو منظما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Dialogue_16_Folding_Clothes/05_Madani.mp3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Folding Clothes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Folding clothes is easy when we do it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.طي الملابس سهل عندما نفعله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Dialogue_16_Folding_Clothes/06_Oussama.mp3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Folding Clothes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Neat clothes make getting dressed in the morning faster.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.الملابس المرتبة تجعل ارتداءها في الصباح أسرع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Dialogue_16_Folding_Clothes/07_Islem.mp3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Folding Clothes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Well done. Order in small things brings order in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.الترتيب في الأشياء الصغيرة يجلب الترتيب في الحياة .أحسنتم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Dialogue_16_Folding_Clothes/08_Madani.mp3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