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Evening House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Before we sleep, let us check that everything is in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لنتأكد أن كل شيء في مكانه،قبل أن ننام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turned off the lights in the living room and kitchen.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.أطفأت الأضواء في غرفة الجلوس والمطبخ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closed the windows and locked the front door.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.أغلقت النوافذ وأقفلت الباب الأمامي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put my school bag near the door for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.وضعت حقيبتي المدرسية قرب الباب ليوم غد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final check gives us peace of mind.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الفحص النهائي يعطينا راحة البال.ممتاز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Everything is ready for a calm night and a good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شيء جاهز لليلة هادئة وصباح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ending the day with order and calm.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إنهاء اليوم بالترتيب والهدوء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Evening House Check  |  📖 Niveau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protect our home and give us peaceful sleep.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.حفظ الله بيتنا ورزقنا نوما هادئا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Dialogue_20_Evening_House_Check/08_Madani.mp3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