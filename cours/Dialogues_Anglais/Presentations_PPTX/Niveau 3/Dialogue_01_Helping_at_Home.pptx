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Helping at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Helping at Home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Who can help me with the housework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يمكنه مساعدتي في أعمال المنزل اليوم؟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Dialogue_1_Helping_at_Home/01_Madani.mp3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Helping at Home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help with the dishes after we finish 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.المساعدة في غسل الصحون بعد أن ننتهي من الأكل يمكنني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Dialogue_1_Helping_at_Home/02_Oussama.mp3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Helping at Home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help set the table and put the plates.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المساعدة في ترتيب المائدة ووضع الصحون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Dialogue_1_Helping_at_Home/03_Islem.mp3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Helping at Home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carry the chairs and put them in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حمل الكراسي ووضعها في مكانها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Dialogue_1_Helping_at_Home/04_Anes.mp3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Helping at Home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boys. That is very kind of all of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هذا لطف كبير منكم جميعا.شكرا يا أولاد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Dialogue_1_Helping_at_Home/05_Madani.mp3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Helping at Home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each other makes the work much easier.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بعضنا البعض تجعل العمل أسهل بكثير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Dialogue_1_Helping_at_Home/06_Oussama.mp3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Helping at Home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a strong team when we work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.نحن فريق قوي عندما نعمل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Dialogue_1_Helping_at_Home/07_Islem.mp3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Helping at Home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happy and useful when I help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بالسعادة والفائدة عندما أساعد في المنزل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Dialogue_1_Helping_at_Home/08_Anes.mp3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