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Taking Care of Shoes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Taking Care of Shoes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put your shoes in the right place near the door.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فضلكم ضعوا أحذيتكم في المكان الصحيح قرب الباب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Dialogue_6_Taking_Care_of_Shoes/01_Madani.mp3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Taking Care of Shoes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clean my shoes before I enter the house.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أنظف حذائي دائما قبل أن أدخل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Dialogue_6_Taking_Care_of_Shoes/02_Oussama.mp3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Taking Care of Shoes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Dirty shoes make the floor dirty. We must be careful.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نكون حذرين.المتسخة تجعل الأرضية متسخة الأحذية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Dialogue_6_Taking_Care_of_Shoes/03_Islem.mp3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Taking Care of Shoes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help me tie my shoes, please?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مساعدتي في ربط حذائي من فضلك؟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Dialogue_6_Taking_Care_of_Shoes/04_Anes.mp3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Taking Care of Shoes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Watch carefully so you can do it yourself next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.راقب جيدا حتى تتمكن من فعله بنفسك في المرة القادمة 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Dialogue_6_Taking_Care_of_Shoes/05_Madani.mp3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Taking Care of Shoes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our things shows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بأشياءنا تظهر المسؤولية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Dialogue_6_Taking_Care_of_Shoes/06_Oussama.mp3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Taking Care of Shoes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put my shoes in a straight line every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.أضع حذائي في خط مستقيم كل مساء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Dialogue_6_Taking_Care_of_Shoes/07_Islem.mp3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Taking Care of Shoes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Small acts of order make a big difference.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الأفعال الصغيرة من الترتيب تحدث فرقا كبيرا.ممتاز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Dialogue_6_Taking_Care_of_Shoes/08_Madani.mp3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