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Using Technology for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Using Technology for Good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Technology can be used for good or for waste. We choose how to use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نحن نختار كيف نستخدمها.استخدامها للخير أو للهدر التكنولوجيا يمكن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Dialogue_15_Using_Technology_for_Good/01_Madani.mp3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Using Technology for Good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use the internet to learn new skills and help with schoolwork.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.لتعلم مهارات جديدة والمساعدة في الواجبات المدرسية يمكنني استخدام الإنترنت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Dialogue_15_Using_Technology_for_Good/02_Oussama.mp3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Using Technology for Good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can also use technology to stay in touch with family and friends far away.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.للبقاء على تواصل مع العائلة والأصدقاء البعيدين يمكننا أيضا استخدام التكنولوجيا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Dialogue_15_Using_Technology_for_Good/03_Islem.mp3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Using Technology for Good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technology help us help other people?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 للتكنولوجيا أن تساعدنا على مساعدة الآخرين؟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Dialogue_15_Using_Technology_for_Good/04_Anes.mp3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Using Technology for Good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We can donate online, share useful knowledge, or support good causes.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أو دعم قضايا جيدة، أو مشاركة معرفة مفيدة،عبر الإنترنت يمكننا التبرع.نعم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Dialogue_15_Using_Technology_for_Good/05_Madani.mp3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Using Technology for Good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Using technology with a good intention multiplies its benefit.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.استخدام التكنولوجيا بنية جيدة يضاعف فائدتها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Dialogue_15_Using_Technology_for_Good/06_Oussama.mp3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Using Technology for Good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make my screen time more useful every week.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جعل وقت شاشتي أكثر فائدة كل أسبوع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Dialogue_15_Using_Technology_for_Good/07_Islem.mp3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Using Technology for Good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When technology serves goodness, it becomes a real blessing.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تصبح نعمة حقيقية، عندما تخدم التكنولوجيا الخير.ممتاز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Dialogue_15_Using_Technology_for_Good/08_Madani.mp3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