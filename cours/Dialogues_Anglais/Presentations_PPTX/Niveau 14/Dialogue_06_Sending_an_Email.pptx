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Sending an Email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 will teach you how to write and send a polite email.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سأعلمكم كيفية كتابة وإرسال بريد إلكتروني مهذب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start with a clear subject and a respectful greeting.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.نبدأ بموضوع واضح وتحية محترمة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write short, clear sentences and check for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نكتب جملا قصيرة وواضحة ونتحقق من الأخطاء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write at the end of the email?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أكتب في نهاية البريد الإلكتروني؟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Write a polite closing like Best regards, and then your 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اسمك،اكتب خاتمة مهذبة مثل مع أطيب التحيات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never send an email when I am angry.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أرسل بريدا إلكترونيا أبدا عندما أكون غاضبا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Emails stay forever, so we must be careful with our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لذا يجب أن نكون حذرين بكلماتنا،تبقى إلى الأبد الرسائل الإلكترونية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Sending an Email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Good digital communication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التواصل الرقمي الجيد جزء من الأخلاق الحسنة.بالضبط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Dialogue_6_Sending_an_Email/08_Madani.mp3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