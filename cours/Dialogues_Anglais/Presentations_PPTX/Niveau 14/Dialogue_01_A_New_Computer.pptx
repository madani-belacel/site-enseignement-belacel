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A New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have a new computer at home. Would you like to learn how to use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تريدون تعلم كيفية استخدامه؟.جديد في البيت لدينا حاسوب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Yes! I want to use it for school projects and learning.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.نعم! أريد استخدامه لمشاريع المدرسة والتعلم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be careful and not download unknown programs.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.سأكون حذرا ولن أحمل برامج غير معروفة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draw pictures and play educational games on it?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رسم صور ولعب ألعاب تعليمية عليه؟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for a limited time and after finishing your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لوقت محدود وبعد إنهاء واجبكم،نعم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computer is a powerful tool when we use it wisely.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.الحاسوب أداة قوية عندما نستخدمه بحكمة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keep my password private and never share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.سأحافظ على كلمة المرور خاصة ولن أشاركها أبدا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A New Computer  |  📖 Niveau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Technology is useful when we control it, not when it controls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عندما تتحكم بنا،التكنولوجيا مفيدة عندما نتحكم بها 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Dialogue_1_A_New_Computer/08_Madani.mp3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