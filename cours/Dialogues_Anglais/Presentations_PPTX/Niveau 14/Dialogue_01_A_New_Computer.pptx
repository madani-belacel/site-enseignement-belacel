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 — A New Computer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A New Computer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have a new computer at home. Would you like to learn how to use it?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تريدون تعلم كيفية استخدامه؟.جديد في البيت لدينا حاسوب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Dialogue_1_A_New_Computer/01_Madani.mp3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A New Computer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Yes! I want to use it for school projects and learning.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.نعم! أريد استخدامه لمشاريع المدرسة والتعلم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Dialogue_1_A_New_Computer/02_Oussama.mp3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A New Computer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be careful and not download unknown programs.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.سأكون حذرا ولن أحمل برامج غير معروفة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Dialogue_1_A_New_Computer/03_Islem.mp3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A New Computer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draw pictures and play educational games on it?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رسم صور ولعب ألعاب تعليمية عليه؟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Dialogue_1_A_New_Computer/04_Anes.mp3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A New Computer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but only for a limited time and after finishing your homework.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لوقت محدود وبعد إنهاء واجبكم،نعم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Dialogue_1_A_New_Computer/05_Madani.mp3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A New Computer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computer is a powerful tool when we use it wisely.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.الحاسوب أداة قوية عندما نستخدمه بحكمة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Dialogue_1_A_New_Computer/06_Oussama.mp3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A New Computer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keep my password private and never share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.سأحافظ على كلمة المرور خاصة ولن أشاركها أبدا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Dialogue_1_A_New_Computer/07_Islem.mp3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A New Computer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Excellent. Technology is useful when we control it, not when it controls 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وليس عندما تتحكم بنا،التكنولوجيا مفيدة عندما نتحكم بها .ممتاز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Dialogue_1_A_New_Computer/08_Madani.mp3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