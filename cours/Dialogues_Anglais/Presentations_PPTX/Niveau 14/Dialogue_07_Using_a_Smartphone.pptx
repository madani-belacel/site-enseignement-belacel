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Using a Smartphone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Smartphones are useful tools, but they can also waste a lot of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لكنها يمكن أن تهدر أيضا الكثير من الوقت،أدوات مفيدة الهواتف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use my phone to call family, check the time, and learn new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.للاتصال بالعائلة والتحقق من الوقت وتعلم أشياء جديدة أستخدم هاتفي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Too much screen time can hurt our eyes and sleep.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.كثرة وقت الشاشة يمكن أن تؤذي أعيننا ونومنا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watch short educational videos on the phone?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يمكنني مشاهدة فيديوهات تعليمية قصيرة على الهاتف؟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with a time limit and only good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بحد زمني ومحتوى جيد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phone away during meals and family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الهاتف جانبا أثناء الوجبات ووقت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phone should serve us, not control our attention all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أن يتحكم في انتباهنا طوال اليوم،يجب أن يخدمنا الهاتف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Using a Smartphone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real world around us is more important than any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العالم الحقيقي من حولنا أهم من أي شاشة.نعم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Dialogue_7_Using_a_Smartphone/08_Madani.mp3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