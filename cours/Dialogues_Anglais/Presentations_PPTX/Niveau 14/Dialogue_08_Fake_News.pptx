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8 — Fake News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8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Fake News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Not everything we read or see on the internet is true.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.ليس كل ما نقرأه أو نراه على الإنترنت صحيحا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Dialogue_8_Fake_News/01_Madani.mp3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Fake News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Some people spread false information to confuse or trick others.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.الناس ينشرون معلومات خاطئة لإرباك الآخرين أو خداعهم بعض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Dialogue_8_Fake_News/02_Oussama.mp3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Fake News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Before believing a story, we should check the source carefully.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يجب أن نتحقق من المصدر بعناية،قبل تصديق قصة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Dialogue_8_Fake_News/03_Islem.mp3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Fake News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should I do if my friends share something strange?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يجب أن أفعل إذا شارك أصدقائي شيئا غريبا؟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Dialogue_8_Fake_News/04_Anes.mp3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Fake News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Ask them where they found it and look for reliable sources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.اسألوهم من أين وجدوه وابحثوا معا عن مصادر موثوقة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Dialogue_8_Fake_News/05_Madani.mp3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Fake News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Sharing fake news can hurt people and create problems.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.الأخبار المزيفة يمكن أن تؤذي الناس وتخلق مشاكل مشاركة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Dialogue_8_Fake_News/06_Oussama.mp3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Fake News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responsible person verifies information before sharing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.الشخص المسؤول يتحقق من المعلومات قبل مشاركتها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Dialogue_8_Fake_News/07_Islem.mp3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Fake News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Critical thinking is one of the most important skills online.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التفكير النقدي من أهم المهارات على الإنترنت.نعم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Dialogue_8_Fake_News/08_Madani.mp3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