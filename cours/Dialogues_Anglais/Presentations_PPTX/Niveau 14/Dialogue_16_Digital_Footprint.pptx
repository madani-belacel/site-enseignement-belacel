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16 — Digital Footprint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16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16 — Digital Footprint  |  📖 Niveau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Everything we post online leaves a digital footprint that can last for years.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.عبر الإنترنت يترك بصمة رقمية يمكن أن تستمر لسنوات كل ما ننشره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Dialogue_16_Digital_Footprint/01_Madani.mp3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16 — Digital Footprint  |  📖 Niveau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think carefully before posting any photo or comment.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.سأفكر بعناية قبل نشر أي صورة أو تعليق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Dialogue_16_Digital_Footprint/02_Oussama.mp3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16 — Digital Footprint  |  📖 Niveau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Once something is online, it is very hard to remove it completely.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من الصعب جدا إزالته تماما،يكون شيء ما على الإنترنت بمجرد أن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Dialogue_16_Digital_Footprint/03_Islem.mp3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16 — Digital Footprint  |  📖 Niveau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kind of things should I never post?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ما نوع الأشياء التي يجب ألا أنشرها أبدا؟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Dialogue_16_Digital_Footprint/04_Anes.mp3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16 — Digital Footprint  |  📖 Niveau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Anything private, unkind, or that you would not say in front of your family.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.أي شيء خاص أو غير لطيف أو ما لن تقوله أمام عائلتك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Dialogue_16_Digital_Footprint/05_Madani.mp3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16 — Digital Footprint  |  📖 Niveau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 clean digital footprint protects our future opportunities.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.البصمة الرقمية النظيفة تحمي فرصنا المستقبلية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Dialogue_16_Digital_Footprint/06_Oussama.mp3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16 — Digital Footprint  |  📖 Niveau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ask myself: Would I be proud of this post in five years?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سأفخر بهذا المنشور بعد خمس سنوات؟:نفسي سأسأل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Dialogue_16_Digital_Footprint/07_Islem.mp3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16 — Digital Footprint  |  📖 Niveau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That is a wise question every internet user should ask.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.هذا سؤال حكيم يجب على كل مستخدم إنترنت أن يسأله 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Dialogue_16_Digital_Footprint/08_Madani.mp3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