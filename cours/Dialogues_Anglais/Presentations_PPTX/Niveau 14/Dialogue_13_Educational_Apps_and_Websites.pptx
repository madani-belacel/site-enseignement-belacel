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13 — Educational Apps and Websites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Educational Apps and Websites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There are many good educational apps and websites for learning.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.الكثير من التطبيقات والمواقع التعليمية الجيدة للتعلم هناك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Dialogue_13_Educational_Apps_and_Websites/01_Madani.mp3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Educational Apps and Websites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use apps to practice English vocabulary and maths.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.التطبيقات لممارسة مفردات الإنجليزية والرياضيات أستخدم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Dialogue_13_Educational_Apps_and_Websites/02_Oussama.mp3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Educational Apps and Websites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Some websites have free videos that explain science in a simple way.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.لديها فيديوهات مجانية تشرح العلوم بطريقة بسيطة بعض المواقع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Dialogue_13_Educational_Apps_and_Websites/03_Islem.mp3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Educational Apps and Websites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help me find a good app for learning the Quran?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يمكنك مساعدتي في إيجاد تطبيق جيد لتعلم القرآن؟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Dialogue_13_Educational_Apps_and_Websites/04_Anes.mp3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Educational Apps and Websites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We will choose trusted and safe educational resources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سنختار معا موارد تعليمية موثوقة وآمنة.بالطبع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Dialogue_13_Educational_Apps_and_Websites/05_Madani.mp3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Educational Apps and Websites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Educational technology is useful when it supports real learning.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.التكنولوجيا التعليمية مفيدة عندما تدعم التعلم الحقيقي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Dialogue_13_Educational_Apps_and_Websites/06_Oussama.mp3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Educational Apps and Websites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prefer apps that do not have too many advertisements.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.أفضل التطبيقات التي لا تحتوي على الكثير من الإعلانات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Dialogue_13_Educational_Apps_and_Websites/07_Islem.mp3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Educational Apps and Websites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Quality and safety are more important than flashy designs.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الجودة والسلامة أهم من التصاميم المبهرجة.نعم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Dialogue_13_Educational_Apps_and_Websites/08_Madani.mp3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