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Educational Apps and 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are many good educational apps and websites for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.الكثير من التطبيقات والمواقع التعليمية الجيدة للتعلم هناك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use apps to practice English vocabulary and maths.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.التطبيقات لممارسة مفردات الإنجليزية والرياضيات أستخدم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websites have free videos that explain science in a simple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.لديها فيديوهات مجانية تشرح العلوم بطريقة بسيطة بعض المواقع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help me find a good app for learning the Quran?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إيجاد تطبيق جيد لتعلم القرآن؟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We will choose trusted and safe educational resources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سنختار معا موارد تعليمية موثوقة وآمنة.بالطبع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Educational technology is useful when it supports real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.التكنولوجيا التعليمية مفيدة عندما تدعم التعلم الحقيقي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apps that do not have too many advertisements.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التطبيقات التي لا تحتوي على الكثير من الإعلانات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Educational Apps and Websites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Quality and safety are more important than flashy designs.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الجودة والسلامة أهم من التصاميم المبهرجة.نعم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Dialogue_13_Educational_Apps_and_Websites/08_Madani.mp3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