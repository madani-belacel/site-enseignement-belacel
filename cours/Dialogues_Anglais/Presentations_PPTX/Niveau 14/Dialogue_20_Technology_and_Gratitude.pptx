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Technology and Gratitude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Technology and Gratitude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Technology is a great blessing. We should use it with gratitude.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نستخدمها بامتنان.التكنولوجيا نعمة عظيمة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Dialogue_20_Technology_and_Gratitude/01_Madani.mp3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Technology and Gratitude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thankful for the internet that helps me learn and stay connected.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.للإنترنت الذي يساعدني على التعلم والبقاء على تواصل أنا ممتن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Dialogue_20_Technology_and_Gratitude/02_Oussama.mp3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Technology and Gratitude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Many people in the world still do not have easy access to technology.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.في العالم لا يزالون لا يحصلون بسهولة على التكنولوجيا كثير من الناس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Dialogue_20_Technology_and_Gratitude/03_Islem.mp3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Technology and Gratitude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technology also help us remember Allah?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 للتكنولوجيا أيضا أن تساعدنا على تذكر الله؟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Dialogue_20_Technology_and_Gratitude/04_Anes.mp3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Technology and Gratitude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We can use apps for Quran, prayer times, and beneficial knowledge.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.استخدام تطبيقات للقرآن وأوقات الصلاة والمعرفة المفيدة يمكننا.نعم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Dialogue_20_Technology_and_Gratitude/05_Madani.mp3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Technology and Gratitude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Using technology for good is a way of thanking Allah for this gift.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.استخدام التكنولوجيا للخير طريقة لشكر الله على هذه الهبة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Dialogue_20_Technology_and_Gratitude/06_Oussama.mp3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Technology and Gratitude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not to waste this blessing on useless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ألا أهدر هذه النعمة على أشياء عديمة الفائدة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Dialogue_20_Technology_and_Gratitude/07_Islem.mp3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Technology and Gratitude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grateful heart turns every tool into a means of goodness.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القلب الشاكر يحول كل أداة إلى وسيلة للخير.نعم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Dialogue_20_Technology_and_Gratitude/08_Madani.mp3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