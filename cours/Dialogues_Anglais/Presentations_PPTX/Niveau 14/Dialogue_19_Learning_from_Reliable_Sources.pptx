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Learning from Reliable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from Reliable Sources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you need information online, choose reliable sources.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اختاروا مصادر موثوقة،إلى معلومات عبر الإنترنت عندما تحتاجون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Dialogue_19_Learning_from_Reliable_Sources/01_Madani.mp3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from Reliable Sources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prefer official websites, educational platforms, and known encyclopedias.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.الرسمية والمنصات التعليمية والموسوعات المعروفة أفضل المواقع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Dialogue_19_Learning_from_Reliable_Sources/02_Oussama.mp3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from Reliable Sources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Random blogs or social media posts are not always accurate.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.منشورات وسائل التواصل الاجتماعي ليست دائما دقيقة المدونات العشوائية أو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Dialogue_19_Learning_from_Reliable_Sources/03_Islem.mp3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from Reliable Sources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I know if a source is reliable?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يمكنني معرفة إذا كان المصدر موثوقا؟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Dialogue_19_Learning_from_Reliable_Sources/04_Anes.mp3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from Reliable Sources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Check the author, the date, and whether other trusted sites say the same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.وما إذا كانت مواقع موثوقة أخرى تقول الشيء نفسه تحقق من الكاتب والتاريخ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Dialogue_19_Learning_from_Reliable_Sources/05_Madani.mp3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from Reliable Sources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Using good sources helps me write better school projects.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.مصادر جيدة يساعدني على كتابة مشاريع مدرسية أفضل استخدام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Dialogue_19_Learning_from_Reliable_Sources/06_Oussama.mp3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from Reliable Sources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Critical reading is a skill that protects us from wrong information.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.القراءة النقدية مهارة تحمينا من المعلومات الخاطئة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Dialogue_19_Learning_from_Reliable_Sources/07_Islem.mp3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Learning from Reliable Sources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Knowledge built on truth is the strongest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المعرفة المبنية على الحقيقة هي أقوى معرفة.نعم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Dialogue_19_Learning_from_Reliable_Sources/08_Madani.mp3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