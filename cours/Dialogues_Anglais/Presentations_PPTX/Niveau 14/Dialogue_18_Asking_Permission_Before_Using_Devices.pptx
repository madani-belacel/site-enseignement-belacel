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Asking Permission Before Using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using any device that belongs to the family, always ask for permission.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اطلبوا الإذن دائما،قبل استخدام أي جهاز يخص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ask before taking the tablet or using the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.سأطلب قبل أخذ الجهاز اللوحي أو استخدام الحاسوب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Asking permission shows respect for the owner and the rules of the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.طلب الإذن يظهر الاحترام للمالك وقواعد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you are busy and I need to ask something online?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كنت مشغولا وأحتاج إلى سؤال شيء عبر الإنترنت؟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Wait a moment or write your question and ask when I am free.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.انتظر لحظة أو اكتب سؤالك واسأل عندما أكون متفرغا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touch other people’s phones without their clear permission.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ألمس هواتف الآخرين بدون إذنهم الواضح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Respect for digital property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.احترام الممتلكات الرقمية جزء من الأخلاق الحسنة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Asking Permission Before Using Devices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Permission builds trust between parents and children.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الإذن يبني الثقة بين الآباء والأبناء.نعم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Dialogue_18_Asking_Permission_Before_Using_Devices/08_Madani.mp3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