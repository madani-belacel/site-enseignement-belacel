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18 — Asking Permission Before Using Devices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18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Asking Permission Before Using Devices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Before using any device that belongs to the family, always ask for permission.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اطلبوا الإذن دائما،قبل استخدام أي جهاز يخص العائلة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Dialogue_18_Asking_Permission_Before_Using_Devices/01_Madani.mp3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Asking Permission Before Using Devices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ask before taking the tablet or using the computer.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.سأطلب قبل أخذ الجهاز اللوحي أو استخدام الحاسوب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Dialogue_18_Asking_Permission_Before_Using_Devices/02_Oussama.mp3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Asking Permission Before Using Devices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Asking permission shows respect for the owner and the rules of the house.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.طلب الإذن يظهر الاحترام للمالك وقواعد البيت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Dialogue_18_Asking_Permission_Before_Using_Devices/03_Islem.mp3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Asking Permission Before Using Devices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if you are busy and I need to ask something online?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لو كنت مشغولا وأحتاج إلى سؤال شيء عبر الإنترنت؟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Dialogue_18_Asking_Permission_Before_Using_Devices/04_Anes.mp3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Asking Permission Before Using Devices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Wait a moment or write your question and ask when I am free.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.انتظر لحظة أو اكتب سؤالك واسأل عندما أكون متفرغا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Dialogue_18_Asking_Permission_Before_Using_Devices/05_Madani.mp3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Asking Permission Before Using Devices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not touch other people’s phones without their clear permission.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.لن ألمس هواتف الآخرين بدون إذنهم الواضح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Dialogue_18_Asking_Permission_Before_Using_Devices/06_Oussama.mp3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Asking Permission Before Using Devices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Respect for digital property is part of good manners.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.احترام الممتلكات الرقمية جزء من الأخلاق الحسنة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Dialogue_18_Asking_Permission_Before_Using_Devices/07_Islem.mp3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Asking Permission Before Using Devices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Permission builds trust between parents and children.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الإذن يبني الثقة بين الآباء والأبناء.نعم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Dialogue_18_Asking_Permission_Before_Using_Devices/08_Madani.mp3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