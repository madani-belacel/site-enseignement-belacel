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Online School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Online School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school lessons happen online. We must be 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نكون مستعدين.دروس المدرسة عبر الإنترنت أحيانا تحدث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Dialogue_4_Online_School/01_Madani.mp3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Online School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sit in a quiet place and keep my camera on if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مكان هادئ وأبقي الكاميرا مفتوحة إذا لزم الأمر سأجلس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Dialogue_4_Online_School/02_Oussama.mp3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Online School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Online classes need more concentration because there are more distractions.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.تحتاج إلى تركيز أكبر لأن هناك المزيد من المشتتات الفصول عبر الإنترنت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Dialogue_4_Online_School/03_Islem.mp3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Online School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ask the teacher questions during the online lesson?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يمكنني طرح أسئلة على المعلم أثناء الدرس عبر الإنترنت؟ هل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Dialogue_4_Online_School/04_Anes.mp3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Online School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Raise your virtual hand or use the chat politely.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ارفع يدك الافتراضية أو استخدم الدردشة بأدب.نعم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Dialogue_4_Online_School/05_Madani.mp3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Online School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play games or watch videos during class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ألعب ألعابا أو أشاهد فيديوهات أثناء وقت الحصة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Dialogue_4_Online_School/06_Oussama.mp3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Online School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notes helps me remember the online lessons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.يساعدني على تذكر الدروس عبر الإنترنت بشكل أفضل أخذ الملاحظات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Dialogue_4_Online_School/07_Islem.mp3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Online School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Online learning still requires respect and hard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.التعلم عبر الإنترنت لا يزال يتطلب الاحترام والعمل الجاد 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Dialogue_4_Online_School/08_Madani.mp3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