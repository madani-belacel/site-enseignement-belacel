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The Family Group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Family Group Chat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have a family group chat to stay in touch and share good news.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.عائلية جماعية للبقاء على تواصل ومشاركة الأخبار الجيدة لدينا دردشة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Dialogue_9_The_Family_Group_Chat/01_Madani.mp3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Family Group Chat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sending photos of our activities to the group.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إرسال صور أنشطتنا إلى المجموعة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Dialogue_9_The_Family_Group_Chat/02_Oussama.mp3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Family Group Chat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write politely and never share private family matters with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 نكتب بأدب وألا نشارك أمورا عائلية خاصة مع الآخرين يجب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Dialogue_9_The_Family_Group_Chat/03_Islem.mp3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Family Group Chat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send a funny sticker to make everyone smile?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إرسال ملصق مضحك لجعل الجميع يبتسم؟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Dialogue_9_The_Family_Group_Chat/04_Anes.mp3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Family Group Chat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as long as it is respectful and appropriate.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طالما أنه محترم ومناسب،نعم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Dialogue_9_The_Family_Group_Chat/05_Madani.mp3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Family Group Chat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group chat helps us feel close even when we are in different places.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.على الشعور بالقرب حتى عندما نكون في أماكن مختلفة الدردشة الجماعية تساعدنا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Dialogue_9_The_Family_Group_Chat/06_Oussama.mp3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Family Group Chat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not send messages late at night and disturb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أرسل رسائل في وقت متأخر من الليل وأزعج الآخرين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Dialogue_9_The_Family_Group_Chat/07_Islem.mp3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Family Group Chat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Digital communication should always stay kind and thoughtful.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.التواصل الرقمي يجب أن يبقى دائما لطيفا ومدروسا 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Dialogue_9_The_Family_Group_Chat/08_Madani.mp3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