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Family Group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 family group chat to stay in touch and share good news.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.عائلية جماعية للبقاء على تواصل ومشاركة الأخبار الجيدة لدينا دردشة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sending photos of our activities to the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إرسال صور أنشطتنا إلى المجموعة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write politely and never share private family matters with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نكتب بأدب وألا نشارك أمورا عائلية خاصة مع الآخرين يجب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send a funny sticker to make everyone smile?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إرسال ملصق مضحك لجعل الجميع يبتسم؟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as long as it is respectful and appropriate.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طالما أنه محترم ومناسب،نعم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group chat helps us feel close even when we are in different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الشعور بالقرب حتى عندما نكون في أماكن مختلفة الدردشة الجماعية تساعدنا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send messages late at night and disturb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أرسل رسائل في وقت متأخر من الليل وأزعج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Group Chat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Digital communication should always stay kind and thoughtful.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.التواصل الرقمي يجب أن يبقى دائما لطيفا ومدروسا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Dialogue_9_The_Family_Group_Chat/08_Madani.mp3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