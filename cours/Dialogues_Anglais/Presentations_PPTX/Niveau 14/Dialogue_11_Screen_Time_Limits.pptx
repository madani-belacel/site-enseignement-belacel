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Screen Time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Screen Time Limits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need clear rules about screen time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.نحتاج إلى قواعد واضحة حول وقت الشاشة في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Dialogue_11_Screen_Time_Limits/01_Madani.mp3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Screen Time Limits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agree. Too much screen time makes me tired and less focused.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كثرة وقت الشاشة تجعلني متعبا وأقل تركيزا.أوافق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Dialogue_11_Screen_Time_Limits/02_Oussama.mp3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Screen Time Limits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one hour of screen, I will go outside or read a 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سأخرج أو أقرأ كتابا،بعد ساعة من الشاشة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Dialogue_11_Screen_Time_Limits/03_Islem.mp3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Screen Time Limits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I finish my homework early? Can I have more time?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لو أنهيت واجبي مبكرا؟ هل يمكنني الحصول على وقت أكثر؟ ماذا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Dialogue_11_Screen_Time_Limits/04_Anes.mp3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Screen Time Limits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discuss it, but the daily limit is still important for your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الحد اليومي لا يزال مهما لصحتكم،يمكننا مناقشته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Dialogue_11_Screen_Time_Limits/05_Madani.mp3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Screen Time Limits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set a timer so I know when to stop.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.سأضبط مؤقتا حتى أعرف متى أتوقف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Dialogue_11_Screen_Time_Limits/06_Oussama.mp3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Screen Time Limits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Real activities and face-to-face conversations are more valuable.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.الأنشطة الحقيقية والمحادثات وجها لوجه أكثر قيمة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Dialogue_11_Screen_Time_Limits/07_Islem.mp3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Screen Time Limits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Screens are tools, not the center of our lives.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وليست مركز حياتنا، الشاشات أدوات.نعم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Dialogue_11_Screen_Time_Limits/08_Madani.mp3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