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Video Call with Grandma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Video Call with Grandma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Let us make a video call with Grandma. She will be happy to see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ستكون سعيدة برؤيتكم.لنجر مكالمة فيديو مع الجدة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Dialogue_10_Video_Call_with_Grandma/01_Madani.mp3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Video Call with Grandma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tell her about my school and show her my drawings.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.سأخبرها عن مدرستي وأريها رسوماتي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Dialogue_10_Video_Call_with_Grandma/02_Oussama.mp3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Video Call with Grandma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Video calls help us stay close to family who live far away.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.تساعدنا على البقاء قريبين من العائلة التي تعيش بعيدا مكالمات الفيديو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Dialogue_10_Video_Call_with_Grandma/03_Islem.mp3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Video Call with Grandma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wave to Grandma and say I miss her?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التلويح للجدة وقول إنني أفتقدها؟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Dialogue_10_Video_Call_with_Grandma/04_Anes.mp3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Video Call with Grandma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Seeing her smile will make the call special.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رؤية ابتسامتها ستجعل المكالمة مميزة.بالطبع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Dialogue_10_Video_Call_with_Grandma/05_Madani.mp3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Video Call with Grandma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speak clearly and not interrupt when others are talking.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.سأتحدث بوضوح ولن أقاطع عندما يتحدث الآخرون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Dialogue_10_Video_Call_with_Grandma/06_Oussama.mp3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Video Call with Grandma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Technology is beautiful when it connects hearts across distances.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.التكنولوجيا جميلة عندما تربط القلوب عبر المسافات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Dialogue_10_Video_Call_with_Grandma/07_Islem.mp3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Video Call with Grandma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short video call can bring great joy to our elders.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.مكالمة فيديو قصيرة يمكن أن تجلب فرحة كبيرة لكبارنا 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Dialogue_10_Video_Call_with_Grandma/08_Madani.mp3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