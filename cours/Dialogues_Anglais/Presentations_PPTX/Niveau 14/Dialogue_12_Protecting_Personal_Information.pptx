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12 — Protecting Personal Information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12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Protecting Personal Information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Never share your full name, address, or school with strangers online.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.الكامل أو عنوانكم أو مدرستكم مع الغرباء عبر الإنترنت لا تشاركوا أبدا اسمكم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Dialogue_12_Protecting_Personal_Information/01_Madani.mp3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Protecting Personal Information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also keep my photos private and only share them with family.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.أيضا على خصوصية صوري وأشاركها فقط مع العائلة سأحافظ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Dialogue_12_Protecting_Personal_Information/02_Oussama.mp3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Protecting Personal Information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Passwords should be strong and different for each important account.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.المرور يجب أن تكون قوية ومختلفة لكل حساب مهم كلمات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Dialogue_12_Protecting_Personal_Information/03_Islem.mp3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Protecting Personal Information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a strong password?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 هي كلمة المرور القوية؟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Dialogue_12_Protecting_Personal_Information/04_Anes.mp3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Protecting Personal Information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mix of letters, numbers, and symbols that is hard to guess.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.مزيج من الحروف والأرقام والرموز يصعب تخمينه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Dialogue_12_Protecting_Personal_Information/05_Madani.mp3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Protecting Personal Information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never tell my password even to my close friends.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أخبر بكلمة المرور حتى لأصدقائي المقربين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Dialogue_12_Protecting_Personal_Information/06_Oussama.mp3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Protecting Personal Information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If a website asks for too much private information, I will leave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سأتركه،إذا طلب موقع الكثير من المعلومات الخاصة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Dialogue_12_Protecting_Personal_Information/07_Islem.mp3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12 — Protecting Personal Information  |  📖 Niveau 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Excellent. Protecting your privacy is protecting yourself.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حماية خصوصيتك هي حماية لنفسك.ممتاز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Dialogue_12_Protecting_Personal_Information/08_Madani.mp3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