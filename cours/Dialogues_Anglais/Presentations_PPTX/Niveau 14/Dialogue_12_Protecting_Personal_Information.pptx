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Protecting Personal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 share your full name, address, or school with strangers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.الكامل أو عنوانكم أو مدرستكم مع الغرباء عبر الإنترنت لا تشاركوا أبدا اسمكم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keep my photos private and only share them with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.أيضا على خصوصية صوري وأشاركها فقط مع العائلة سأحافظ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Passwords should be strong and different for each important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.المرور يجب أن تكون قوية ومختلفة لكل حساب مهم كلمات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strong password?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كلمة المرور القوية؟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mix of letters, numbers, and symbols that is hard to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.مزيج من الحروف والأرقام والرموز يصعب تخمينه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tell my password even to my close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أخبر بكلمة المرور حتى لأصدقائي المقربين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a website asks for too much private information, I will leave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سأتركه،إذا طلب موقع الكثير من المعلومات الخاصة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Protecting Personal Information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Protecting your privacy is protecting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حماية خصوصيتك هي حماية لنفسك.ممتاز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Dialogue_12_Protecting_Personal_Information/08_Madani.mp3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