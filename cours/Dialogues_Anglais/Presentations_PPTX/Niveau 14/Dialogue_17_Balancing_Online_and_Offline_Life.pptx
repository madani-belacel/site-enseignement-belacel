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Balancing Online and Offline 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healthy life needs balance between online and offline activities.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.تحتاج إلى توازن بين الأنشطة عبر الإنترنت وخارجها الحياة الصحية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using the computer, I will go outside and play or walk.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سأخرج وألعب أو أمشي،بعد استخدام الحاسوب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Talking face to face with family is more valuable than many online messages.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.لوجه مع العائلة أغلى من كثير من الرسائل عبر الإنترنت التحدث وجها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I feel bored without my screen. What can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يمكنني أن أفعل؟.أحيانا أشعر بالملل بدون شاشتي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Try reading, drawing, helping at home, or inventing a new game.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.أو الرسم أو المساعدة في البيت أو اختراع لعبة جديدة جرب القراءة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more I practice offline activities, the more I enjoy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كلما استمتعت بها أكثر،على الأنشطة خارج الإنترنت كلما تدربت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Offline moments create real memories that screens cannot replace.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.تخلق ذكريات حقيقية لا تستطيع الشاشات استبدالها اللحظات خارج الإنترنت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Balancing Online and Offline Life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Live fully in both worlds, but never let the online world replace the real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.لكن لا تدعوا العالم عبر الإنترنت يحل محل الحقيقي ، عشوا بالكامل في كلا العالمين.نعم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Dialogue_17_Balancing_Online_and_Offline_Life/08_Madani.mp3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