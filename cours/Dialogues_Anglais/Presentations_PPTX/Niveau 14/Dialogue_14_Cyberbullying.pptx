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Cyberbullying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people are unkind online. This is called cyberbullying.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يسمى التنمر الإلكتروني.غير لطفاء عبر الإنترنت أحيانا يكون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someone sends mean messages, I will not reply with anger.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 أرد بغضب،إذا أرسل أحد رسائل سيئة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block the person and tell a trusted adult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.سأحظر الشخص وأخبر شخصا بالغا موثوقا فورا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my fault if someone is mean to me online?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أنا المسؤول إذا كان أحد سيئا معي عبر الإنترنت؟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Being kind is always right. Being mean is the problem of the other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كون الآخر سيئا هو مشكلته. كونك لطيفا دائما صحيح.لا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join in when others are bullying someone online.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.ألا ننضم أبدا عندما ينمر الآخرون على أحد عبر الإنترنت يجب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Supporting the person who is hurt is the right and brave thing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.المتضرر هو الشيء الصحيح والشجاع الذي يجب فعله دعم الشخص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Cyberbullying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Kindness online is just as important as kindness in real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.عبر الإنترنت مهم بقدر أهمية اللطف في الحياة الحقيقية اللطف.نعم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Dialogue_14_Cyberbullying/08_Madani.mp3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