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2 — Playing Video Games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2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 — Playing Video Games  |  📖 Niveau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Can I play video games for a while after finishing my studies?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هل يمكنني لعب ألعاب الفيديو لفترة بعد إنهاء دراستي؟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Dialogue_2_Playing_Video_Games/01_Oussama.mp3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 — Playing Video Games  |  📖 Niveau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Yes, but only for thirty minutes and choose good games.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لكن لمدة ثلاثين دقيقة فقط واختر ألعابا جيدة،نعم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Dialogue_2_Playing_Video_Games/02_Madani.mp3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 — Playing Video Games  |  📖 Niveau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Some games help us think faster and solve problems.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.الألعاب تساعدنا على التفكير بشكل أسرع وحل المشاكل بعض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Dialogue_2_Playing_Video_Games/03_Islem.mp3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 — Playing Video Games  |  📖 Niveau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like games with cars and racing.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.أحب الألعاب التي فيها سيارات وسباق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Dialogue_2_Playing_Video_Games/04_Anes.mp3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 — Playing Video Games  |  📖 Niveau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Playing is fine, but never let games take all your free time.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لكن لا تدعوا الألعاب تأخذ كل وقت فراغكم،اللعب جيد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Dialogue_2_Playing_Video_Games/05_Madani.mp3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 — Playing Video Games  |  📖 Niveau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will stop when the time is finished and not argue.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.سأتوقف عندما ينتهي الوقت ولن أجادل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Dialogue_2_Playing_Video_Games/06_Oussama.mp3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 — Playing Video Games  |  📖 Niveau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Balance between games, study, and outdoor play is important.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.التوازن بين الألعاب والدراسة واللعب في الخارج مهم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Dialogue_2_Playing_Video_Games/07_Islem.mp3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 — Playing Video Games  |  📖 Niveau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Yes. Real life is more important than any virtual world.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الحياة الحقيقية أهم من أي عالم افتراضي.نعم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Dialogue_2_Playing_Video_Games/08_Madani.mp3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