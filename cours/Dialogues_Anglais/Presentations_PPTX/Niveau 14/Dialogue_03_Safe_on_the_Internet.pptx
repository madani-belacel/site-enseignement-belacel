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Safe on the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Safe on the Internet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internet is useful, but we must stay safe while using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يجب أن نبقى آمنين أثناء استخدامه،الإنترنت مفيد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Dialogue_3_Safe_on_the_Internet/01_Madani.mp3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Safe on the Internet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never share my personal information with strangers online.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أشارك أبدا معلوماتي الشخصية مع الغرباء عبر الإنترنت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Dialogue_3_Safe_on_the_Internet/02_Oussama.mp3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Safe on the Internet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someone asks me to meet offline, I will tell you immediately.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سأخبرك فورا،إذا طلب مني أحد اللقاء خارج الإنترنت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Dialogue_3_Safe_on_the_Internet/03_Islem.mp3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Safe on the Internet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see something bad or scary online?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يجب أن أفعل إذا رأيت شيئا سيئا أو مخيفا على الإنترنت؟ ماذا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Dialogue_3_Safe_on_the_Internet/04_Anes.mp3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Safe on the Internet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Close the page and come talk to me. Never stay alone with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تبق وحيدا معه أبدا.أغلق الصفحة وتعال تحدث معي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Dialogue_3_Safe_on_the_Internet/05_Madani.mp3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Safe on the Internet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Strong passwords and privacy settings help protect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.المرور القوية وإعدادات الخصوصية تساعدنا على الحماية كلمات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Dialogue_3_Safe_on_the_Internet/06_Oussama.mp3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Safe on the Internet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everything we see online is true. We must think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نفكر بعناية.ليس كل ما نراه على الإنترنت صحيحا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Dialogue_3_Safe_on_the_Internet/07_Islem.mp3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Safe on the Internet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smart internet user is always careful and responsible.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مستخدم الإنترنت الذكي دائما حذر ومسؤول.نعم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Dialogue_3_Safe_on_the_Internet/08_Madani.mp3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