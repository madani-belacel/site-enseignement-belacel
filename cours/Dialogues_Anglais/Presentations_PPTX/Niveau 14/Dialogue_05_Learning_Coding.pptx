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Learning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Would you like to learn some basic coding? It is a useful skill.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.تريدون تعلم بعض البرمجة الأساسية؟ إنها مهارة مفيدة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Coding helps us create programs and solve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البرمجة تساعدنا على إنشاء برامج وحل المشاكل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heard that coding teaches logical thinking and patience.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.سمعت أن البرمجة تعلم التفكير المنطقي والصبر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coding difficult for children?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البرمجة صعبة على الأطفال؟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are simple tools and games that make coding fun for beginners.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.أدوات وألعاب بسيطة تجعل البرمجة ممتعة للمبتدئين هناك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start with small projects and practice regularly.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.سأبدأ بمشاريع صغيرة وأتدرب بانتظام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Making a small program work gives a great feeling of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.جعل برنامج صغير يعمل يعطي شعورا رائعا بالنجاح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Learning Coding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Learning coding opens many doors for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 البرمجة يفتح أبوابا كثيرة للمستقبل.نعم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Dialogue_5_Learning_Coding/08_Madani.mp3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