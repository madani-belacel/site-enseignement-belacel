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5 — Cooking Couscous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5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Cooking Couscous Together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Today is Friday. We will cook couscous as a family.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سنطبخ الكسكس كعائلة.اليوم الجمعة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Dialogue_5_Cooking_Couscous_Together/01_Madani.mp3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Cooking Couscous Together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love couscous! Can I help steam the grains?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أحب الكسكس! هل يمكنني المساعدة في تبخير الحبوب؟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Dialogue_5_Cooking_Couscous_Together/02_Oussama.mp3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Cooking Couscous Together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wash the vegetables and prepare the chickpeas.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.سأغسل الخضروات وأجهز الحمص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Dialogue_5_Cooking_Couscous_Together/03_Islem.mp3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Cooking Couscous Together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put the spices carefully into the pot?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وضع التوابل بعناية في القدر؟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Dialogue_5_Cooking_Couscous_Together/04_Anes.mp3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Cooking Couscous Together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but ask me before adding anything new.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لكن اسألني قبل إضافة أي شيء جديد،نعم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Dialogue_5_Cooking_Couscous_Together/05_Madani.mp3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Cooking Couscous Together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smell of couscous cooking makes me happy.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.رائحة الكسكس وهو يطبخ تجعلني سعيدا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Dialogue_5_Cooking_Couscous_Together/06_Oussama.mp3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Cooking Couscous Together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Cooking traditional food keeps our culture alive.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.طبخ الطعام التقليدي يحافظ على حيوية ثقافتنا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Dialogue_5_Cooking_Couscous_Together/07_Islem.mp3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Cooking Couscous Together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Sharing couscous with the family is a beautiful tradition.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مشاركة الكسكس مع العائلة تقليد جميل.نعم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Dialogue_5_Cooking_Couscous_Together/08_Madani.mp3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