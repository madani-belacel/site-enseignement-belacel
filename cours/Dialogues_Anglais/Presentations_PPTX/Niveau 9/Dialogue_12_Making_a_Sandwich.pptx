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Making a Sandwich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Making a Sandwich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Would you like to learn how to make a simple sandwich?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تريدون تعلم كيفية صنع شطيرة بسيطة؟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Dialogue_12_Making_a_Sandwich/01_Madani.mp3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Making a Sandwich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can put the bread, cheese, and tomato.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يمكنني وضع الخبز والجبن والطماطم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Dialogue_12_Making_a_Sandwich/02_Oussama.mp3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Making a Sandwich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wash the lettuce and place it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.سأغسل الخس وأضعه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Dialogue_12_Making_a_Sandwich/03_Islem.mp3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Making a Sandwich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spread a little butter on the bread?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دهن قليل من الزبدة على الخبز؟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Dialogue_12_Making_a_Sandwich/04_Anes.mp3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Making a Sandwich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use only a small amount.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استخدموا كمية صغيرة فقط،نعم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Dialogue_12_Making_a_Sandwich/05_Madani.mp3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Making a Sandwich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Making our own sandwich is fun and useful.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.صنع شطيرتنا بأنفسنا ممتع ومفيد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Dialogue_12_Making_a_Sandwich/06_Oussama.mp3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Making a Sandwich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Now we can take it to school for lunch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.الآن يمكننا أخذها إلى المدرسة لغداء الغد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Dialogue_12_Making_a_Sandwich/07_Islem.mp3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Making a Sandwich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Perfect. Learning simple cooking skills is important for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تعلم مهارات الطبخ البسيطة مهم للحياة.ممتاز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Dialogue_12_Making_a_Sandwich/08_Madani.mp3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