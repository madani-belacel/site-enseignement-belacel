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Drinking Water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Drinking Water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you drink enough water during the 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تشربون ماء كافيا خلال اليوم؟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Dialogue_17_Drinking_Water/01_Madani.mp3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Drinking Water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try to drink water many times, especially after playing.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خاصة بعد اللعب،أحاول شرب الماء عدة مرات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Dialogue_17_Drinking_Water/02_Oussama.mp3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Drinking Water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Water is the best drink for the body. Better than juice.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أفضل من العصير.الماء أفضل مشروب للجسم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Dialogue_17_Drinking_Water/03_Islem.mp3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Drinking Water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sometimes forget. Can you remind me,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تذكيري يا أبي؟.أنسى أحيانا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Dialogue_17_Drinking_Water/04_Anes.mp3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Drinking Water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Drinking water keeps us healthy and energetic.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شرب الماء يحافظ على صحتنا ونشاطنا.بالطبع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Dialogue_17_Drinking_Water/05_Madani.mp3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Drinking Water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drink water even when we are not very thirsty.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نشرب الماء حتى عندما لا نكون عطشانين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Dialogue_17_Drinking_Water/06_Oussama.mp3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Drinking Water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glass of water in the morning is a good habit.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.كوب من الماء في الصباح عادة 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Dialogue_17_Drinking_Water/07_Islem.mp3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Drinking Water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Water is a simple but powerful blessing from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الماء نعمة بسيطة لكنها قوية من الله.نعم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Dialogue_17_Drinking_Water/08_Madani.mp3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