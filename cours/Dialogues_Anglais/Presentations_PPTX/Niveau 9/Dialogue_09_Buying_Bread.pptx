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9 — Buying Bread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Buying Bread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need fresh bread for breakfast tomorrow.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.نحتاج إلى خبز طازج لفطور الغد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Dialogue_9_Buying_Bread/01_Madani.mp3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Buying Bread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go with you to the bakery,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الذهاب معك إلى المخبز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Dialogue_9_Buying_Bread/02_Oussama.mp3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Buying Bread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We will buy two loaves of warm bread.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سنشتري رغيفين من الخبز الدافئ.نعم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Dialogue_9_Buying_Bread/03_Madani.mp3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Buying Bread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Fresh bread smells wonderful when it is still warm.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.الخبز الطازج رائحته رائعة عندما يكون لا يزال دافئا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Dialogue_9_Buying_Bread/04_Islem.mp3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Buying Bread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buy some small bread rolls too?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شراء بعض لفائف الخبز الصغيرة أيضا؟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Dialogue_9_Buying_Bread/05_Anes.mp3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Buying Bread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a few. We should not buy more than we need.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ألا نشتري أكثر مما نحتاج. القليل،نعم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Dialogue_9_Buying_Bread/06_Madani.mp3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Buying Bread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carry the bread carefully on the way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.سأحمل الخبز بعناية في طريق العودة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Dialogue_9_Buying_Bread/07_Oussama.mp3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Buying Bread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you. Fresh bread makes every meal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الخبز الطازج يجعل كل وجبة أفضل.شكرا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Dialogue_9_Buying_Bread/08_Madani.mp3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