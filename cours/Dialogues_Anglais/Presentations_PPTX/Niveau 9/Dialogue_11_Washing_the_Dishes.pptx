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Washing the Dishes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every meal, we should wash the dishes.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نغسل الصحون،بعد كل وجبة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and Islem can dry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وإسلام يمكنه تجفيفها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 will put them back in their places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سأعيدها إلى أماكنها بعناية،نعم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help put the clean cups on the shelf?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المساعدة في وضع الأكواب النظيفة على الرف؟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Helping with the dishes is a family duty.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المساعدة في الصحون واجب عائلي.بالطبع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kitchen makes cooking more enjoyable next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.المطبخ النظيف يجعل الطبخ أكثر متعة في المرة القادمة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leave dirty plates overnight.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نترك الصحون المتسخة طوال الليل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Cleanliness is part of good manners and faith.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النظافة جزء من الأخلاق الحسنة والإيمان.بالضبط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