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Healthy and Unhealthy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know the difference between healthy and unhealthy food?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تعرفون الفرق بين الطعام الصحي وغير الصحي؟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food gives us energy and keeps our body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الصحي يعطينا الطاقة ويحافظ على قوة جسمنا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Fruits, vegetables, milk, and fish are healthy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.الفواكه والخضروات والحليب والسمك أمثلة 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Chips, too many sweets, and soft drinks are not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.الشيبس وكثرة الحلويات والمشروبات الغازية غير 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We can enjoy sweets sometimes, but not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كل يوم،يمكننا الاستمتاع بالحلويات أحيانا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Choosing healthy food is a way to take care of ourselves.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.اختيار الطعام الصحي طريقة للعناية بأنفسنا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eat more salad and less junk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.أكل المزيد من السلطة وأقل من الطعام غير الصحي سأحاول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Healthy and Unhealthy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Your body will thank you for good choices.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جسمك سيشكرك على الاختيارات الجيدة.أحسنت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Dialogue_4_Healthy_and_Unhealthy_Food/08_Madani.mp3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