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4 — Healthy and Unhealthy Food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Healthy and Unhealthy Food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 you know the difference between healthy and unhealthy food?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تعرفون الفرق بين الطعام الصحي وغير الصحي؟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Dialogue_4_Healthy_and_Unhealthy_Food/01_Madani.mp3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Healthy and Unhealthy Food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Healthy food gives us energy and keeps our body strong.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.الطعام الصحي يعطينا الطاقة ويحافظ على قوة جسمنا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Dialogue_4_Healthy_and_Unhealthy_Food/02_Oussama.mp3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Healthy and Unhealthy Food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Fruits, vegetables, milk, and fish are healthy examples.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.الفواكه والخضروات والحليب والسمك أمثلة صحية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Dialogue_4_Healthy_and_Unhealthy_Food/03_Islem.mp3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Healthy and Unhealthy Food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Chips, too many sweets, and soft drinks are not healthy.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.الشيبس وكثرة الحلويات والمشروبات الغازية غير صحية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Dialogue_4_Healthy_and_Unhealthy_Food/04_Anes.mp3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Healthy and Unhealthy Food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We can enjoy sweets sometimes, but not every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ليس كل يوم،يمكننا الاستمتاع بالحلويات أحيانا .بالضبط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Dialogue_4_Healthy_and_Unhealthy_Food/05_Madani.mp3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Healthy and Unhealthy Food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Choosing healthy food is a way to take care of ourselves.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.اختيار الطعام الصحي طريقة للعناية بأنفسنا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Dialogue_4_Healthy_and_Unhealthy_Food/06_Oussama.mp3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Healthy and Unhealthy Food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try to eat more salad and less junk food.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.أكل المزيد من السلطة وأقل من الطعام غير الصحي سأحاول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Dialogue_4_Healthy_and_Unhealthy_Food/07_Islem.mp3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Healthy and Unhealthy Food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Well done. Your body will thank you for good choices.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جسمك سيشكرك على الاختيارات الجيدة.أحسنت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Dialogue_4_Healthy_and_Unhealthy_Food/08_Madani.mp3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