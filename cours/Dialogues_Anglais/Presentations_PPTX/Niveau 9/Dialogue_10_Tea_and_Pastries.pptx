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Tea and Pastries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some mint tea and a few pastries?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بعض الشاي بالنعناع وقليلا من المعجنات؟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please. Mint tea is my favorite drink.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الشاي بالنعناع مشروبي المفضل.نعم من فضلك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sweet taste of the pastries with the tea.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الطعم الحلو للمعجنات مع الشاي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just one small pastry?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معجنة صغيرة واحدة فقط؟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Enjoy them slowly and do not take too many.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استمتعوا بها ببطء ولا تأخذوا كثيرا.نعم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 time is a peaceful moment for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.وقت الشاي لحظة هادئة للعائلة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tea and sweets brings us closer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الشاي والحلويات تقربنا من بعضنا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Tea and Pastries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Simple moments like this make a happy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اللحظات البسيطة كهذه تصنع بيتا سعيدا.نعم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Dialogue_10_Tea_and_Pastries/08_Madani.mp3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