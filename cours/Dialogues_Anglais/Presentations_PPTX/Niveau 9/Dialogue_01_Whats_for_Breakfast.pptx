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What's for Breakfast?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for Breakfast?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morning, boys. What would you like for breakfast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تريدون على الفطور اليوم؟.صباح الخير 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Dialogue_1_What_s_for_Breakfast/01_Madani.mp3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for Breakfast?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would like some bread with cheese and a glass of milk.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بعض الخبز مع الجبن وكوبا من الحليب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Dialogue_1_What_s_for_Breakfast/02_Oussama.mp3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for Breakfast?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have eggs and a banana, please?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الحصول على بيض وموزة من فضلك؟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Dialogue_1_What_s_for_Breakfast/03_Islem.mp3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for Breakfast?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honey on my bread and some orange juice.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عسلا على خبزي وبعض عصير البرتقال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Dialogue_1_What_s_for_Breakfast/04_Anes.mp3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for Breakfast?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Breakfast is the most important meal. Eat well and slowly.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كلوا جيدا وببطء.الفطور هو أهم وجبة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Dialogue_1_What_s_for_Breakfast/05_Madani.mp3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for Breakfast?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breakfast gives us energy for school and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.الفطور الجيد يعطينا الطاقة للمدرسة واللعب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Dialogue_1_What_s_for_Breakfast/06_Oussama.mp3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for Breakfast?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the dishes after we finish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الصحون بعد أن ننتهي من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Dialogue_1_What_s_for_Breakfast/07_Islem.mp3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for Breakfast?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Helping after meals is a good habit.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المساعدة بعد الوجبات عادة جيدة.شكرا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Dialogue_1_What_s_for_Breakfast/08_Madani.mp3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