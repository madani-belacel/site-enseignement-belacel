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Gratitude for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every meal, we should remember to thank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نتذكر أن نشكر الله،بعد كل 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Alhamdulillah for the food and for the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على الطعام وعلى العائلة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in the world do not have enough to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.كثير من الناس في العالم ليس لديهم ما يكفي ليأكلوا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lucky to have food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.نحن محظوظون لأن لدينا طعاما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Food is a great blessing. Never take it for granted.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تأخذوه أبدا كأمر مسلم به. الطعام نعمة عظيمة.نعم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say Alhamdulillah after I finish eating.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.سأقول دائما الحمد لله بعد أن أنتهي من الأكل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we should not complain about the food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.ويجب ألا نشكو من الطعام الذي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Gratitude for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A thankful heart is a happy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الشاكر قلب سعيد.بالضبط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Dialogue_20_Gratitude_for_Food/08_Madani.mp3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