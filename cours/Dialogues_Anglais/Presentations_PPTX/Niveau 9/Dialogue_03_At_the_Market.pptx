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3 — At the Market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3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At the Market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need fresh ingredients for dinner. Let us go to the market.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هيا بنا إلى السوق.نحتاج إلى مكونات طازجة للعشاء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Dialogue_3_At_the_Market/01_Madani.mp3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At the Market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help choose the best vegetables and fruits.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.سأساعد في اختيار أفضل الخضروات والفواكه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Dialogue_3_At_the_Market/02_Oussama.mp3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At the Market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Please buy tomatoes, onions, and some green peppers.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.من فضلك اشتر طماطم وبصلا وبعض الفلفل الأخضر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Dialogue_3_At_the_Market/03_Islem.mp3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At the Market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And bananas for me! They look delicious.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.والموز لي! يبدو لذيذا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Dialogue_3_At_the_Market/04_Anes.mp3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At the Market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will buy only what we need and check the prices.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.سنشتري فقط ما نحتاجه ونتحقق من الأسعار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Dialogue_3_At_the_Market/05_Madani.mp3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At the Market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Fresh food from the market tastes better than old food.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.الطعام الطازج من السوق ألذ من الطعام القديم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Dialogue_3_At_the_Market/06_Oussama.mp3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At the Market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carry one of the bags on the way home.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.سأحمل إحدى الحقائب في طريق العودة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Dialogue_3_At_the_Market/07_Islem.mp3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At the Market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Thank you. Shopping wisely is an important life skill.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التسوق بحكمة مهارة حياتية مهمة.شكرا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Dialogue_3_At_the_Market/08_Madani.mp3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