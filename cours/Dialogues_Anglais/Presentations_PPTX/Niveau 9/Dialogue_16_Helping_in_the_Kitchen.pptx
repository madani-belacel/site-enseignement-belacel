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Helping in the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kitchen is busy today. Who can help me prepare dinner?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يمكنه مساعدتي في تحضير العشاء؟.مشغول اليوم المطبخ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peel the potatoes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تقشير البطاطس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rice and measure the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الأرز وأقيس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set the table with plates and spoons?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ترتيب المائدة بالصحون والملاعق؟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Thank you all. Teamwork makes cooking easier.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الجماعي يجعل الطبخ أسهل. شكرا لكم جميعا.نعم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in the kitchen is a useful skill for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المطبخ مهارة مفيدة للمستقبل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proud when I help prepare the family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بالفخر عندما أساعد في تحضير وجبة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Helping in the Kitchen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am proud of you. Keep helping with a smile.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استمروا في المساعدة بابتسامة.وأنا فخور بكم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Dialogue_16_Helping_in_the_Kitchen/08_Madani.mp3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