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Cooking with 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cook together. Who wants to help 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يريد مساعدتي؟.اليوم سنطبخ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do! What are we going to cook,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أنا! ماذا سنطبخ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make a simple vegetable soup and some 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.سنصنع حساء خضار بسيطا وبعض الأرز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wash the vegetables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غسل الخضروات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stir the pot slowly?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تحريك القدر ببطء؟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stay careful near the hot stove.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كن حذرا قرب الموقد الساخن،نعم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Cooking together is fun and useful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.الطبخ معا ممتع ومفيد للحياة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Cooking with Dad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Learning to cook is a great skill for everyone.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الطبخ مهارة رائعة للجميع.بالضبط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Dialogue_2_Cooking_with_Dad/08_Madani.mp3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