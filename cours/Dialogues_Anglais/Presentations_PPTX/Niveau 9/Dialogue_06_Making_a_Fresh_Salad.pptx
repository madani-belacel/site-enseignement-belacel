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Making a Fresh Salad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Making a Fresh Salad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make a fresh salad for lunch. Who will help?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سيساعد؟.لنصنع سلطة طازجة للغداء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Dialogue_6_Making_a_Fresh_Salad/01_Madani.mp3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Making a Fresh Salad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the lettuce and the tomatoes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الخس والطماطم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Dialogue_6_Making_a_Fresh_Salad/02_Oussama.mp3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Making a Fresh Salad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cut the cucumber into small pieces.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تقطيع الخيار إلى قطع صغيرة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Dialogue_6_Making_a_Fresh_Salad/03_Islem.mp3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Making a Fresh Salad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add the olive oil and the lemon juice?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إضافة زيت الزيتون وعصير الليمون؟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Dialogue_6_Making_a_Fresh_Salad/04_Anes.mp3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Making a Fresh Salad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use only a little oil and mix everything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.لكن استخدموا قليلا من الزيت واخلطوا كل شيء جيدا 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Dialogue_6_Making_a_Fresh_Salad/05_Madani.mp3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Making a Fresh Salad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fresh salad is healthy and full of vitamins.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.السلطة الطازجة صحية ومليئة بالفيتامينات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Dialogue_6_Making_a_Fresh_Salad/06_Oussama.mp3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Making a Fresh Salad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bright colors of the vegetables in the bowl.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الألوان الزاهية للخضروات في الوعاء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Dialogue_6_Making_a_Fresh_Salad/07_Islem.mp3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Making a Fresh Salad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 work. Fresh salad makes any meal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السلطة الطازجة تجعل أي وجبة أفضل.عمل 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Dialogue_6_Making_a_Fresh_Salad/08_Madani.mp3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