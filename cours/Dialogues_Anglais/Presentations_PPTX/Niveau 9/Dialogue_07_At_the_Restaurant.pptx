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At the Restaurant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Restaurant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we will eat at a restaurant as a special treat.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سنأكل في مطعم كمكافأة خاصة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Dialogue_7_At_the_Restaurant/01_Madani.mp3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Restaurant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excited! What can we order?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أنا متحمس! ماذا يمكننا أن نطلب؟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Dialogue_7_At_the_Restaurant/02_Oussama.mp3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Restaurant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would like grilled chicken and some vegetables.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دجاجا مشويا وبعض الخضروات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Dialogue_7_At_the_Restaurant/03_Islem.mp3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Restaurant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have pasta with tomato sauce, please?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الحصول على معكرونة بصلصة الطماطم من فضلك؟ هل يمكنني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Dialogue_7_At_the_Restaurant/04_Anes.mp3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Restaurant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Remember to say please and thank you to the waiter.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تذكروا أن تقولوا من فضلك وشكرا للنادل.نعم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Dialogue_7_At_the_Restaurant/05_Madani.mp3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Restaurant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not waste food and take only what we can 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نهدر الطعام ونأخذ فقط ما نستطيع أكله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Dialogue_7_At_the_Restaurant/06_Oussama.mp3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Restaurant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Eating out is nice, but home food is also special.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طعام البيت مميز أيضا،الأكل خارجا جميل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Dialogue_7_At_the_Restaurant/07_Islem.mp3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Restaurant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Enjoy the meal and the time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استمتعوا بالوجبة والوقت معا.بالضبط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Dialogue_7_At_the_Restaurant/08_Madani.mp3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