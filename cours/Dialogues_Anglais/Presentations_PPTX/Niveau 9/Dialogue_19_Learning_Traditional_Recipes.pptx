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Learning Traditional Recipes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Traditional Recipes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to learn some traditional recipes from our culture?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تريدون تعلم بعض الوصفات التقليدية من ثقافتنا؟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Dialogue_19_Learning_Traditional_Recipes/01_Madani.mp3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Traditional Recipes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want to learn how to make good couscous.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أريد تعلم كيفية صنع كسكس 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Dialogue_19_Learning_Traditional_Recipes/02_Oussama.mp3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Traditional Recipes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 want to learn how to make harira soup.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.وأنا أريد تعلم كيفية صنع حساء الحريرة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Dialogue_19_Learning_Traditional_Recipes/03_Islem.mp3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Traditional Recipes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learn how to make simple cookies?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تعلم كيفية صنع بسكويت بسيط؟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Dialogue_19_Learning_Traditional_Recipes/04_Anes.mp3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Traditional Recipes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Traditional food connects us to our roots.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الطعام التقليدي يربطنا بجذورنا.بالطبع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Dialogue_19_Learning_Traditional_Recipes/05_Madani.mp3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Traditional Recipes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Cooking family recipes keeps our traditions alive.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.طبخ وصفات العائلة يحافظ على حيوية تقاليدنا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Dialogue_19_Learning_Traditional_Recipes/06_Oussama.mp3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Traditional Recipes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One day I will cook these dishes for my own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.يوما ما سأطبخ هذه الأطباق لعائلتي الخاصة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Dialogue_19_Learning_Traditional_Recipes/07_Islem.mp3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Traditional Recipes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a beautiful goal. Start learning step by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ابدأوا التعلم خطوة بخطوة.هذا هدف 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Dialogue_19_Learning_Traditional_Recipes/08_Madani.mp3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