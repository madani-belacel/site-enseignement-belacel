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Saying Bismillah Before 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we start eating, what should we always say?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نقول دائما؟،قبل أن نبدأ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say Bismillah. In the name of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باسم الله.نقول بسم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after we finish, we say Alhamdulillah.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نقول الحمد لله،وبعد أن ننتهي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Bismillah! Now I can start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.بسم الله! الآن يمكنني البدء في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good. Remembering Allah before food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تذكر الله قبل الطعام مهم.جيد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teaches us to be thankful for every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.يعلمنا أن نكون شاكرين على كل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a small piece of bread is a blessing from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قطعة خبز صغيرة نعمة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Saying Bismillah Before Eating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Never forget to thank Allah for the food we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تنسوا أبدا أن تشكروا الله على الطعام الذي نأكله.نعم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Dialogue_13_Saying_Bismillah_Before_Eating/08_Madani.mp3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