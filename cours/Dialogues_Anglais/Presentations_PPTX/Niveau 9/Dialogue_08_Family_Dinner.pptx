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Family Dinner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Family Dinner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Dinner is ready. Let us sit together at the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لنجلس معا على المائدة.العشاء جاهز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Dialogue_8_Family_Dinner/01_Madani.mp3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Family Dinner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family dinners because we talk about our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عشاء العائلة لأننا نتحدث عن يومنا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Dialogue_8_Family_Dinner/02_Oussama.mp3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Family Dinner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Please pass me the water, Anes.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فضلك مرر لي الماء يا أنس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Dialogue_8_Family_Dinner/03_Islem.mp3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Family Dinner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Here you are. Can I have a little more rice?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الحصول على المزيد من الأرز؟.تفضل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Dialogue_8_Family_Dinner/04_Anes.mp3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Family Dinner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Eating together strengthens our family bonds.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الأكل معا يقوي روابط عائلتنا.بالطبع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Dialogue_8_Family_Dinner/05_Madani.mp3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Family Dinner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dinner we will help clear the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.بعد العشاء سنساعد في تنظيف المائدة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Dialogue_8_Family_Dinner/06_Oussama.mp3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Family Dinner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 for the delicious food, 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.شكرا على الطعام اللذيذ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Dialogue_8_Family_Dinner/07_Islem.mp3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Family Dinner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welcome. Alhamdulillah for every meal we share.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الحمد لله على كل وجبة نتشاركها.على الرحب والسعة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Dialogue_8_Family_Dinner/08_Madani.mp3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