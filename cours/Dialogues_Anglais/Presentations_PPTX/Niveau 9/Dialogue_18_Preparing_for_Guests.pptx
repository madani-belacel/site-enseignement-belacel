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Preparing for Guests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Preparing for Guests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have guests coming for dinner. Let us prepare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لنستعد جيدا.لدينا ضيوف قادمون للعشاء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Dialogue_18_Preparing_for_Guests/01_Madani.mp3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Preparing for Guests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help clean the living room and the 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.سأساعد في تنظيف غرفة الجلوس والمائدة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Dialogue_18_Preparing_for_Guests/02_Oussama.mp3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Preparing for Guests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help wash the fruits and prepare the drinks.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المساعدة في غسل الفواكه وتحضير المشروبات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Dialogue_18_Preparing_for_Guests/03_Islem.mp3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Preparing for Guests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put the nice plates and cups on the table?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وضع الصحون والأكواب الجميلة على المائدة؟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Dialogue_18_Preparing_for_Guests/04_Anes.mp3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Preparing for Guests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Welcoming guests with care is part of good manners.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استقبال الضيوف بعناية جزء من الأخلاق الحسنة.نعم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Dialogue_18_Preparing_for_Guests/05_Madani.mp3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Preparing for Guests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smile and offer them the best of what we have.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نبتسم ونقدم لهم أفضل ما لدينا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Dialogue_18_Preparing_for_Guests/06_Oussama.mp3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Preparing for Guests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Serving guests is a way of showing kindness and respect.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.خدمة الضيوف طريقة لإظهار اللطف والاحترام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Dialogue_18_Preparing_for_Guests/07_Islem.mp3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Preparing for Guests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A warm welcome makes guests feel at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.الترحيب الحار يجعل الضيوف يشعرون كأنهم في بيتهم 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Dialogue_18_Preparing_for_Guests/08_Madani.mp3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