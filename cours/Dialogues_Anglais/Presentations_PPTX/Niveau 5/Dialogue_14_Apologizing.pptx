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14 — Apologizing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Apologizing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If you make a mistake or hurt someone, what should you do?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تفعل؟،إذا أخطأت أو جرحت أحدا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Dialogue_14_Apologizing/01_Madani.mp3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Apologizing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should say I am sorry and mean it from my heart.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أقول أنا آسف وأقصد ذلك من قلبي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Dialogue_14_Apologizing/02_Oussama.mp3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Apologizing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Apologizing shows that we are honest and responsible.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.الاعتذار يظهر أننا صادقون ومسؤولون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Dialogue_14_Apologizing/03_Islem.mp3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Apologizing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said sorry to my brother when I took his toy.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.قلت آسف لأخي عندما أخذت لعبته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Dialogue_14_Apologizing/04_Anes.mp3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Apologizing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good. A sincere apology can heal many problems.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الاعتذار الصادق يمكن أن يشفي الكثير من المشاكل.جيد هذا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Dialogue_14_Apologizing/05_Madani.mp3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Apologizing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better to apologize quickly than to stay angry.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.من الأفضل الاعتذار بسرعة بدلا من البقاء غاضبا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Dialogue_14_Apologizing/06_Oussama.mp3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Apologizing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Forgiving others is also a sign of a strong heart.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.مسامحة الآخرين أيضا علامة على قلب قوي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Dialogue_14_Apologizing/07_Islem.mp3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Apologizing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Saying sorry and forgiving keep the family peaceful.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قول آسف والمسامحة يحافظان على سلام العائلة.نعم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Dialogue_14_Apologizing/08_Madani.mp3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