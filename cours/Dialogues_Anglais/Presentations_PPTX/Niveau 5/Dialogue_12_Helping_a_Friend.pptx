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12 — Helping a Friend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12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Helping a Friend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My friend forgot his pencil today. What should I do?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ماذا يجب أن أفعل؟.نسي صديقي قلمه اليوم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Dialogue_12_Helping_a_Friend/01_Islem.mp3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Helping a Friend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You can lend him one of your pencils.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.يمكنك أن تعيره أحد أقلامك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Dialogue_12_Helping_a_Friend/02_Madani.mp3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Helping a Friend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Helping a friend in need is a beautiful thing.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.مساعدة صديق في حاجة شيء جميل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Dialogue_12_Helping_a_Friend/03_Oussama.mp3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Helping a Friend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shared my eraser with a classmate yesterday.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.شاركت ممحاتي مع زميل أمس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Dialogue_12_Helping_a_Friend/04_Anes.mp3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Helping a Friend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Well done. Small acts of help make big differences.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أعمال المساعدة الصغيرة تحدث فروقا كبيرة.أحسنت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Dialogue_12_Helping_a_Friend/05_Madani.mp3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Helping a Friend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When we help others, they often help us later.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غالبا ما يساعدوننا لاحقا،عندما نساعد الآخرين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Dialogue_12_Helping_a_Friend/06_Islem.mp3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Helping a Friend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True friendship is shown by actions, not only words.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وليس بالكلمات فقط،الصداقة الحقيقية تظهر بالأفعال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Dialogue_12_Helping_a_Friend/07_Oussama.mp3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Helping a Friend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Be the friend you would like to have.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كن الصديق الذي تود أن يكون لديك.نعم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Dialogue_12_Helping_a_Friend/08_Madani.mp3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