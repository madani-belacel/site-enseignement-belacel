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10 — A Happy 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makes a family happy, in your opinion?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 الذي يجعل العائلة سعيدة في رأيكم؟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Love, respect, and helping each other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.الحب والاحترام ومساعدة بعضنا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Spending time together and talking about our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.قضاء الوقت معا والتحدث عن يومنا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Playing, eating, and praying together!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!اللعب والأكل والصلاة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all right. A happy family is built with love and care.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العائلة السعيدة تبنى بالحب والرعاية.أنتم جميعا على حق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feel safe and happy when we are all at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.أشعر بالأمان والسعادة عندما نكون جميعا في المنزل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Even small moments together are very precious.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.حتى اللحظات الصغيرة معا ثمينة جدا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10 — A Happy Family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May Allah keep our family united, healthy, and happy.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.حفظ الله عائلتنا متحدة وصحية وسعيدة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Dialogue_10_A_Happy_Family/08_Madani.mp3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