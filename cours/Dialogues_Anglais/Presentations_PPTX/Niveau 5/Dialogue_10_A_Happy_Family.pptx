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A Happy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makes a family happy, in your opinion?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الذي يجعل العائلة سعيدة في رأيكم؟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Love, respect, and helping each other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.الحب والاحترام ومساعدة بعضنا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Spending time together and talking about our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.قضاء الوقت معا والتحدث عن يومنا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Playing, eating, and praying together!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!اللعب والأكل والصلاة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all right. A happy family is built with love and care.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العائلة السعيدة تبنى بالحب والرعاية.أنتم جميعا على حق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safe and happy when we are all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بالأمان والسعادة عندما نكون جميعا في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small moments together are very precious.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اللحظات الصغيرة معا ثمينة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Happy Family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keep our family united, healthy,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.حفظ الله عائلتنا متحدة وصحية وسعيدة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Dialogue_10_A_Happy_Family/08_Madani.mp3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