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The Family Picnic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Family Picnic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This weekend we will go on a family picnic. Are you happy?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أنتم سعداء؟.هذا الأسبوع سنذهب في نزهة عائلية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Dialogue_8_The_Family_Picnic/01_Madani.mp3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Family Picnic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Yes! I love picnics. Can we take a ball to play?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أخذ كرة لنلعب؟.نعم! أحب النزهات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Dialogue_8_The_Family_Picnic/02_Oussama.mp3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Family Picnic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help prepare the sandwiches and the drinks.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.سأساعد في تحضير الشطائر والمشروبات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Dialogue_8_The_Family_Picnic/03_Islem.mp3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Family Picnic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sit under a big tree and eat together?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الجلوس تحت شجرة كبيرة ونأكل معا؟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Dialogue_8_The_Family_Picnic/04_Anes.mp3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Family Picnic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We will choose a nice place with shade.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سنختار مكانا جميلا به ظل.بالطبع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Dialogue_8_The_Family_Picnic/05_Madani.mp3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Family Picnic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Family picnics are the best because we spend time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.نزهات العائلة هي الأفضل لأننا نقضي الوقت معا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Dialogue_8_The_Family_Picnic/06_Oussama.mp3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Family Picnic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take my story book to read after we eat.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.سآخذ كتاب القصص لأقرأ بعد أن نأكل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Dialogue_8_The_Family_Picnic/07_Islem.mp3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Family Picnic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Perfect. Nature and family make a beautiful combination.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الطبيعة والعائلة مزيج جميل.ممتاز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Dialogue_8_The_Family_Picnic/08_Madani.mp3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