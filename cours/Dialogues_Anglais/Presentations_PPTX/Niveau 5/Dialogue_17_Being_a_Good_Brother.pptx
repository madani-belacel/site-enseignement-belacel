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17 — Being a Good Brother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17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Being a Good Brother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does it mean to be a good brother?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يعني أن تكون أخا جيدا؟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Dialogue_17_Being_a_Good_Brother/01_Madani.mp3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Being a Good Brother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means helping, protecting, and being kind to my brothers.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.يعني مساعدة إخوتي وحمايتهم واللطف معهم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Dialogue_17_Being_a_Good_Brother/02_Oussama.mp3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Being a Good Brother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good brother shares and does not fight over small things.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.الأخ الجيد يشارك ولا يتشاجر حول الأشياء الصغيرة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Dialogue_17_Being_a_Good_Brother/03_Islem.mp3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Being a Good Brother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good brother plays with me and teaches me new things.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.الأخ الجيد يلعب معي ويعلمني أشياء جديدة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Dialogue_17_Being_a_Good_Brother/04_Anes.mp3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Being a Good Brother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You are all right. Brothers should support each other.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يجب أن يدعم الإخوة بعضهم.أنتم جميعا على حق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Dialogue_17_Being_a_Good_Brother/05_Madani.mp3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Being a Good Brother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always try to be patient with Anes and Islem.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.سأحاول دائما أن أكون صبورا مع أنس وإسلام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Dialogue_17_Being_a_Good_Brother/06_Oussama.mp3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Being a Good Brother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And I will help Oussama when he needs 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.وسأساعد أسامة عندما يحتاج إلي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Dialogue_17_Being_a_Good_Brother/07_Islem.mp3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Being a Good Brother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May Allah make you the best of brothers to each other.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.جعلكم الله أفضل الإخوة لبعضكم البعض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Dialogue_17_Being_a_Good_Brother/08_Madani.mp3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