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Being a Good Brother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it mean to be a good brother?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يعني أن تكون أخا جيدا؟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helping, protecting, and being kind to my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.يعني مساعدة إخوتي وحمايتهم واللطف معهم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brother shares and does not fight over small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.الأخ الجيد يشارك ولا يتشاجر حول الأشياء الصغيرة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brother plays with me and teaches me new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.الأخ الجيد يلعب معي ويعلمني أشياء جديدة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all right. Brothers should support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يدعم الإخوة بعضهم.أنتم جميعا على حق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try to be patient with Anes and Islem.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دائما أن أكون صبورا مع أنس وإسلام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will help Oussama when he needs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.وسأساعد أسامة عندما يحتاج إلي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Being a Good Brother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make you the best of brothers to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.جعلكم الله أفضل الإخوة لبعضكم البعض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Dialogue_17_Being_a_Good_Brother/08_Madani.mp3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