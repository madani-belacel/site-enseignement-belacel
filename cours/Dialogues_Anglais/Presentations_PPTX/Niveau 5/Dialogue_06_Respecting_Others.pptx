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Respecting Others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 is one of the most important values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.الاحترام من أهم القيم في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respect our parents, teachers, and elders.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نحترم آباءنا ومعلمينا والكبار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also respect our friends and classmates.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أيضا أن نحترم أصدقاءنا وزملاءنا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show respect to others,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يمكنني إظهار الاحترام للآخرين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 carefully, speak politely, and never interrupt.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ولا تقاطع أبدا، تحدث بأدب،استمع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Respecting others makes people respect us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.احترام الآخرين يجعل الناس يحترموننا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if someone is different, we still respect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ما زلنا نحترمه،حتى لو كان شخص ما مختلفا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Respecting Others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Respect creates peace and love between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الاحترام يخلق السلام والمحبة بين الناس.بالضبط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Dialogue_6_Respecting_Others/08_Madani.mp3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