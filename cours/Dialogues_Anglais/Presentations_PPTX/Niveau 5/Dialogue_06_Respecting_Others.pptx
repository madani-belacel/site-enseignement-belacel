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6 — Respecting Others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Respecting Others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Respect is one of the most important values in life.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.الاحترام من أهم القيم في الحياة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Dialogue_6_Respecting_Others/01_Madani.mp3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Respecting Others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must respect our parents, teachers, and elders.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نحترم آباءنا ومعلمينا والكبار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Dialogue_6_Respecting_Others/02_Oussama.mp3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Respecting Others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also respect our friends and classmates.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أيضا أن نحترم أصدقاءنا وزملاءنا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Dialogue_6_Respecting_Others/03_Islem.mp3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Respecting Others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can I show respect to others,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كيف يمكنني إظهار الاحترام للآخرين يا أبي؟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Dialogue_6_Respecting_Others/04_Anes.mp3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Respecting Others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Listen carefully, speak politely, and never interrupt.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ولا تقاطع أبدا، تحدث بأدب،استمع جيدا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Dialogue_6_Respecting_Others/05_Madani.mp3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Respecting Others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Respecting others makes people respect us too.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.احترام الآخرين يجعل الناس يحترموننا أيضا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Dialogue_6_Respecting_Others/06_Oussama.mp3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Respecting Others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Even if someone is different, we still respect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ما زلنا نحترمه،حتى لو كان شخص ما مختلفا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Dialogue_6_Respecting_Others/07_Islem.mp3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Respecting Others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Respect creates peace and love between people.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الاحترام يخلق السلام والمحبة بين الناس.بالضبط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Dialogue_6_Respecting_Others/08_Madani.mp3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