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Family Love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you know what the strongest thing in our family 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تعرفون ما هو أقوى شيء في عائلتنا؟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think it is the love we have for each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.أعتقد أنه الحب الذي نكنه لبعضنا البعض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Love makes us help and support one another.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الحب يجعلنا نساعد وندعم بعضنا.نعم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love my family more than anything in the world!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!أحب عائلتي أكثر من أي شيء في الدنيا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 love you all more than you can imagine.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.وأنا أحبكم جميعا أكثر مما يمكنكم تخيله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when we argue, the love remains strong.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يبقى الحب قويا،حتى عندما نتشاجر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Family love is a gift from Allah that we must protect.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.حب العائلة هدية من الله يجب أن نحميها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Family Love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Let us always keep love, respect, and kindness in our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لنحافظ دائما على الحب والاحترام واللطف في بيتنا.نعم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Dialogue_20_Family_Love/08_Madani.mp3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