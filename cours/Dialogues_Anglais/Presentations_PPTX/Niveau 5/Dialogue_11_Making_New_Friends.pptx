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Making New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met a new student at school today. His name is Youssef.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اسمه يوسف.التقيت بطالب جديد في المدرسة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nice. Did you talk to him?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تحدثت معه؟.هذا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 said hello and asked where he comes from.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قلت مرحبا وسألته من أين يأتي.نعم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new friends is a good way to learn about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.تكوين صداقات جديدة طريقة جيدة للتعرف على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also be friends with Youssef?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أيضا أن أكون صديقا ليوسف؟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Kindness opens the door to friendship.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يفتح باب الصداقة.بالطبع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invite him to play with us during recess.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.سأدعوه للعب معنا أثناء الاستراحة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Making New Friends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Always welcome new friends with a smile.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رحبوا دائما بالأصدقاء الجدد بابتسامة.ممتاز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Dialogue_11_Making_New_Friends/08_Madani.mp3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