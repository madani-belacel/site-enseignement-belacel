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Playing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Together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play football in the garden after school?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لعب كرة القدم في الحديقة بعد المدرسة؟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Dialogue_2_Playing_Together/01_Oussama.mp3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Together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will be the goalkeeper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سأكون حارس المرمى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Dialogue_2_Playing_Together/02_Islem.mp3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Together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play too! Can I join you?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أريد اللعب أيضا! هل يمكنني الانضمام إليكم؟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Dialogue_2_Playing_Together/03_Anes.mp3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Together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Playing together is better than playing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اللعب معا أفضل من اللعب وحيدا.بالطبع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Dialogue_2_Playing_Together/04_Madani.mp3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Together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take turns so everyone can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.سنتبادل الأدوار حتى يتمكن الجميع من اللعب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Dialogue_2_Playing_Together/05_Oussama.mp3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Together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Team games teach us to cooperate and respect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.الألعاب الجماعية تعلمنا التعاون واحترام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Dialogue_2_Playing_Together/06_Islem.mp3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Together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playing with my brothers. It is so much fun!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إنه ممتع جدا.أحب اللعب مع إخوتي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Dialogue_2_Playing_Together/07_Anes.mp3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Together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 fairly, be kind, and enjoy your time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واستمتعوا بوقتكم معا، كونوا لطفاء،العبوا بنزاهة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Dialogue_2_Playing_Together/08_Madani.mp3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