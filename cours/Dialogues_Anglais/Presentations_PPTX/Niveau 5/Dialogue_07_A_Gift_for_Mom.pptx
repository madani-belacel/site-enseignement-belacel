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A Gift for Mom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 Gift for Mom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Mom’s birthday is coming soon. What can we give her?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يمكننا أن نعطيها؟.عيد ميلاد أمي قادم قريبا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Dialogue_7_A_Gift_for_Mom/01_Oussama.mp3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 Gift for Mom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draw a beautiful card with my colored pencils.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رسم بطاقة جميلة بأقلامي الملونة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Dialogue_7_A_Gift_for_Mom/02_Islem.mp3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 Gift for Mom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pick some flowers from the garden for 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قطف بعض الزهور من الحديقة لها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Dialogue_7_A_Gift_for_Mom/03_Anes.mp3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 Gift for Mom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Those are wonderful ideas. She will be very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ستكون سعيدة جدا.هذه أفكار رائعة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Dialogue_7_A_Gift_for_Mom/04_Madani.mp3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 Gift for Mom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help clean the house as a special gift.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.سأساعد في تنظيف البيت كهدية خاصة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Dialogue_7_A_Gift_for_Mom/05_Oussama.mp3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 Gift for Mom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best gift is love and kindness from the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.أفضل هدية هي الحب واللطف من القلب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Dialogue_7_A_Gift_for_Mom/06_Islem.mp3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 Gift for Mom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Mom so much! She takes care of us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أمي كثيرا! هي تعتني بنا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Dialogue_7_A_Gift_for_Mom/07_Anes.mp3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 Gift for Mom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Showing love to our mother is a great act of goodness.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إظهار الحب لأمنا عمل عظيم من الخير.نعم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Dialogue_7_A_Gift_for_Mom/08_Madani.mp3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