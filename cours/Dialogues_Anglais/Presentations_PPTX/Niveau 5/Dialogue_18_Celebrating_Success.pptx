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Celebrating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I got a very good mark on my English test!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حصلت على علامة جيدة جدا في اختبار الإنجليزية،أبي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wonderful news! I am very proud of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.هذا خبر رائع! أنا فخور جدا بك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done, Islem! You studied hard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.أحسنت يا إسلام! لقد درست بجد من أجله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celebrate with something special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الاحتفال بشيء خاص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will have your favorite dessert after dinner.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سنتناول حلوىك المفضلة بعد العشاء.نعم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Your encouragement helps me study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تشجيعكم يساعدني على الدراسة بشكل أفضل.شكرا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Celebrating success motivates us to keep working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.الاحتفال بالنجاح يحفزنا على الاستمرار في العمل الجاد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Celebrating Success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Success is sweeter when shared with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النجاح يكون أحلى عندما يشارك مع العائلة.نعم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Dialogue_18_Celebrating_Success/08_Madani.mp3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