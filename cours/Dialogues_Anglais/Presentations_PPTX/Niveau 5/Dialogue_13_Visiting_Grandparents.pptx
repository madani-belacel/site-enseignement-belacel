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Visiting Grandparents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Visiting Grandparents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This Friday we will visit your grandparents. Are you excited?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أنتم متحمسون؟.هذا الجمعة سنزور أجدادكم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Dialogue_13_Visiting_Grandparents/01_Madani.mp3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Visiting Grandparents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love going to Grandma and Grandpa’s house.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أحب الذهاب إلى بيت الجدة والجد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Dialogue_13_Visiting_Grandparents/02_Oussama.mp3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Visiting Grandparents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Grandma always cooks delicious food for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.الجدة تطبخ دائما طعاما لذيذا لنا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Dialogue_13_Visiting_Grandparents/03_Islem.mp3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Visiting Grandparents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take my drawing to show Grandpa?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أخذ رسمتي لأعرضها على الجد؟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Dialogue_13_Visiting_Grandparents/04_Anes.mp3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Visiting Grandparents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They will be very happy to see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سيكونون سعداء جدا برؤيتكم.بالطبع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Dialogue_13_Visiting_Grandparents/05_Madani.mp3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Visiting Grandparents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Visiting grandparents teaches us to respect our elders.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.زيارة الأجداد تعلمنا احترام كبار السن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Dialogue_13_Visiting_Grandparents/06_Oussama.mp3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Visiting Grandparents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listen carefully to their stories.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.سأستمع باهتمام إلى قصصهم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Dialogue_13_Visiting_Grandparents/07_Islem.mp3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Visiting Grandparents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Their experience and love are precious gifts.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خبرتهم ومحبتهم هدايا ثمينة.نعم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Dialogue_13_Visiting_Grandparents/08_Madani.mp3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