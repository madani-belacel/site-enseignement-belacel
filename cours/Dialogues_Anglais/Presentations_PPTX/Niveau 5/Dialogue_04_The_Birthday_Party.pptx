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The Birthday Party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Birthday Party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Next week is Karim’s birthday. He invited me to his party.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دعاني إلى حفلته.الأسبوع القادم عيد ميلاد كريم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Dialogue_4_The_Birthday_Party/01_Oussama.mp3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Birthday Party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nice. What will you take as a gift?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ستأخذ كهديه؟.هذا جميل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Dialogue_4_The_Birthday_Party/02_Madani.mp3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Birthday Party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to give him a story book about animals.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.أريد أن أعطيه كتاب قصص عن الحيوانات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Dialogue_4_The_Birthday_Party/03_Oussama.mp3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Birthday Party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come with you to the party?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الذهاب معك إلى الحفلة؟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Dialogue_4_The_Birthday_Party/04_Islem.mp3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Birthday Party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will ask his parents first. It is polite to check.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من الأدب التحقق.سنسأل والديه أولا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Dialogue_4_The_Birthday_Party/05_Madani.mp3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Birthday Party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hope there will be cake and games!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!أتمنى أن يكون هناك كعكة وألعاب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Dialogue_4_The_Birthday_Party/06_Anes.mp3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Birthday Party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Birthday parties are fun when we share joy with friends.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.عيد الميلاد ممتعة عندما نشارك الفرحة مع الأصدقاء حفلات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Dialogue_4_The_Birthday_Party/07_Oussama.mp3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Birthday Party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Remember to thank them when the party ends.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تذكروا أن تشكروهم عندما تنتهي الحفلة.نعم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Dialogue_4_The_Birthday_Party/08_Madani.mp3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