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My Best Friend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best friend Karim is very kind and helpful.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.صديقي المفضل كريم لطيف ومساعد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like most about him?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يعجبك فيه أكثر؟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 always helps me with difficult exercises at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.يساعدني دائما في التمارين الصعبة في المدرسة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Dialogue_1_My_Best_Friend/03_Oussama.mp3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also have a good friend. We share our 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نتشارك كتبنا.لدي أيضا صديق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friend is a real treasure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.الصديق الجيد كنز حقيقي في الحياة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Karim never speaks badly about other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.كريم لا يتكلم أبدا بالسوء عن الآخرين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friends support each other in good and bad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.الحقيقيون يدعمون بعضهم في الأوقات الجيدة والسيئة الأصدقاء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My Best Friend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good friends close and be a good friend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.على الأصدقاء الطيبين وكونوا أصدقاء جيدين بأنفسكم حافظوا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Dialogue_1_My_Best_Friend/08_Madani.mp3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