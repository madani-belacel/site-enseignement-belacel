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Comforting a Sad Friend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Comforting a Sad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My friend looked sad today at school. What can I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يمكنني أن أفعل؟.بدا صديقي حزينا اليوم في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Dialogue_19_Comforting_a_Sad_Friend/01_Oussama.mp3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Comforting a Sad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ask him what is wrong and listen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.يمكنك أن تسأله ما الأمر وتستمع إليه باهتمام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Dialogue_19_Comforting_a_Sad_Friend/02_Madani.mp3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Comforting a Sad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just sitting with a friend makes them feel better.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.أحيانا مجرد الجلوس مع صديق يجعله يشعر بتحسن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Dialogue_19_Comforting_a_Sad_Friend/03_Islem.mp3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Comforting a Sad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share my snack with him to cheer him 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مشاركة وجبتي الخفيفة معه لأفرحه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Dialogue_19_Comforting_a_Sad_Friend/04_Anes.mp3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Comforting a Sad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Kindness and a listening ear are powerful gifts.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.اللطف والأذن المصغية هدايا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Dialogue_19_Comforting_a_Sad_Friend/05_Madani.mp3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Comforting a Sad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make him smile and offer my help.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أن أجعله يبتسم وأعرض مساعدتي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Dialogue_19_Comforting_a_Sad_Friend/06_Oussama.mp3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Comforting a Sad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true friend is there in happy and difficult times.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.الحقيقي يكون موجودا في الأوقات السعيدة والصعبة الصديق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Dialogue_19_Comforting_a_Sad_Friend/07_Islem.mp3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Comforting a Sad Friend  |  📖 Niveau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Being there for others is a beautiful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الوجود من أجل الآخرين صفة جميلة.نعم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Dialogue_19_Comforting_a_Sad_Friend/08_Madani.mp3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