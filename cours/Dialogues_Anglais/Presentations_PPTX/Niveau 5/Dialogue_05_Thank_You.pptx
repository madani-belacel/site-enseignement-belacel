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5 —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Thank You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someone helps you, what should you always say?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يجب أن تقول دائما؟،عندما يساعدك أحد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Dialogue_5_Thank_You/01_Madani.mp3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Thank You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should say thank you and smile at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أقول شكرا وأبتسم لهم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Dialogue_5_Thank_You/02_Oussama.mp3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Thank You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Saying thank you shows that we appreciate their help.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.قول شكرا يظهر أننا نقدر مساعدتهم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Dialogue_5_Thank_You/03_Islem.mp3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Thank You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you, Dad, for teaching us every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.شكرا يا أبي لأنك تعلمنا كل 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Dialogue_5_Thank_You/04_Anes.mp3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Thank You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are welcome, my son. Good manners are a treasure.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الأخلاق الجيدة كنز.على الرحب والسعة يا بني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Dialogue_5_Thank_You/05_Madani.mp3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Thank You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always thank my teachers and my friends.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.سأشكر دائما معلمي وأصدقائي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Dialogue_5_Thank_You/06_Oussama.mp3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Thank You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we should thank Allah for every blessing we have.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.ويجب أن نشكر الله على كل نعمة لدينا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Dialogue_5_Thank_You/07_Islem.mp3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Thank You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 thankful heart is a happy and peaceful heart.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القلب الشاكر قلب سعيد وهادئ.نعم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Dialogue_5_Thank_You/08_Madani.mp3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