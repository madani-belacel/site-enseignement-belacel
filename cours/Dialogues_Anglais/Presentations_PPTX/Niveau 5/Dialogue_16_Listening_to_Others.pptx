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Listening to Others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Listening carefully is one of the best ways to show 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.الاستماع باهتمام من أفضل الطرق لإظهار الاحترام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someone speaks, I try not to interrupt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أحاول ألا أقاطعه،عندما يتحدث أحد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listeners understand better and make fewer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.الجيدون يفهمون بشكل أفضل ويرتكبون أخطاء أقل المستمعون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I talk too much. I will try to listen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سأحاول أن أستمع أكثر.أحيانا أتكلم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a wise decision, Anes. Listening is a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الاستماع مهارة.هذا قرار حكيم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listen, people feel that we care about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يشعر الناس بأننا نهتم بهم،عندما نستمع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practice listening more at school and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.سأتدرب على الاستماع أكثر في المدرسة والمنزل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Listening to Others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good listener is often a good friend.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المستمع الجيد غالبا ما يكون صديقا جيدا.ممتاز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Dialogue_16_Listening_to_Others/08_Madani.mp3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