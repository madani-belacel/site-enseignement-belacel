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Kind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try to use kind words when you speak to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.دائما استخدام كلمات طيبة عندما تتحدثون مع الآخرين حاولوا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 words make people feel happy and respected.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.الكلمات الطيبة تجعل الناس يشعرون بالسعادة والاحترام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say please, thank you, and excuse me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أن أقول من فضلك وشكرا والعفو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say if I hurt someone’s feelings?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أقول إذا جرحت مشاعر أحد؟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should say I am sorry and try to make them feel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تقول أنا آسف وتحاول أن تجعلهم يشعرون بتحسن يجب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soft word can open many doors and hearts.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.الكلمة اللينة يمكن أن تفتح أبوابا وقلوبا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Speaking kindly is a sign of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.التحدث بلطف علامة على الأخلاق الحسنة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Kind Words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Kind words cost nothing but are worth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الكلمات الطيبة لا تكلف شيئا لكنها تساوي كل شيء.نعم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Dialogue_9_Kind_Words/08_Madani.mp3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