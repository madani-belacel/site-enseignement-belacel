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Our Neighbours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Our Neighbours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Our neighbours are kind people. We should respect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نحترمهم.جيراننا أناس طيبون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Dialogue_3_Our_Neighbours/01_Madani.mp3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Our Neighbours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always say hello to them when I see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.أقول لهم مرحبا دائما عندما أراهم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Dialogue_3_Our_Neighbours/02_Oussama.mp3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Our Neighbours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they give us sweets during Eid.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.أحيانا يعطوننا حلويات أثناء العيد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Dialogue_3_Our_Neighbours/03_Islem.mp3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Our Neighbours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play with the neighbour’s children?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اللعب مع أطفال الجيران؟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Dialogue_3_Our_Neighbours/04_Anes.mp3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Our Neighbours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always ask permission and come back on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اطلب الإذن دائما وعد في الوقت،نعم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Dialogue_3_Our_Neighbours/05_Madani.mp3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Our Neighbours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neighbours make the street a happier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.الجيران الطيبون يجعلون الشارع مكانا أسعد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Dialogue_3_Our_Neighbours/06_Oussama.mp3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Our Neighbours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never make noise late at night.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ألا نحدث ضوضاء في وقت متأخر من الليل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Dialogue_3_Our_Neighbours/07_Islem.mp3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Our Neighbours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Respecting neighbours is part of good manners.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احترام الجيران جزء من الأخلاق الحسنة.بالضبط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Dialogue_3_Our_Neighbours/08_Madani.mp3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