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16 — Saying Bismillah Before Eating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Saying Bismillah Before Eating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Before we start eating, what should we say?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يجب أن نقول؟،قبل أن نبدأ الأكل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Dialogue_16_Saying_Bismillah_Before_Eating/01_Madani.mp3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Saying Bismillah Before Eating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say Bismillah. In the name of Allah.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باسم الله.نقول بسم الله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Dialogue_16_Saying_Bismillah_Before_Eating/02_Oussama.mp3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Saying Bismillah Before Eating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after we finish, we say Alhamdulillah.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نقول الحمد لله،وبعد أن ننتهي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Dialogue_16_Saying_Bismillah_Before_Eating/03_Islem.mp3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Saying Bismillah Before Eating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Bismillah! Now I can start eating.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.بسم الله! الآن يمكنني البدء في الأكل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Dialogue_16_Saying_Bismillah_Before_Eating/04_Anes.mp3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Saying Bismillah Before Eating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Very good. Remembering Allah before food is important.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تذكر الله قبل الطعام مهم.جيد جدا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Dialogue_16_Saying_Bismillah_Before_Eating/05_Madani.mp3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Saying Bismillah Before Eating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teaches us to be thankful for every meal.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.يعلمنا أن نكون شاكرين على كل وجبة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Dialogue_16_Saying_Bismillah_Before_Eating/06_Oussama.mp3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Saying Bismillah Before Eating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Even a small piece of bread is a blessing from Allah.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.حتى قطعة خبز صغيرة نعمة من الله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Dialogue_16_Saying_Bismillah_Before_Eating/07_Islem.mp3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Saying Bismillah Before Eating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Never forget to thank Allah for the food we eat.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لا تنسوا أبدا أن تشكروا الله على الطعام الذي نأكله.نعم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Dialogue_16_Saying_Bismillah_Before_Eating/08_Madani.mp3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