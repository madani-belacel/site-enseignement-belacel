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4 — Water and Juice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Water and Juice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Would you like some water or fresh juice?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تريدون بعض الماء أو عصيرا طازجا؟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Dialogue_4_Water_and_Juice/01_Madani.mp3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Water and Juice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prefer water. It is the best drink for the body.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إنه أفضل مشروب للجسم.أفضل الماء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Dialogue_4_Water_and_Juice/02_Oussama.mp3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Water and Juice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have a small glass of orange juice, please?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الحصول على كوب صغير من عصير البرتقال من فضلك؟ هل يمكنني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Dialogue_4_Water_and_Juice/03_Islem.mp3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Water and Juice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want water too. I am very thirsty after playing.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أنا عطشان جدا بعد اللعب.أريد الماء أيضا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Dialogue_4_Water_and_Juice/04_Anes.mp3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Water and Juice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Water is better than sweet drinks. Drink it often.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اشربوه كثيرا.الماء أفضل من المشروبات السكرية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Dialogue_4_Water_and_Juice/05_Madani.mp3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Water and Juice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drink water many times during the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نشرب الماء عدة مرات خلال اليوم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Dialogue_4_Water_and_Juice/06_Oussama.mp3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Water and Juice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Fresh juice is good sometimes, but not every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ليس كل يوم،العصير الطازج جيد أحيانا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Dialogue_4_Water_and_Juice/07_Islem.mp3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Water and Juice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Balance is important in everything we drink.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التوازن مهم في كل ما نشربه.بالضبط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Dialogue_4_Water_and_Juice/08_Madani.mp3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