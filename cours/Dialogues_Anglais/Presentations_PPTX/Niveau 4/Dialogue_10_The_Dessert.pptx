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Dessert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any dessert after dinner,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هناك أي حلوى بعد العشاء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we have some yogurt with honey and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لدينا بعض الزبادي مع العسل والفاكهة،نعم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sounds healthy and delicious at the same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.يبدو صحيا ولذيذا في نفس الوقت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yogurt to cake. It is better for the stomach.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أفضل للمعدة.أفضل الزبادي على الكعكة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a little more honey on my yogurt?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المزيد من العسل على زبادي؟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Just a little. Too much sugar is not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كثرة السكر غير جيدة.قليلا فقط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healthy dessert is better than many sweets.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.الحلوى الصحية أفضل من كثير من الحلويات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Dessert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We can enjoy sweet things in a smart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الاستمتاع بالأشياء الحلوة بطريقة ذكية.بالضبط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Dialogue_10_The_Dessert/08_Madani.mp3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