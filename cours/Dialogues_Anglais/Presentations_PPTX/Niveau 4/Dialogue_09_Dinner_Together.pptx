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Dinner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Dinner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Dinner is ready. Let us sit together as a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لنجلس معا كعائلة.العشاء جاهز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Dialogue_9_Dinner_Together/01_Madani.mp3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Dinner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eating dinner with the whole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تناول العشاء مع العائلة كلها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Dialogue_9_Dinner_Together/02_Oussama.mp3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Dinner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talk about our day while we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.يمكننا التحدث عن يومنا أثناء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Dialogue_9_Dinner_Together/03_Islem.mp3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Dinner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pass me the water, Oussama.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فضلك مرر لي الماء يا 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Dialogue_9_Dinner_Together/04_Anes.mp3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Dinner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Eating together strengthens the love in the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.الأكل معا يقوي المحبة في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Dialogue_9_Dinner_Together/05_Madani.mp3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Dinner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dinner we will help clean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.بعد العشاء سنساعد في تنظيف المائدة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Dialogue_9_Dinner_Together/06_Oussama.mp3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Dinner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 for the food, Dad. It is delicious.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إنه لذيذ.شكرا على الطعام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Dialogue_9_Dinner_Together/07_Islem.mp3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Dinner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welcome. Alhamdulillah for every meal.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الحمد لله على كل وجبة.على الرحب والسعة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Dialogue_9_Dinner_Together/08_Madani.mp3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