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3 — At the 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3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At the Market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Boys, we need to buy some food from the market today.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نحتاج إلى شراء بعض الطعام من السوق اليوم،يا أولاد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Dialogue_3_At_the_Market/01_Madani.mp3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At the Market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I come with you? I want to help choose the fruit.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.يمكنني الذهاب معك؟ أريد المساعدة في اختيار الفاكهة هل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Dialogue_3_At_the_Market/02_Oussama.mp3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At the Market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Please buy some fresh tomatoes and cucumbers.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.من فضلك اشتر بعض الطماطم والخيار الطازج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Dialogue_3_At_the_Market/03_Islem.mp3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At the Market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And bananas! I love bananas very much.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.والموز! أنا أحب الموز كثيرا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Dialogue_3_At_the_Market/04_Anes.mp3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At the Market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will buy only what we need and not waste money.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.سنشتري فقط ما نحتاجه ولن نهدر المال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Dialogue_3_At_the_Market/05_Madani.mp3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At the Market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carry one of the bags on the way home.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.سأحمل إحدى الحقائب في طريق العودة إلى المنزل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Dialogue_3_At_the_Market/06_Oussama.mp3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At the Market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Fresh food from the market tastes better than old food.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.الطعام الطازج من السوق ألذ من الطعام القديم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Dialogue_3_At_the_Market/07_Islem.mp3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At the Market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You are right. Shopping together is also a good activity.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التسوق معا نشاط جيد أيضا.أنت على حق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Dialogue_3_At_the_Market/08_Madani.mp3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