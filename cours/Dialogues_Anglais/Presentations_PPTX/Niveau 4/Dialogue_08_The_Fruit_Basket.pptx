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Fruit Basket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this fruit basket. It is full of fresh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إنها مليئة بالفاكهة الطازجة.انظروا إلى سلة الفاكهة هذه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apples, oranges, bananas, and grapes.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أن أرى تفاحا وبرتقالا وموزا وعنبا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favorite fruit is the apple. It is sweet and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حلو وصحي.فاكهتي المفضلة هي التفاح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bananas! Can I take one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أحب الموز! هل يمكنني أخذ واحدة الآن؟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wash it first before you eat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اغسلها أولا قبل أن تأكلها،نعم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fruit every day is very good for our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.أكل الفاكهة كل يوم جيد جدا لصحتنا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Fruit gives us vitamins that make our body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.الفاكهة تعطينا فيتامينات تجعل جسمنا قويا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Fruit Basket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right. Always choose fruit instead of junk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اختاروا دائما الفاكهة بدلا من الطعام غير الصحي.على حق أنتم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Dialogue_8_The_Fruit_Basket/08_Madani.mp3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