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The Fruit Basket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Fruit Basket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at this fruit basket. It is full of fresh fruit.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إنها مليئة بالفاكهة الطازجة.انظروا إلى سلة الفاكهة هذه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Dialogue_8_The_Fruit_Basket/01_Madani.mp3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Fruit Basket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see apples, oranges, bananas, and grapes.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.أستطيع أن أرى تفاحا وبرتقالا وموزا وعنبا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Dialogue_8_The_Fruit_Basket/02_Oussama.mp3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Fruit Basket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favorite fruit is the apple. It is sweet and healthy.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إنه حلو وصحي.فاكهتي المفضلة هي التفاح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Dialogue_8_The_Fruit_Basket/03_Islem.mp3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Fruit Basket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love bananas! Can I take one 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أحب الموز! هل يمكنني أخذ واحدة الآن؟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Dialogue_8_The_Fruit_Basket/04_Anes.mp3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Fruit Basket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wash it first before you eat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اغسلها أولا قبل أن تأكلها،نعم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Dialogue_8_The_Fruit_Basket/05_Madani.mp3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Fruit Basket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Eating fruit every day is very good for our health.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.أكل الفاكهة كل يوم جيد جدا لصحتنا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Dialogue_8_The_Fruit_Basket/06_Oussama.mp3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Fruit Basket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Fruit gives us vitamins that make our body strong.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.الفاكهة تعطينا فيتامينات تجعل جسمنا قويا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Dialogue_8_The_Fruit_Basket/07_Islem.mp3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Fruit Basket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right. Always choose fruit instead of junk food.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اختاروا دائما الفاكهة بدلا من الطعام غير الصحي.على حق أنتم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Dialogue_8_The_Fruit_Basket/08_Madani.mp3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