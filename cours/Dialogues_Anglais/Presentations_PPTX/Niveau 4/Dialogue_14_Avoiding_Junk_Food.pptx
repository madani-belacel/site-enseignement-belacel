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Avoiding Junk Food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Avoiding Junk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Try not to eat too much junk food like chips and candy.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.الكثير من الطعام غير الصحي مثل الشيبس والحلويات حاولوا ألا تأكلوا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Dialogue_14_Avoiding_Junk_Food/01_Madani.mp3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Avoiding Junk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know. Junk food is not good for our teeth and body.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الطعام غير الصحي غير جيد لأسناننا وجسمنا.أعرف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Dialogue_14_Avoiding_Junk_Food/02_Oussama.mp3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Avoiding Junk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prefer fruit and yogurt when I want something sweet.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.أفضل الفاكهة والزبادي عندما أريد شيئا حلوا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Dialogue_14_Avoiding_Junk_Food/03_Islem.mp3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Avoiding Junk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But I like chips sometimes. Can I have a little?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الحصول على القليل؟.أحب الشيبس أحيانا لكنني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Dialogue_14_Avoiding_Junk_Food/04_Anes.mp3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Avoiding Junk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little is okay once in a while, but not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ليس كل يوم،القليل جيد من حين لآخر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Dialogue_14_Avoiding_Junk_Food/05_Madani.mp3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Avoiding Junk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Healthy food makes us feel better and more active.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.الطعام الصحي يجعلنا نشعر بتحسن ونشاط أكبر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Dialogue_14_Avoiding_Junk_Food/06_Oussama.mp3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Avoiding Junk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choose food that gives us real energy.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نختار الطعام الذي يعطينا طاقة حقيقية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Dialogue_14_Avoiding_Junk_Food/07_Islem.mp3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Avoiding Junk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Your body will thank you later for good choices.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جسمك سيشكرك لاحقا على الاختيارات الجيدة.بالضبط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Dialogue_14_Avoiding_Junk_Food/08_Madani.mp3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