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Sweets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Sweets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Dad, can I have a piece of cake after dinner?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الحصول على قطعة كعكة بعد العشاء؟،أبي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Dialogue_6_Sweets/01_Anes.mp3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Sweets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only a small piece. Too many sweets are not good.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كثرة الحلويات غير جيدة. لكن قطعة صغيرة فقط،نعم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Dialogue_6_Sweets/02_Madani.mp3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Sweets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prefer fruit instead of too many sweets.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.أفضل الفاكهة بدلا من كثرة الحلويات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Dialogue_6_Sweets/03_Oussama.mp3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Sweets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we can eat sweets, but not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ليس كل يوم،أحيانا يمكننا أكل الحلويات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Dialogue_6_Sweets/04_Islem.mp3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Sweets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right. Moderation is the key to good health.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الاعتدال هو مفتاح الصحة الجيدة.أنتم على حق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Dialogue_6_Sweets/05_Madani.mp3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Sweets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eat my fruit first, then a small sweet.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ثم حلوى صغيرة،سآكل فاكهتي أولا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Dialogue_6_Sweets/06_Anes.mp3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Sweets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a smart choice, Anes. Well done!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 أحسنت.هذا اختيار ذكي يا أنس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Dialogue_6_Sweets/07_Oussama.mp3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Sweets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Teaching children good food habits is very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.تعليم الأطفال عادات غذائية جيدة مهم جدا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Dialogue_6_Sweets/08_Madani.mp3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