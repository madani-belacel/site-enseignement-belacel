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Sweets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can I have a piece of cake after dinner?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قطعة كعكة بعد العشاء؟،أبي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a small piece. Too many sweets are not good.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كثرة الحلويات غير جيدة. لكن قطعة صغيرة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fruit instead of too many sweets.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الفاكهة بدلا من كثرة الحلويات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we can eat sweets, but not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كل يوم،أحيانا يمكننا أكل الحلويات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right. Moderation is the key to good health.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الاعتدال هو مفتاح الصحة الجيدة.أنتم على حق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eat my fruit first, then a small sweet.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حلوى صغيرة،سآكل فاكهتي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smart choice, Anes. Well done!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أحسنت.هذا اختيار ذكي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Sweets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Teaching children good food habits is very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.تعليم الأطفال عادات غذائية جيدة مهم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