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Eating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Eating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it when we all eat together at the same 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عندما نأكل جميعا معا على نفس المائدة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Dialogue_13_Eating_Together/01_Madani.mp3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Eating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Me too. We can talk and share our stories.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التحدث ومشاركة قصصنا.وأنا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Dialogue_13_Eating_Together/02_Oussama.mp3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Eating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Eating alone is not as enjoyable as eating with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.الأكل وحيدا ليس ممتعا مثل الأكل مع العائلة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Dialogue_13_Eating_Together/03_Islem.mp3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Eating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always wait for everyone before I start eating.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أنتظر دائما الجميع قبل أن أبدأ الأكل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Dialogue_13_Eating_Together/04_Anes.mp3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Eating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good manners. We wait for each 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ننتظر بعضنا البعض.هذه أخلاق 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Dialogue_13_Eating_Together/05_Madani.mp3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Eating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During the meal we should not play with our food.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.أثناء الوجبة يجب ألا نلعب بطعامنا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Dialogue_13_Eating_Together/06_Oussama.mp3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Eating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we should not talk with food in our mouth.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.ويجب ألا نتكلم والطعام في فمنا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Dialogue_13_Eating_Together/07_Islem.mp3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Eating Together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Good table manners are part of a good education.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آداب المائدة الجيدة جزء من التربية الحسنة.نعم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Dialogue_13_Eating_Together/08_Madani.mp3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