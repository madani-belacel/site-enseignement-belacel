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Eating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it when we all eat together at the same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عندما نأكل جميعا معا على نفس 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Me too. We can talk and share our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التحدث ومشاركة قصصنا.وأنا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alone is not as enjoyable as eating with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.الأكل وحيدا ليس ممتعا مثل الأكل مع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wait for everyone before I start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أنتظر دائما الجميع قبل أن أبدأ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good manners. We wait for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ننتظر بعضنا البعض.هذه أخلاق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During the meal we should not play with our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.أثناء الوجبة يجب ألا نلعب بطعامنا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should not talk with food in our mouth.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.ويجب ألا نتكلم والطعام في فمنا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Eating Together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table manners are part of a good education.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آداب المائدة الجيدة جزء من التربية الحسنة.نعم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Dialogue_13_Eating_Together/08_Madani.mp3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