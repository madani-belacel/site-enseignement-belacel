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Healthy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Healthy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Eating healthy food keeps our body strong and active.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.تناول الطعام الصحي يحافظ على قوة جسمنا ونشاطه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Dialogue_5_Healthy_Food/01_Madani.mp3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Healthy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Fruits, vegetables, and milk are very good for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.الفواكه والخضروات والحليب جيدة جدا 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Dialogue_5_Healthy_Food/02_Oussama.mp3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Healthy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try to eat salad every day with my lunch.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.أحاول أن آكل السلطة كل يوم مع غدائي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Dialogue_5_Healthy_Food/03_Islem.mp3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Healthy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chocolate healthy,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الشوكولاتة صحية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Dialogue_5_Healthy_Food/04_Anes.mp3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Healthy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little chocolate is fine, but not too much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ليس كثيرا كل يوم،قليل من الشوكولاتة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Dialogue_5_Healthy_Food/05_Madani.mp3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Healthy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Healthy food gives us energy to study and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.الطعام الصحي يعطينا الطاقة للدراسة واللعب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Dialogue_5_Healthy_Food/06_Oussama.mp3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Healthy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thank Allah for the healthy food we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نشكر الله على الطعام الصحي الذي نأكله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Dialogue_5_Healthy_Food/07_Islem.mp3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Healthy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food is a great blessing from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الطعام الجيد نعمة عظيمة من الله.نعم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Dialogue_5_Healthy_Food/08_Madani.mp3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