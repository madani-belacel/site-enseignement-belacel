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Buying Bread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Buying Bread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need fresh bread for breakfast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.نحتاج إلى خبز طازج لفطور الغد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Dialogue_11_Buying_Bread/01_Madani.mp3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Buying Bread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go with you to the bakery,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الذهاب معك إلى المخبز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Dialogue_11_Buying_Bread/02_Oussama.mp3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Buying Bread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 will buy two loaves of bread.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سنشتري رغيفين من الخبز.نعم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Dialogue_11_Buying_Bread/03_Madani.mp3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Buying Bread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buy the soft white bread. I like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أحبه.من فضلك اشتر الخبز الأبيض الطري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Dialogue_11_Buying_Bread/04_Islem.mp3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Buying Bread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some small bread rolls for me!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!وبعض لفائف الخبز الصغيرة 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Dialogue_11_Buying_Bread/05_Anes.mp3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Buying Bread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buy enough for two days only.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.سنشتري ما يكفي ليومين فقط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Dialogue_11_Buying_Bread/06_Madani.mp3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Buying Bread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Fresh bread smells wonderful when it is still warm.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.الخبز الطازج رائحته رائعة عندما يكون لا يزال دافئا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Dialogue_11_Buying_Bread/07_Oussama.mp3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Buying Bread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Fresh food is always better than old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الطعام الطازج دائما أفضل من الطعام القديم.نعم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Dialogue_11_Buying_Bread/08_Madani.mp3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