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 — Breakfast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for breakfast this morning, boys?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يوجد على الفطور هذا الصباح يا أولاد؟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have fresh bread, eggs, cheese, and some fruit.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.لدينا خبز طازج وبيض وجبن وبعض الفاكهة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love fruit and a glass of cold milk with breakfast.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الفاكهة وكوبا من الحليب البارد مع الفطور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a banana and a little honey on my bread.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موزة وقليلا من العسل على خبزي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Eat slowly and well. Breakfast gives us energy for school.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الفطور يعطينا الطاقة للمدرسة.كلوا ببطء وبشكل جيد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Breakfast is the most important meal of the 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.الفطور هو أهم وجبة في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take an apple with me to school today.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.سآخذ تفاحة معي إلى المدرسة اليوم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 — Breakfast  |  📖 Niveau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Everything tastes so good! Thank you, Dad.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.كل شيء لذيذ جدا! شكرا يا أبي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Dialogue_1_Breakfast/08_Anes.mp3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