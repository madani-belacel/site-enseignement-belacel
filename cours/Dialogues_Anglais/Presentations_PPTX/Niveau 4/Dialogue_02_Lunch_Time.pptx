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Lunch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Lunch is ready. Come and wash your hands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تعالوا واغسلوا أيديكم أولا.الغداء جاهز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did you cook for us today,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طبخت لنا اليوم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rice, grilled chicken, and a fresh vegetable salad.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.لدينا أرز ودجاج مشوي وسلطة خضار طازجة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smells delicious! I am really hungry.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.رائحته لذيذة! أنا جائع 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a little more salad,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المزيد من السلطة من فضلك؟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Vegetables are very healthy for your body.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الخضروات صحية جدا لجسمك.بالطبع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lunch we should rest a little before studying.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الغداء يجب أن نستريح قليلا قبل الدراسة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Lunch Time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for the delicious food. Alhamdulillah.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الحمد لله.شكرا على الطعام اللذيذ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Dialogue_2_Lunch_Time/08_Islem.mp3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