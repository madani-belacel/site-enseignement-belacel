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7 — The Kitchen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The Kitchen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kitchen is the heart of the house. Keep it clean.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حافظوا على نظافته.المطبخ هو قلب البيت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Dialogue_7_The_Kitchen/01_Madani.mp3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The Kitchen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always wash the dishes after we finish eating.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.أنا أغسل الصحون دائما بعد أن ننتهي من الأكل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Dialogue_7_The_Kitchen/02_Oussama.mp3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The Kitchen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wipe the table and put everything back in its place.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.أمسح الطاولة وأعيد كل شيء إلى مكانه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Dialogue_7_The_Kitchen/03_Islem.mp3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The Kitchen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help wash the vegetables before cooking?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المساعدة في غسل الخضروات قبل الطبخ؟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Dialogue_7_The_Kitchen/04_Anes.mp3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The Kitchen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but be careful with the knife. Ask for help.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اطلب المساعدة. لكن كن حذرا مع السكين،نعم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Dialogue_7_The_Kitchen/05_Madani.mp3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The Kitchen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clean kitchen makes cooking more enjoyable.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.المطبخ النظيف يجعل الطبخ أكثر متعة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Dialogue_7_The_Kitchen/06_Oussama.mp3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The Kitchen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never leave dirty plates in the sink overnight.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ألا نترك الصحون المتسخة في الحوض طوال الليل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Dialogue_7_The_Kitchen/07_Islem.mp3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The Kitchen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Cleanliness in the kitchen is part of good manners.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النظافة في المطبخ جزء من الأخلاق الحسنة.بالضبط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Dialogue_7_The_Kitchen/08_Madani.mp3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