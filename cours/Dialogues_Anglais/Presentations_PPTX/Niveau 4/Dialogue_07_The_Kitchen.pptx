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The Kitchen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kitchen is the heart of the house. Keep it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حافظوا على نظافته.المطبخ هو قلب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wash the dishes after we finish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أغسل الصحون دائما بعد أن ننتهي من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wipe the table and put everything back in its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.أمسح الطاولة وأعيد كل شيء إلى مكانه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help wash the vegetables before cooking?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المساعدة في غسل الخضروات قبل الطبخ؟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be careful with the knife. Ask for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اطلب المساعدة. لكن كن حذرا مع السكين،نعم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kitchen makes cooking more enjoyable.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.المطبخ النظيف يجعل الطبخ أكثر متعة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leave dirty plates in the sink overnight.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نترك الصحون المتسخة في الحوض طوال الليل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Kitchen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Cleanliness in the kitchen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النظافة في المطبخ جزء من الأخلاق الحسنة.بالضبط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Dialogue_7_The_Kitchen/08_Madani.mp3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