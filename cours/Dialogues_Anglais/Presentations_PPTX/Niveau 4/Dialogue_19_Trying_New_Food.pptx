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Trying New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 cooked something new. Would you like to try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تجربته؟.اليوم طبخت شيئا جديدا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it, Dad? It smells interesting.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.ما هو يا أبي؟ رائحته مثيرة للاهتمام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vegetable soup with some new spices.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.إنه حساء خضار مع بعض التوابل الجديدة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nervous, but I will try a small spoon.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سأجرب ملعقة صغيرة،أنا متوتر قليلا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it too! Maybe I will like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.سأجربه أيضا! ربما سيعجبني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Trying new food helps us discover new tastes.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.تجربة طعام جديد تساعدنا على اكتشاف مذاقات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good! I like the taste of the vegetables.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.إنه جيد! أحب طعم الخضروات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Trying New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happy I tried it. It was better than I expected.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كان أفضل مما توقعت.أنا سعيد أنني جربته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Dialogue_19_Trying_New_Food/08_Islem.mp3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