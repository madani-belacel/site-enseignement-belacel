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Not Wasting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Not Wasting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Never put more food on your plate than you can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.لا تضعوا أبدا على صحنكم طعاما أكثر مما تستطيعون أكله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Dialogue_18_Not_Wasting_Food/01_Madani.mp3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Not Wasting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only what I need and finish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فقط ما أحتاجه وأنهي كل شيء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Dialogue_18_Not_Wasting_Food/02_Oussama.mp3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Not Wasting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Wasting food is not good. Many people do not have enough.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كثير من الناس ليس لديهم ما يكفي.إهدار الطعام غير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Dialogue_18_Not_Wasting_Food/03_Islem.mp3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Not Wasting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I cannot finish, can I keep it for later?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الاحتفاظ به لوقت لاحق؟،إذا لم أستطع الإنهاء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Dialogue_18_Not_Wasting_Food/04_Anes.mp3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Not Wasting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we can keep leftovers in the fridge for another meal.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الاحتفاظ بالبقايا في الثلاجة لوجبة أخرى،نعم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Dialogue_18_Not_Wasting_Food/05_Madani.mp3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Not Wasting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Finishing our food is a way of thanking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.إنهاء طعامنا طريقة لشكر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Dialogue_18_Not_Wasting_Food/06_Oussama.mp3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Not Wasting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always try to take a small amount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دائما أن آخذ كمية صغيرة أولا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Dialogue_18_Not_Wasting_Food/07_Islem.mp3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Not Wasting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Respecting food is part of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احترام الطعام جزء من الأخلاق الحسنة.ممتاز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Dialogue_18_Not_Wasting_Food/08_Madani.mp3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