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Making a Sandwich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Making a Sandwich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Would you like to learn how to make a simple sandwich?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تريدون تعلم كيفية صنع شطيرة بسيطة؟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Dialogue_15_Making_a_Sandwich/01_Madani.mp3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Making a Sandwich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can put the bread, cheese, and tomato.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يمكنني وضع الخبز والجبن والطماطم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Dialogue_15_Making_a_Sandwich/02_Oussama.mp3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Making a Sandwich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wash the lettuce and put it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.سأغسل الخس وأضعه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Dialogue_15_Making_a_Sandwich/03_Islem.mp3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Making a Sandwich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spread the butter on the bread?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دهن الزبدة على الخبز؟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Dialogue_15_Making_a_Sandwich/04_Anes.mp3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Making a Sandwich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use only a little butter.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استخدموا قليلا من الزبدة فقط،نعم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Dialogue_15_Making_a_Sandwich/05_Madani.mp3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Making a Sandwich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Making our own sandwich is fun and useful.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.صنع شطيرتنا بأنفسنا ممتع ومفيد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Dialogue_15_Making_a_Sandwich/06_Oussama.mp3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Making a Sandwich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Now we can take it to school for lunch tomorrow.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.الآن يمكننا أخذها إلى المدرسة لغداء الغد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Dialogue_15_Making_a_Sandwich/07_Islem.mp3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Making a Sandwich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Perfect. Learning to prepare simple food is a life skill.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تعلم تحضير طعام بسيط مهارة حياتية.ممتاز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Dialogue_15_Making_a_Sandwich/08_Madani.mp3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