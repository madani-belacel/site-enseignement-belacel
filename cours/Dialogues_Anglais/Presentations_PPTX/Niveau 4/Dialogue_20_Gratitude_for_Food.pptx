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Gratitude for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every meal, we should remember to thank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نتذكر أن نشكر الله،بعد كل وجبة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Alhamdulillah for the food and for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.الحمد لله على الطعام وعلى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Many people in the world do not have enough to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.كثير من الناس في العالم ليس لديهم ما يكفي ليأكلوا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lucky to have food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.نحن محظوظون لأن لدينا طعاما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Food is a great blessing. Never take it for granted.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تأخذوه أبدا كأمر مسلم به. الطعام نعمة عظيمة.نعم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always say Alhamdulillah after I finish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.سأقول دائما الحمد لله بعد أن أنتهي من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we should not complain about the food we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.ويجب ألا نشكو من الطعام الذي لدينا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A thankful heart is a happy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القلب الشاكر قلب سعيد.بالضبط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