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Sharing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Sharing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have food, we should be ready to share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نكون مستعدين لمشاركته،يكون لدينا طعام عندما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Dialogue_17_Sharing_Food/01_Madani.mp3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Sharing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my friend has no snack, I can give him some of mine.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يمكنني إعطاؤه بعضا مني،يكن لدى صديقي وجبة خفيفة إذا 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Dialogue_17_Sharing_Food/02_Oussama.mp3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Sharing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food shows kindness and good character.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.مشاركة الطعام تظهر اللطف والأخلاق الحسنة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Dialogue_17_Sharing_Food/03_Islem.mp3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Sharing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shared my apple with Youssef at school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.شاركت تفاحتي مع يوسف في المدرسة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Dialogue_17_Sharing_Food/04_Anes.mp3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Sharing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wonderful, Anes. I am proud of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فخور بك.هذا رائع يا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Dialogue_17_Sharing_Food/05_Madani.mp3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Sharing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share, we feel happier than when we keep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نشعر بسعادة أكبر مما لو احتفظنا بكل شيء،نشارك عندما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Dialogue_17_Sharing_Food/06_Oussama.mp3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Sharing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Prophet taught us to share our food with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.علمنا النبي أن نشارك طعامنا مع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Dialogue_17_Sharing_Food/07_Islem.mp3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Sharing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Sharing is one of the best habits a child can learn.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.المشاركة من أفضل العادات التي يمكن أن يتعلمها الطفل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Dialogue_17_Sharing_Food/08_Madani.mp3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