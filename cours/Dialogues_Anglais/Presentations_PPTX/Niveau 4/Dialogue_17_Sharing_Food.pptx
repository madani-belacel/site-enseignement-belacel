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17 — Sharing Food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17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Sharing Food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we have food, we should be ready to share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يجب أن نكون مستعدين لمشاركته،يكون لدينا طعام عندما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Dialogue_17_Sharing_Food/01_Madani.mp3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Sharing Food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If my friend has no snack, I can give him some of mine.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يمكنني إعطاؤه بعضا مني،يكن لدى صديقي وجبة خفيفة إذا لم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Dialogue_17_Sharing_Food/02_Oussama.mp3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Sharing Food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Sharing food shows kindness and good character.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.مشاركة الطعام تظهر اللطف والأخلاق الحسنة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Dialogue_17_Sharing_Food/03_Islem.mp3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Sharing Food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shared my apple with Youssef at school today.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.شاركت تفاحتي مع يوسف في المدرسة اليوم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Dialogue_17_Sharing_Food/04_Anes.mp3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Sharing Food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That is wonderful, Anes. I am proud of you.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أنا فخور بك.هذا رائع يا أنس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Dialogue_17_Sharing_Food/05_Madani.mp3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Sharing Food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we share, we feel happier than when we keep everything.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نشعر بسعادة أكبر مما لو احتفظنا بكل شيء،نشارك عندما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Dialogue_17_Sharing_Food/06_Oussama.mp3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Sharing Food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Prophet taught us to share our food with others.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.علمنا النبي أن نشارك طعامنا مع الآخرين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Dialogue_17_Sharing_Food/07_Islem.mp3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Sharing Food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Sharing is one of the best habits a child can learn.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.المشاركة من أفضل العادات التي يمكن أن يتعلمها الطفل 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Dialogue_17_Sharing_Food/08_Madani.mp3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