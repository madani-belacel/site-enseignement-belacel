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12 — Drinking Milk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Drinking Milk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Did you drink your milk this morning, Anes?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شربت حليبك هذا الصباح يا أنس؟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Dialogue_12_Drinking_Milk/01_Madani.mp3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Drinking Milk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Dad. I drank a full glass of milk.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شربت كوبا كاملا من الحليب.نعم يا أبي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Dialogue_12_Drinking_Milk/02_Anes.mp3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Drinking Milk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Milk makes our bones strong and healthy.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.الحليب يجعل عظامنا قوية وصحية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Dialogue_12_Drinking_Milk/03_Islem.mp3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Drinking Milk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also drink milk every day with my breakfast.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.أنا أيضا أشرب الحليب كل يوم مع فطوري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Dialogue_12_Drinking_Milk/04_Oussama.mp3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Drinking Milk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Very good. Milk is one of the best drinks for children.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الحليب من أفضل المشروبات للأطفال.جيد جدا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Dialogue_12_Drinking_Milk/05_Madani.mp3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Drinking Milk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have milk again in the evening?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شرب الحليب مرة أخرى في المساء؟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Dialogue_12_Drinking_Milk/06_Anes.mp3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Drinking Milk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a glass of warm milk before bed is excellent.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كوب من الحليب الدافئ قبل النوم ممتاز،نعم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Dialogue_12_Drinking_Milk/07_Madani.mp3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Drinking Milk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you, Dad, for always taking care of our health.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.شكرا يا أبي لأنك تعتني دائما بصحتنا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Dialogue_12_Drinking_Milk/08_Islem.mp3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