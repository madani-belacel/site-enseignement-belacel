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Comforting a Sad Friend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Comforting a Sad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friend looked sad today at school. What can I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يمكنني أن أفعل؟.بدا صديقي حزينا اليوم في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Dialogue_18_Comforting_a_Sad_Friend/01_Oussama.mp3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Comforting a Sad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ask him what is wrong and listen carefully without interrupting.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 تسأله ما الأمر وتستمع إليه باهتمام دون مقاطعة يمكنك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Dialogue_18_Comforting_a_Sad_Friend/02_Madani.mp3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Comforting a Sad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just sitting with a friend makes them feel less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.أحيانا مجرد الجلوس مع صديق يجعله يشعر بوحدة أقل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Dialogue_18_Comforting_a_Sad_Friend/03_Islem.mp3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Comforting a Sad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share my snack or offer to play a quiet game with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.مشاركة وجبتي الخفيفة أو عرض اللعب معه بلعبة هادئة يمكنني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Dialogue_18_Comforting_a_Sad_Friend/04_Anes.mp3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Comforting a Sad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Kindness and a listening ear are powerful gifts.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.اللطف والأذن المصغية هدايا 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Dialogue_18_Comforting_a_Sad_Friend/05_Madani.mp3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Comforting a Sad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make him smile and offer my help if he needs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أن أجعله يبتسم وأعرض مساعدتي إذا احتاج إليها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Dialogue_18_Comforting_a_Sad_Friend/06_Oussama.mp3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Comforting a Sad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true friend is there in happy and difficult 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.الحقيقي يكون موجودا في الأوقات السعيدة والصعبة الصديق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Dialogue_18_Comforting_a_Sad_Friend/07_Islem.mp3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Comforting a Sad Friend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Being present for others is one of the highest forms of friendship.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الوجود من أجل الآخرين من أعلى أشكال الصداقة.نعم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Dialogue_18_Comforting_a_Sad_Friend/08_Madani.mp3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