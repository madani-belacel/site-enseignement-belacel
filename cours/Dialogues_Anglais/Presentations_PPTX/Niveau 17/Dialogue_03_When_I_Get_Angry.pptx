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When I Get Angry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When I Get Angry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Everyone feels angry sometimes. The important thing is how we manage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المهم هو كيف نديره.الجميع يشعر بالغضب أحيانا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Dialogue_3_When_I_Get_Angry/01_Madani.mp3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When I Get Angry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I get angry, I try to take a deep breath and count to 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أحاول أن آخذ نفسا عميقا وأعد إلى عشرة،عندما أغضب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Dialogue_3_When_I_Get_Angry/02_Oussama.mp3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When I Get Angry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walk away from the situation until I feel calmer.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.أبتعد عن الموقف حتى أشعر بالهدوء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Dialogue_3_When_I_Get_Angry/03_Islem.mp3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When I Get Angry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I say something hurtful when I am angry?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قلت شيئا مؤذيا عندما أكون غاضبا؟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Dialogue_3_When_I_Get_Angry/04_Anes.mp3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When I Get Angry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Apologize sincerely as soon as you calm 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.اعتذر بصدق بمجرد أن تهدأ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Dialogue_3_When_I_Get_Angry/05_Madani.mp3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When I Get Angry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Controlling anger is a sign of real strength.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.ضبط الغضب علامة على القوة الحقيقية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Dialogue_3_When_I_Get_Angry/06_Oussama.mp3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When I Get Angry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strong person is the one who controls himself when angry.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.القوي هو من يضبط نفسه عندما يغضب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Dialogue_3_When_I_Get_Angry/07_Islem.mp3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When I Get Angry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Anger is like fire. If we control it, it does not burn us or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يحرقنا ولا يحرق الآخرين، إذا سيطرنا عليه.مثل النار الغضب.نعم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Dialogue_3_When_I_Get_Angry/08_Madani.mp3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