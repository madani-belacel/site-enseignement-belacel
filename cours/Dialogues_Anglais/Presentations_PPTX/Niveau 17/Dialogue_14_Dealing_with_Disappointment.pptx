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C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914400"/>
            <a:ext cx="7680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  <a:latin typeface="Calibri"/>
              </a:defRPr>
            </a:pPr>
            <a:r>
              <a:t>Dialogue 14 — Dealing with Disappointment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103120"/>
            <a:ext cx="7680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C5D9C7"/>
                </a:solidFill>
                <a:latin typeface="Calibri"/>
              </a:defRPr>
            </a:pPr>
            <a:r>
              <a:t>📖 Niveau 17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200400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A0C0A8"/>
                </a:solidFill>
                <a:latin typeface="Calibri"/>
              </a:defRPr>
            </a:pPr>
            <a:r>
              <a:t>Dr. BELACEL Madani — Université de Mostaganem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931920"/>
            <a:ext cx="7680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80B088"/>
                </a:solidFill>
                <a:latin typeface="Calibri"/>
              </a:defRPr>
            </a:pPr>
            <a:r>
              <a:t>Dialogue 14 / 20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14 — Dealing with Disappointment  |  📖 Niveau 17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1/8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Oussama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 did not win the school competition. I feel disappointed.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أشعر بخيبة أمل.لم أفوز في مسابقة المدرسة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Dialogue_14_Dealing_with_Disappointment/01_Oussama.mp3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14 — Dealing with Disappointment  |  📖 Niveau 17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2/8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It is normal to feel sad when things do not go as we hoped.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.من الطبيعي أن نشعر بالحزن عندما لا تسير الأمور كما أملنا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Dialogue_14_Dealing_with_Disappointment/02_Madani.mp3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14 — Dealing with Disappointment  |  📖 Niveau 17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3/8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Islem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Disappointment can teach us patience and the value of effort.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.خيبة الأمل يمكن أن تعلمنا الصبر وقيمة الجهد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Dialogue_14_Dealing_with_Disappointment/03_Islem.mp3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14 — Dealing with Disappointment  |  📖 Niveau 17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4/8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Anes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What should Oussama do now?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ماذا يجب أن يفعل أسامة الآن؟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Dialogue_14_Dealing_with_Disappointment/04_Anes.mp3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14 — Dealing with Disappointment  |  📖 Niveau 17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5/8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Rest a little, learn from the experience, and prepare better for next time.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واستعد بشكل أفضل للمرة القادمة،وتعلم من التجربة ،استرح قليلا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Dialogue_14_Dealing_with_Disappointment/05_Madani.mp3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14 — Dealing with Disappointment  |  📖 Niveau 17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6/8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Oussama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 will try again and not let one result stop me.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.سأحاول مرة أخرى ولن أدع نتيجة واحدة توقفني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Dialogue_14_Dealing_with_Disappointment/06_Oussama.mp3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14 — Dealing with Disappointment  |  📖 Niveau 17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7/8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Islem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Every attempt makes us stronger and wiser.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.كل محاولة تجعلنا أقوى وأكثر حكمة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Dialogue_14_Dealing_with_Disappointment/07_Islem.mp3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14 — Dealing with Disappointment  |  📖 Niveau 17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8/8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Yes. Rise after every fall. That is the path of strong people.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هذا طريق الأقوياء. انهضوا بعد كل سقوط.نعم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Dialogue_14_Dealing_with_Disappointment/08_Madani.mp3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