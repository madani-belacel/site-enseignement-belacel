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14 — Dealing with Disappointment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Dealing with Disappointment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did not win the school competition. I feel disappointed.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أشعر بخيبة أمل.لم أفوز في مسابقة المدرسة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Dialogue_14_Dealing_with_Disappointment/01_Oussama.mp3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Dealing with Disappointment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normal to feel sad when things do not go as we hoped.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.من الطبيعي أن نشعر بالحزن عندما لا تسير الأمور كما أملنا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Dialogue_14_Dealing_with_Disappointment/02_Madani.mp3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Dealing with Disappointment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Disappointment can teach us patience and the value of effort.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.خيبة الأمل يمكن أن تعلمنا الصبر وقيمة الجهد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Dialogue_14_Dealing_with_Disappointment/03_Islem.mp3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Dealing with Disappointment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should Oussama do now?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يجب أن يفعل أسامة الآن؟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Dialogue_14_Dealing_with_Disappointment/04_Anes.mp3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Dealing with Disappointment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Rest a little, learn from the experience, and prepare better for next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واستعد بشكل أفضل للمرة القادمة،وتعلم من التجربة ،استرح قليلا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Dialogue_14_Dealing_with_Disappointment/05_Madani.mp3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Dealing with Disappointment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try again and not let one result stop 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.سأحاول مرة أخرى ولن أدع نتيجة واحدة توقفني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Dialogue_14_Dealing_with_Disappointment/06_Oussama.mp3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Dealing with Disappointment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Every attempt makes us stronger and wiser.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.كل محاولة تجعلنا أقوى وأكثر حكمة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Dialogue_14_Dealing_with_Disappointment/07_Islem.mp3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Dealing with Disappointment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Rise after every fall. That is the path of strong people.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هذا طريق الأقوياء. انهضوا بعد كل سقوط.نعم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Dialogue_14_Dealing_with_Disappointment/08_Madani.mp3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