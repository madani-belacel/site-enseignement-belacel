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Feeling Lonely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Feeling Lonely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I feel lonely even when people are around.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.أحيانا أشعر بالوحدة حتى عندما يكون الناس حولي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Dialogue_12_Feeling_Lonely/01_Anes.mp3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Feeling Lonely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Feeling lonely is normal. What helps you feel better?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 الذي يساعدك على الشعور بتحسن؟.بالوحدة طبيعي الشعور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Dialogue_12_Feeling_Lonely/02_Madani.mp3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Feeling Lonely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Talking to you or playing with my brothers helps a lot.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.التحدث معك أو اللعب مع إخوتي يساعد كثيرا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Dialogue_12_Feeling_Lonely/03_Anes.mp3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Feeling Lonely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notice when Anes feels alone and include him.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ملاحظة عندما يشعر أنس بالوحدة وأشركه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Dialogue_12_Feeling_Lonely/04_Oussama.mp3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Feeling Lonely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Reading a book or drawing can also fill lonely moments with peace.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.كتاب أو الرسم يمكن أن تملأ أيضا لحظات الوحدة بالسلام قراءة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Dialogue_12_Feeling_Lonely/05_Islem.mp3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Feeling Lonely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Remember that Allah is always with you, even when you feel alone.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حتى عندما تشعر بالوحدة،تذكر أن الله دائما معك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Dialogue_12_Feeling_Lonely/06_Madani.mp3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Feeling Lonely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Reaching out to a friend or family member is a brave and good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.الوصول إلى صديق أو فرد من العائلة خطوة شجاعة وجيدة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Dialogue_12_Feeling_Lonely/07_Oussama.mp3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Feeling Lonely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No one should stay lonely when kindness is available.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 يجب أن يبقى أحد وحيدا عندما يكون اللطف متاحا.نعم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Dialogue_12_Feeling_Lonely/08_Madani.mp3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