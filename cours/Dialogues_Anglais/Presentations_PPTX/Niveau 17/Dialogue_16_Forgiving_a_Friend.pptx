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Forgiving a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Friends sometimes hurt each other. Forgiveness keeps the friendship alive.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المسامحة تبقي الصداقة حية.يؤذون بعضهم أحيانا الأصدقاء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my friend apologizes sincerely, I will try to forgive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سأحاول مسامحته،إذا اعتذر صديقي بصدق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Holding a grudge makes the heart heavy and the friendship cold.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.حمل الضغينة يجعل القلب ثقيلا والصداقة باردة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the friend does not say sorry?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يقل الصديق آسف؟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still forgive in your heart for your own peace.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مع ذلك المسامحة في قلبك من أجل سلامك أنت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Forgiving does not mean accepting bad behavior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.المسامحة لا تعني قبول السلوك السيئ إلى الأبد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forgive and still set healthy limits.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المسامحة وما زلنا نضع حدودا 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Forgiving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Forgiveness frees the heart and opens the door to better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المسامحة تحرر القلب وتفتح باب أيام أفضل.نعم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Dialogue_16_Forgiving_a_Friend/08_Madani.mp3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