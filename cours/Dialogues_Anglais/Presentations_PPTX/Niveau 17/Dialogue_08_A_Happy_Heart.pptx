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8 — A Happy Heart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8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A Happy Heart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A happy heart makes the face bright and the home peaceful.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.القلب السعيد يجعل الوجه مشرقا والبيت هادئا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Dialogue_8_A_Happy_Heart/01_Madani.mp3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A Happy Heart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feel my heart happy when I help someone or finish my work well.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.أشعر بسعادة قلبي عندما أساعد أحدا أو أنهي عملي جيدا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Dialogue_8_A_Happy_Heart/02_Oussama.mp3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A Happy Heart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Gratitude and kindness fill the heart with light.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.الامتنان واللطف يملآن القلب نورا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Dialogue_8_A_Happy_Heart/03_Islem.mp3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A Happy Heart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What can make my heart unhappy?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ماذا يمكن أن يجعل قلبي غير سعيد؟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Dialogue_8_A_Happy_Heart/04_Anes.mp3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A Happy Heart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Holding anger, jealousy, or always wanting more can make the heart heavy.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.أو الرغبة الدائمة في المزيد يمكن أن يجعل القلب ثقيلا حمل الغضب أو الغيرة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Dialogue_8_A_Happy_Heart/05_Madani.mp3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A Happy Heart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try to keep my heart clean from bad feelings.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.سأحاول الحفاظ على قلبي نظيفا من المشاعر السيئة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Dialogue_8_A_Happy_Heart/06_Oussama.mp3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A Happy Heart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Remembering Allah softens the heart and brings peace.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.تذكر الله يلين القلب ويجلب السلام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Dialogue_8_A_Happy_Heart/07_Islem.mp3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8 — A Happy Heart  |  📖 Niveau 17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Protect your heart. It is the most important part of you.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هي أهم جزء فيكم. احموا قلوبكم.نعم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Dialogue_8_A_Happy_Heart/08_Madani.mp3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