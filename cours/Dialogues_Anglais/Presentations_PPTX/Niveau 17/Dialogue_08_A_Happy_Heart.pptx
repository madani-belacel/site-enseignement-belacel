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A Happy Heart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happy heart makes the face bright and the home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.القلب السعيد يجعل الوجه مشرقا والبيت هادئا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my heart happy when I help someone or finish my work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بسعادة قلبي عندما أساعد أحدا أو أنهي عملي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Gratitude and kindness fill the heart with 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.الامتنان واللطف يملآن القلب نورا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make my heart unhappy?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 أن يجعل قلبي غير سعيد؟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Holding anger, jealousy, or always wanting more can make the heart heavy.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.أو الرغبة الدائمة في المزيد يمكن أن يجعل القلب ثقيلا حمل الغضب أو الغيرة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keep my heart clean from bad feelings.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الحفاظ على قلبي نظيفا من المشاعر السيئة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Remembering Allah softens the heart and brings peace.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.تذكر الله يلين القلب ويجلب السلام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A Happy Heart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Protect your heart. It is the most important part of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أهم جزء فيكم. احموا قلوبكم.نعم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Dialogue_8_A_Happy_Heart/08_Madani.mp3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