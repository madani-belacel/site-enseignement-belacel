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Helping a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friend forgot his pencil today. What should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أفعل؟.نسي صديقي قلمه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lend him one of your pencils without expecting anything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 تعيره أحد أقلامك دون توقع أي شيء في المقابل يمكنك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a friend in need is a beautiful and rewarding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صديق في حاجة عمل جميل ومجز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shared my eraser with a classmate yesterday.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.شاركت ممحاتي مع زميل أمس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done. Small acts of help make big differences.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أعمال المساعدة الصغيرة تحدث فروقا كبيرة.أحسنت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help others, they often help us later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غالبا ما يساعدوننا لاحقا أيضا،عندما نساعد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friendship is shown by actions, not only by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بالكلمات فقط،الصداقة الحقيقية تظهر بالأفعال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Helping a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 the friend you would like to have in difficult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.كن الصديق الذي تود أن يكون لديك في الأوقات الصعبة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Dialogue_9_Helping_a_Friend/08_Madani.mp3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