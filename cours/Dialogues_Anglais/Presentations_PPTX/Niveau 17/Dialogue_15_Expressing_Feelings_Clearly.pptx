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Expressing Feelings Clearly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Expressing Feelings Clearly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important to express our feelings clearly and calmly.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.من المهم التعبير عن مشاعرنا بوضوح وهدوء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Dialogue_15_Expressing_Feelings_Clearly/01_Madani.mp3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Expressing Feelings Clearly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Instead of shouting, I try to say I feel angry or sad.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أحاول أن أقول أشعر بالغضب أو الحزن،بدلا من الصراخ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Dialogue_15_Expressing_Feelings_Clearly/02_Oussama.mp3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Expressing Feelings Clearly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Clear words help others understand us and reduce misunderstandings.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.الواضحة تساعد الآخرين على فهمنا وتقلل سوء الفهم الكلمات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Dialogue_15_Expressing_Feelings_Clearly/03_Islem.mp3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Expressing Feelings Clearly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do not know how to explain my feelings?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لم أعرف كيف أشرح مشاعري؟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Dialogue_15_Expressing_Feelings_Clearly/04_Anes.mp3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Expressing Feelings Clearly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Take your time. You can say I need a moment or I feel upset.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يمكنك أن تقول أحتاج إلى لحظة أو أشعر بالانزعاج.وقتك خذ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Dialogue_15_Expressing_Feelings_Clearly/05_Madani.mp3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Expressing Feelings Clearly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Talking about feelings with a trusted person makes the heart lighter.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.التحدث عن المشاعر مع شخص موثوق يجعل القلب أخف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Dialogue_15_Expressing_Feelings_Clearly/06_Oussama.mp3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Expressing Feelings Clearly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Bottling up feelings for too long can create bigger problems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.المشاعر لفترة طويلة يمكن أن يخلق مشاكل أكبر لاحقا كبت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Dialogue_15_Expressing_Feelings_Clearly/07_Islem.mp3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Expressing Feelings Clearly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Honest and calm communication is a skill worth practicing.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التواصل الصادق والهادئ مهارة تستحق التدريب.نعم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Dialogue_15_Expressing_Feelings_Clearly/08_Madani.mp3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