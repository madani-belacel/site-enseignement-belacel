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The New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New Student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There is a new student in our class. He looks a little shy.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يبدو خجولا قليلا.هناك طالب جديد في صفنا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Dialogue_10_The_New_Student/01_Oussama.mp3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New Student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you make him feel welcome?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يمكنكم جعله يشعر بالترحيب؟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Dialogue_10_The_New_Student/02_Madani.mp3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New Student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smile, say hello, and invite him to join our group.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.الابتسام وقول مرحبا ودعوته للانضمام إلى مجموعتنا يمكنني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Dialogue_10_The_New_Student/03_Oussama.mp3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New Student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New students often feel nervous. Kindness helps them a lot.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اللطف يساعدهم كثيرا.الجدد غالبا ما يشعرون بالتوتر الطلاب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Dialogue_10_The_New_Student/04_Islem.mp3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New Student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share my snacks with him at break time?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يمكنني مشاركة وجباتي الخفيفة معه في وقت الاستراحة؟ هل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Dialogue_10_The_New_Student/05_Anes.mp3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New Student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Small friendly actions open the door to new friendships.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الأفعال الودية الصغيرة تفتح باب الصداقات الجديدة.نعم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Dialogue_10_The_New_Student/06_Madani.mp3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New Student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make sure he is not left alone during the first days.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.سأتأكد من أنه لا يترك وحيدا خلال الأيام الأولى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Dialogue_10_The_New_Student/07_Oussama.mp3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New Student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Welcoming others is a sign of a generous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الترحيب بالآخرين علامة على قلب كريم.ممتاز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Dialogue_10_The_New_Student/08_Madani.mp3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