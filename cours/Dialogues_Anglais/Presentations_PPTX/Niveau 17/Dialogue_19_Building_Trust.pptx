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Building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Trust is the foundation of every strong friendship.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.الثقة هي أساس كل صداقة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my promises and never share a friend’s secrets.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.سأحافظ على وعودي ولن أشارك أسرار صديق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Trust grows slowly with consistent honest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.الثقة تنمو ببطء مع الأفعال الصادقة المتسقة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breaks trust between friends?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الذي يكسر الثقة بين الأصدقاء؟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Lying, breaking promises, and speaking badly about the friend behind his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.وكسر الوعود والتحدث بالسوء عن الصديق من خلف ظهره الكذب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Once trust is broken, it takes a long time and real effort to rebuild.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يستغرق الأمر وقتا طويلا وجهدا حقيقيا لإعادة بنائها،الثقة بمجرد كسر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be careful with my words and actions to protect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.سأكون حذرا بكلماتي وأفعالي لحماية الثقة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Building Trust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trustworthy friend is more valuable than gold.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الصديق الجدير بالثقة أغلى من الذهب.نعم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Dialogue_19_Building_Trust/08_Madani.mp3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