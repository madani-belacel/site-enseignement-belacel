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Celebrating a Friend’s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got a very good mark on his exam. I am happy for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سعيد من أجله.على علامة جيدة جدا في امتحانه حصل صديقي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Dialogue_13_Celebrating_a_Friend_s_Success/01_Islem.mp3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excellent. Celebrating a friend’s success shows a pure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الاحتفال بنجاح صديق يظهر قلبا نقيا.هذا 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tell him well done and encourage him to keep working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.سأقول له أحسنت وأشجعه على الاستمرار في العمل الجاد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okay if I feel a little jealous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من الجيد إذا شعرت بقليل من الغيرة أحيانا؟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Feeling a little jealousy is human, but we must not let it grow.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يجب ألا ندعها تنمو،بقليل من الغيرة أمر بشري الشعور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Turning jealousy into motivation is a smart and healthy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.تحويل الغيرة إلى تحفيز اختيار ذكي وصحي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real friend is happy when his friend succeeds.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.الصديق الحقيقي سعيد عندما ينجح صديقه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Celebrating a Friend’s Success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Share the joy of others and your own joy will increase.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شاركوا فرحة الآخرين وستزيد فرحتكم أنتم.نعم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Dialogue_13_Celebrating_a_Friend_s_Success/08_Madani.mp3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