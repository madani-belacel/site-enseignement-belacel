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Thank You, 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Thank You, Dad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Dad, for everything you do for us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.شكرا يا أبي على كل ما تفعله من أجلنا كل 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Dialogue_4_Thank_You_Dad/01_Oussama.mp3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Thank You, Dad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welcome, my son. Seeing you grow well is my greatest joy.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رؤيتكم تنمون جيدا هي أعظم فرحتي.والسعة يا بني على الرحب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Dialogue_4_Thank_You_Dad/02_Madani.mp3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Thank You, Dad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teach us, protect us, and encourage us. We are grateful.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نحن ممتنون.أنت تعلمنا وتحمينا وتشجعنا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Dialogue_4_Thank_You_Dad/03_Islem.mp3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Thank You, Dad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 for playing with me and telling me stories.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.شكرا لأنك تلعب معي وتحكي لي قصصا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Dialogue_4_Thank_You_Dad/04_Anes.mp3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Thank You, Dad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Your thanks make my heart happy. Keep being good sons.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استمروا في كونكم أبناء صالحين.شكركم يسعد قلبي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Dialogue_4_Thank_You_Dad/05_Madani.mp3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Thank You, Dad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help you more at home to show my gratitude.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مساعدتك أكثر في البيت لإظهار امتناني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Dialogue_4_Thank_You_Dad/06_Oussama.mp3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Thank You, Dad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Saying thank you is a simple but powerful habit.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.قول شكرا عادة بسيطة لكنها قوية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Dialogue_4_Thank_You_Dad/07_Islem.mp3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Thank You, Dad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thankful heart is always close to happiness.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القلب الشاكر دائما قريب من السعادة.نعم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Dialogue_4_Thank_You_Dad/08_Madani.mp3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