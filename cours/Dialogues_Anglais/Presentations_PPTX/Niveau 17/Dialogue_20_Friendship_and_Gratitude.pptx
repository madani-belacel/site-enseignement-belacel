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Friendship and Gratitude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friends are a great blessing. We should thank Allah for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نشكر الله عليهم.الأصدقاء الجيدون نعمة عظيمة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grateful for friends who support me and correct me kindly.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ممتن للأصدقاء الذين يدعمونني ويصححونني بلطف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Showing gratitude to friends strengthens the relationship.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.إظهار الامتنان للأصدقاء يقوي العلاقة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show my friends that I am thankful?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يمكنني أن أظهر لأصدقائي أنني ممتن؟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By saying thank you, being loyal, and helping them when they need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ومساعدتهم عندما يحتاجون إليك، والولاء،بقول 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never take my friends for granted.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آخذ أصدقائي كأمر مسلم به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grateful friend is a friend worth keeping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.الصديق الشاكر صديق يستحق الاحتفاظ به مدى الحياة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Friendship and Gratitude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Treasure good friendships and nurture them with kindness and gratitude.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اعتزوا بالصداقات الجيدة وارعوها باللطف والامتنان.نعم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Dialogue_20_Friendship_and_Gratitude/08_Madani.mp3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