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91440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  <a:latin typeface="Poppins"/>
              </a:defRPr>
            </a:pPr>
            <a:r>
              <a:t>Dialogue 2 — Being Kind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10312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  <a:latin typeface="Poppins"/>
              </a:defRPr>
            </a:pPr>
            <a:r>
              <a:t>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20040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val="B7C9BE"/&gt;</a:solidFill>
                <a:latin typeface="Poppins"/>
              </a:defRPr>
            </a:pPr>
            <a:r>
              <a:t>Dr. BELACEL Madani — Université de Mostaganem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3192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val="93B39E"/&gt;</a:solidFill>
                <a:latin typeface="Poppins"/>
              </a:defRPr>
            </a:pPr>
            <a:r>
              <a:t>Dialogue 2 / 20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6400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1/8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is one of the most beautiful qualities a person can have.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.اللطف من أجمل الصفات التي يمكن أن يمتلكها الإنسان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Dialogue_2_Being_Kind/01_Madani.mp3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2/8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I try to speak gently and help others when I can.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.أحاول التحدث بلطف ومساعدة الآخرين عندما أستطيع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Dialogue_2_Being_Kind/02_Oussama.mp3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3/8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A kind word can make someone feel better for the whole day.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.اللطيفة يمكن أن تجعل أحدا يشعر بتحسن طوال اليوم الكلمة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Dialogue_2_Being_Kind/03_Islem.mp3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4/8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Anes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How can I be kind even when I am tired or busy?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يمكنني أن أكون لطيفا حتى عندما أكون متعبا أو مشغولا؟ كيف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Dialogue_2_Being_Kind/04_Anes.mp3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5/8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Start with a smile and a soft voice. Small acts count a lot.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الأفعال الصغيرة مهمة جدا.ابدأ بابتسامة وصوت ناعم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Dialogue_2_Being_Kind/05_Madani.mp3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6/8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Oussama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Kindness does not cost money, but it creates real happiness.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لكنه يخلق سعادة حقيقية،اللطف لا يكلف مالا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Dialogue_2_Being_Kind/06_Oussama.mp3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7/8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Islem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The Prophet taught us that kindness is a mark of true faith.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.علمنا النبي أن اللطف علامة على الإيمان الحقيقي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Dialogue_2_Being_Kind/07_Islem.mp3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val="69788B"/&gt;</a:solidFill>
                <a:latin typeface="Poppins"/>
              </a:defRPr>
            </a:pPr>
            <a:r>
              <a:t>Dialogue 2 — Being Kind  |  📖 Niveau 17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0" y="137160"/>
            <a:ext cx="1097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val="69788B"/&gt;</a:solidFill>
                <a:latin typeface="Poppins"/>
              </a:defRPr>
            </a:pPr>
            <a:r>
              <a:t>8/8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val="F0B429"/&gt;</a:solidFill>
                <a:latin typeface="Poppins"/>
              </a:defRPr>
            </a:pPr>
            <a:r>
              <a:t>Madani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0">
                <a:solidFill>val="22344A"/&gt;</a:solidFill>
                <a:latin typeface="Poppins"/>
              </a:defRPr>
            </a:pPr>
            <a:r>
              <a:t>Yes. Spread kindness every day. It comes back to you multiplied.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606040"/>
            <a:ext cx="8229600" cy="18288"/>
          </a:xfrm>
          <a:prstGeom prst="rect">
            <a:avLst/>
          </a:prstGeom>
          <a:solidFill>val="F4F6F8"/&gt;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27432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val="00875B"/&gt;</a:solidFill>
                <a:latin typeface="Poppins"/>
              </a:defRPr>
            </a:pPr>
            <a:r>
              <a:t>الترجمة :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10896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val="34495E"/&gt;</a:solidFill>
                <a:latin typeface="Poppins"/>
              </a:defRPr>
            </a:pPr>
            <a:r>
              <a:t>. سيعود إليكم مضاعفا. انشروا اللطف كل يوم.نعم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val="69788B"/&gt;</a:solidFill>
                <a:latin typeface="Poppins"/>
              </a:defRPr>
            </a:pPr>
            <a:r>
              <a:t>Audio : Dialogue_2_Being_Kind/08_Madani.mp3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784848"/>
            <a:ext cx="9144000" cy="73152"/>
          </a:xfrm>
          <a:prstGeom prst="rect">
            <a:avLst/>
          </a:prstGeom>
          <a:solidFill>val="006847"/&gt;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4343400" y="-384048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