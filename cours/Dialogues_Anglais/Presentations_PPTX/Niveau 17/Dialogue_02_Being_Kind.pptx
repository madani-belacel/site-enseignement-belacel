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 — Being Kind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Kindness is one of the most beautiful qualities a person can have.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.اللطف من أجمل الصفات التي يمكن أن يمتلكها الإنسان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try to speak gently and help others when I can.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.أحاول التحدث بلطف ومساعدة الآخرين عندما أستطيع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kind word can make someone feel better for the whole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.اللطيفة يمكن أن تجعل أحدا يشعر بتحسن طوال اليوم الكلمة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can I be kind even when I am tired or busy?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يمكنني أن أكون لطيفا حتى عندما أكون متعبا أو مشغولا؟ كيف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Start with a smile and a soft voice. Small acts count a lot.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الأفعال الصغيرة مهمة جدا.ابدأ بابتسامة وصوت ناعم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Kindness does not cost money, but it creates real happiness.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لكنه يخلق سعادة حقيقية،اللطف لا يكلف مالا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Prophet taught us that kindness is a mark of true faith.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.علمنا النبي أن اللطف علامة على الإيمان الحقيقي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 — Being Kind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Spread kindness every day. It comes back to you multiplied.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سيعود إليكم مضاعفا. انشروا اللطف كل يوم.نعم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Dialogue_2_Being_Kind/08_Madani.mp3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