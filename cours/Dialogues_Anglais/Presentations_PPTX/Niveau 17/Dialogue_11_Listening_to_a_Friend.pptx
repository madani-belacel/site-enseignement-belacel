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11 — Listening to a Friend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Listening to a Friend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One of the best gifts we can give a friend is our full attention.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.الهدايا التي يمكننا تقديمها لصديق هو انتباهنا الكامل من أفضل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Dialogue_11_Listening_to_a_Friend/01_Madani.mp3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Listening to a Friend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my friend speaks, I try not to interrupt him.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أحاول ألا أقاطعه،عندما يتحدث صديقي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Dialogue_11_Listening_to_a_Friend/02_Oussama.mp3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Listening to a Friend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Listening carefully shows that we respect and care about the person.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.الاستماع باهتمام يظهر أننا نحترم الشخص ونهتم به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Dialogue_11_Listening_to_a_Friend/03_Islem.mp3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Listening to a Friend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if I want to share my own story while he is talking?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لو أردت مشاركة قصتي بينما هو يتحدث؟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Dialogue_11_Listening_to_a_Friend/04_Anes.mp3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Listening to a Friend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Wait until he finishes. Then you can share your story too.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ثم يمكنك مشاركة قصتك أيضا.انتظر حتى ينتهي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Dialogue_11_Listening_to_a_Friend/05_Madani.mp3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Listening to a Friend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Good listeners understand better and make fewer mistakes.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.الجيدون يفهمون بشكل أفضل ويرتكبون أخطاء أقل المستمعون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Dialogue_11_Listening_to_a_Friend/06_Oussama.mp3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Listening to a Friend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Sometimes people only need someone to listen, not to give advice.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وليس إلى من يعطي نصيحة،الناس فقط إلى من يستمع أحيانا يحتاج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Dialogue_11_Listening_to_a_Friend/07_Islem.mp3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11 — Listening to a Friend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A listening ear can heal a heavy heart.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الأذن المصغية يمكن أن تشفي قلبا ثقيلا.نعم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Dialogue_11_Listening_to_a_Friend/08_Madani.mp3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