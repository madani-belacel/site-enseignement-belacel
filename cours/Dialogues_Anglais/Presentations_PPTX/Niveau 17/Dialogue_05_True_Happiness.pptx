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5 — True Happiness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True Happiness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do you think true happiness is?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 رأيكم في السعادة الحقيقية؟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Dialogue_5_True_Happiness/01_Madani.mp3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True Happiness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think it is feeling peaceful and content with what we have.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.أعتقد أنها الشعور بالسلام والقناعة بما لدينا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Dialogue_5_True_Happiness/02_Oussama.mp3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True Happiness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True happiness comes from good relationships and a clean heart.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.الحقيقية تأتي من العلاقات الجيدة والقلب النظيف السعادة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Dialogue_5_True_Happiness/03_Islem.mp3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True Happiness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feel happy when we play together and laugh as a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.أشعر بالسعادة عندما نلعب معا ونضحك كعائلة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Dialogue_5_True_Happiness/04_Anes.mp3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True Happiness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Happiness is not only in expensive things. It is in simple moments.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هي في اللحظات البسيطة.ليست فقط في الأشياء الغالية السعادة.نعم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Dialogue_5_True_Happiness/05_Madani.mp3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True Happiness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Helping others also fills the heart with a special kind of joy.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.مساعدة الآخرين تملأ القلب أيضا بنوع خاص من الفرح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Dialogue_5_True_Happiness/06_Oussama.mp3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True Happiness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Remembering Allah and being grateful increases true happiness.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.تذكر الله والامتنان يزيدان السعادة الحقيقية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Dialogue_5_True_Happiness/07_Islem.mp3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True Happiness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Seek happiness in faith, family, and good deeds.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.ابحثوا عن السعادة في الإيمان والعائلة والأعمال الصالحة 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Dialogue_5_True_Happiness/08_Madani.mp3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