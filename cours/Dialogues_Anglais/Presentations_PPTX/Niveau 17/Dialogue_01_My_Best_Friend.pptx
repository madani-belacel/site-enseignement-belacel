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My Best Friend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best friend Karim is very kind and always ready to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.المفضل كريم لطيف جدا ومستعد دائما للمساعدة صديقي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you like most about him?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يعجبك فيه أكثر؟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 listens carefully and never makes fun of my mistakes.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.هو يستمع باهتمام ولا يسخر أبدا من أخطائي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true friend supports you in good times and difficult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.الصديق الحقيقي يدعمك في الأوقات الجيدة والصعبة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also have a best friend like that?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أيضا أن يكون لدي صديق مفضل كهذا؟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 the kind of friend you would like to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كن نوع الصديق الذي تود أن يكون لديك.نعم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Karim and I share our books and play fairly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.كريم وأنا نتشارك كتبنا ونلعب بنزاهة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Friendship built on kindness and honesty lasts a long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.الصداقة المبنية على اللطف والصدق تدوم طويلا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