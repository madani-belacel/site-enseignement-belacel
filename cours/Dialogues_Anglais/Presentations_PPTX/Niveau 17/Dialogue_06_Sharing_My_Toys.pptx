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6 — Sharing My Toys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Sharing My Toys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Oussama, can I play with your new car for a while?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اللعب بسيارتك الجديدة لفترة؟،أسامة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Dialogue_6_Sharing_My_Toys/01_Anes.mp3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Sharing My Toys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of course. We can play with it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يمكننا اللعب بها معا. بالطبع،نعم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Dialogue_6_Sharing_My_Toys/02_Oussama.mp3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Sharing My Toys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Sharing toys is a kind thing to do with brothers and friends.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.مشاركة الألعاب شيء لطيف نفعله مع الإخوة والأصدقاء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Dialogue_6_Sharing_My_Toys/03_Islem.mp3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Sharing My Toys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am glad you share. This is how good brothers behave.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هكذا يتصرف الإخوة الطيبون.أنا سعيد أنكم تتشاركون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Dialogue_6_Sharing_My_Toys/04_Madani.mp3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Sharing My Toys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you, Oussama. You are a good big brother.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أنت أخ كبير جيد.شكرا يا أسامة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Dialogue_6_Sharing_My_Toys/05_Anes.mp3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Sharing My Toys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are welcome. Later we can play football outside.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لاحقا يمكننا لعب كرة القدم في الخارج.الرحب والسعة على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Dialogue_6_Sharing_My_Toys/06_Oussama.mp3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Sharing My Toys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Sharing brings happiness and strengthens family bonds.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.المشاركة تجلب السعادة وتقوي روابط العائلة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Dialogue_6_Sharing_My_Toys/07_Madani.mp3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Sharing My Toys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also share my story books with you, Anes.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.سأشاركك أيضا كتب القصص يا أنس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Dialogue_6_Sharing_My_Toys/08_Islem.mp3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