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Feeling Proud of Myself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good to feel proud of yourself when you do something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الجيد أن تشعر بالفخر بنفسك عندما تفعل شيئا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felt proud when I finished my project and helped my brother.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.شعرت بالفخر عندما أنهيت مشروعي وساعدت أخي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Healthy pride comes from effort and good character, not from looking down on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من التقليل من الآخرين،من الجهد والأخلاق الحسنة الفخر الصحي يأتي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feel proud even if no one notices what I did?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الشعور بالفخر حتى لو لم يلاحظ أحد ما فعلته؟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most important witness of your good work is Allah and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أهم شاهد على عملك الجيد هو الله وأنت نفسك.نعم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celebrate my small victories without becoming arrogant.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.سأحتفل بانتصاراتي الصغيرة دون أن أصبح متكبرا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Self-respect grows when we keep our promises to ourselves.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.احترام الذات ينمو عندما نحافظ على وعودنا لأنفسنا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Feeling Proud of Myself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proud of your progress and stay humble at the same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افتخروا بتقدمكم وابقوا متواضعين في نفس الوقت.نعم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Dialogue_17_Feeling_Proud_of_Myself/08_Madani.mp3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