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School Friends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School Friends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made a new friend at school. His name is Karim.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اسمه كريم.كونت صديقا جديدا في المدرسة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Dialogue_18_School_Friends/01_Oussama.mp3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School Friends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 you like about him? Is he kind?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يعجبك فيه؟ هل هو لطيف؟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Dialogue_18_School_Friends/02_Islem.mp3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School Friends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he is kind. He helps me with difficult exercises.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يساعدني في التمارين الصعبة. هو لطيف،نعم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Dialogue_18_School_Friends/03_Oussama.mp3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School Friends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Friends help each other and share their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.الأصدقاء يساعدون بعضهم ويتشاركون أشياءهم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Dialogue_18_School_Friends/04_Anes.mp3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School Friends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 a good friend to everyone. Friendship is a treasure.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الصداقة كنز.كن صديقا جيدا للجميع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Dialogue_18_School_Friends/05_Madani.mp3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School Friends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share our snacks during recess and talk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.نتشارك وجباتنا الخفيفة أثناء الاستراحة ونتحدث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Dialogue_18_School_Friends/06_Islem.mp3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School Friends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Having good friends makes school much happier.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.وجود أصدقاء جيدين يجعل المدرسة أكثر سعادة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Dialogue_18_School_Friends/07_Oussama.mp3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School Friends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True friends respect you and support you always.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.الأصدقاء الحقيقيون يحترمونك ويدعمونك دائما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Dialogue_18_School_Friends/08_Madani.mp3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