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My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Our English teacher is very kind and patient with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.معلمتنا الإنجليزية لطيفة جدا وصبورة معنا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always explains the lesson clearly and slowly.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تشرح الدرس دائما بوضوح وببطء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smiles a lot and helps every student in the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تبتسم كثيرا وتساعد كل طالب في الصف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Teachers help us learn and grow. We must respect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نحترمهم.المعلمون يساعدوننا على التعلم والنمو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gives us a star when we answer a question correctly.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.تعطينا نجمة عندما نجيب على سؤال بشكل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got a star yesterday for reading a short paragraph!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!حصلت على نجمة أمس لأنني قرأت فقرة قصيرة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a star too. I will study hard for the next lesson.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سأدرس بجد للدرس القادم.أريد نجمة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My Teacher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Study well every day and you will get many stars.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.ادرسوا جيدا كل يوم وستحصلون على نجوم كثيرة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Dialogue_2_My_Teacher/08_Madani.mp3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