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24 — Group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24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24 — Group 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you will work in groups.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اليوم ستعملون في مجموعات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Dialogue_24_Group_Work/01_Madani.mp3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24 — Group 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Our group has four students.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مجموعتنا تضم أربعة طالب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Dialogue_24_Group_Work/02_Oussama.mp3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24 — Group 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share ideas.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يجب أن نتشارك األفكار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Dialogue_24_Group_Work/03_Islem.mp3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24 — Group 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write the notes.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سأكتب المالحظات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Dialogue_24_Group_Work/04_Anes.mp3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24 — Group 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Everyone must participate.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يجب على الجميع المشاركة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Dialogue_24_Group_Work/05_Oussama.mp3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24 — Group 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Teamwork teaches cooperation.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العمل الجماعي يعلم التعاون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Dialogue_24_Group_Work/06_Madani.mp3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24 — Group 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finished our project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أنجزنا مشروعنا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Dialogue_24_Group_Work/07_Islem.mp3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24 — Group Work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Well done! Working together is powerful.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أحسنتم! العمل معا قوي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Dialogue_24_Group_Work/08_Madani.mp3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