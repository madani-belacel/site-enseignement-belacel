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14 — Math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14 / 30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Math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in math class we will practice addition and subtraction.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.اليوم في حصة الرياضيات سنتدرب على الجمع والطرح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Dialogue_14_Math_Class/01_Madani.mp3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Math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Two plus three equals five. That was easy!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 كان ذلك سهلا.اثنان زائد ثلاثة يساوي خمسة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Dialogue_14_Math_Class/02_Oussama.mp3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Math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solve this problem by myself now.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.أستطيع حل هذه المسألة بنفسي الآن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Dialogue_14_Math_Class/03_Islem.mp3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Math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ten minus four? I think the answer is six.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.ما هو عشرة ناقص أربعة؟ أعتقد أن الجواب ستة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Dialogue_14_Math_Class/04_Anes.mp3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Math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ten minus four is six. Well done, Anes!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! أحسنت يا أنس. عشرة ناقص أربعة يساوي ستة،نعم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Dialogue_14_Math_Class/05_Oussama.mp3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Math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 work, everyone! Practice makes perfect.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.عمل ممتاز يا جميعا! التدريب يصنع الإتقان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Dialogue_14_Math_Class/06_Madani.mp3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Math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Math helps us count money and measure things in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.تساعدنا على عد المال وقياس الأشياء في الحياة الرياضيات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Dialogue_14_Math_Class/07_Islem.mp3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14 — Math Class  |  📖 Niveau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Keep practicing a little every day and you will improve.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.واصلوا التدريب قليلا كل يوم وستتحسنون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Dialogue_14_Math_Class/08_Madani.mp3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