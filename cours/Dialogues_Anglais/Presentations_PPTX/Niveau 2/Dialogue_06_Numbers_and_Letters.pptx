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Numbers and Letters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Numbers and Letters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Let us count together from one to ten.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.لنعد معا من واحد إلى عشرة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Dialogue_6_Numbers_and_Letters/01_Madani.mp3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Numbers and Letters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One, two, three, four, five, six, seven, eight, nine, ten.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عشرة، تسعة، ثمانية، سبعة، ستة، خمسة، أربعة،ثلاثة ، اثنان،واحد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Dialogue_6_Numbers_and_Letters/02_Oussama.mp3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Numbers and Letters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count to ten without any mistakes now!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!أستطيع العد حتى العشرة بدون أي أخطاء الآن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Dialogue_6_Numbers_and_Letters/03_Anes.mp3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Numbers and Letters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Very good. Now let us practice the letters of the alphabet.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الآن لنتدرب على حروف الأبجدية.جيد جدا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Dialogue_6_Numbers_and_Letters/04_Madani.mp3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Numbers and Letters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A, B, C, D, E, F, G... I know them by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أعرفها عن ظهر قلب... ز، و، هـ، د، ج، ب،أ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Dialogue_6_Numbers_and_Letters/05_Islem.mp3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Numbers and Letters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learning so fast. I am proud of all of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أنا فخور بكم جميعا.أنتم تتعلمون بسرعة كبيرة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Dialogue_6_Numbers_and_Letters/06_Madani.mp3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Numbers and Letters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Numbers help us in maths and in real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.الأرقام تساعدنا في الرياضيات وفي الحياة الحقيقية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Dialogue_6_Numbers_and_Letters/07_Oussama.mp3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Numbers and Letters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letters help us read books and write stories.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.والحروف تساعدنا على قراءة الكتب وكتابة القصص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Dialogue_6_Numbers_and_Letters/08_Anes.mp3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