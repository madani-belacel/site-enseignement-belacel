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23 — Using a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23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do not know this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أنا ال أعرف هذه الكلمة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it up in the dictionary.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ابحث عنها في القاموس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I find the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أجد الكلمة؟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Words are in alphabetical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الكلمات مرتبة حسب الترتيب األبجدي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found it! It means 'happy'.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وجدتها! تعني «سعيد:»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Dictionaries are very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القواميس مفيدة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use it more often.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سأستخدمه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23 — Using a Dictionary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new words builds your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تعلم كلمات جديدة يبني معرفتك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Dialogue_23_Using_a_Dictionary/08_Madani.mp3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