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23 — Using a Dictionary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23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Using a Dictionary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do not know this word.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أنا ال أعرف هذه الكلمة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Dialogue_23_Using_a_Dictionary/01_Oussama.mp3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Using a Dictionary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it up in the dictionary.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ابحث عنها في القاموس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Dialogue_23_Using_a_Dictionary/02_Madani.mp3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Using a Dictionary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I find the word?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أجد الكلمة؟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Dialogue_23_Using_a_Dictionary/03_Islem.mp3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Using a Dictionary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Words are in alphabetical order.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الكلمات مرتبة حسب الترتيب األبجدي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Dialogue_23_Using_a_Dictionary/04_Madani.mp3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Using a Dictionary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found it! It means 'happy'.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وجدتها! تعني «سعيد:»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Dialogue_23_Using_a_Dictionary/05_Anes.mp3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Using a Dictionary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Dictionaries are very useful.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القواميس مفيدة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Dialogue_23_Using_a_Dictionary/06_Oussama.mp3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Using a Dictionary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use it more often.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سأستخدمه أكثر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Dialogue_23_Using_a_Dictionary/07_Islem.mp3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Using a Dictionary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Learning new words builds your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تعلم كلمات جديدة يبني معرفتك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Dialogue_23_Using_a_Dictionary/08_Madani.mp3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