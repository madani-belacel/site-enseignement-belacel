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Science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Science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in science we learned about plants and how they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في العلوم تعلمنا عن النباتات وكيف تنمو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Dialogue_15_Science_Class/01_Oussama.mp3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Science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Plants need water, sunlight, and good soil to 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.النباتات تحتاج إلى الماء وضوء الشمس وتربة جيدة لتعيش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Dialogue_15_Science_Class/02_Islem.mp3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Science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grow a small plant at home,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زراعة نبات صغير في المنزل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Dialogue_15_Science_Class/03_Anes.mp3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Science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that is a great idea. We can start this weekend.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البدء في عطلة نهاية الأسبوع. هذه فكرة رائعة،نعم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Dialogue_15_Science_Class/04_Madani.mp3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Science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water the plant every morning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.سأسقي النبات كل صباح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Dialogue_15_Science_Class/05_Oussama.mp3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Science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Science is interesting because we discover new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.العلوم ممتعة لأننا نكتشف أشياء 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Dialogue_15_Science_Class/06_Islem.mp3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Science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be a scientist when I grow up!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!أريد أن أصبح عالما عندما أكبر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Dialogue_15_Science_Class/07_Anes.mp3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Science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asking questions and observing. That is the spirit of science.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هذه روح العلوم.استمروا في طرح الأسئلة والملاحظة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Dialogue_15_Science_Class/08_Madani.mp3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