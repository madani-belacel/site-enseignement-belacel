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The School Bell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Bell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school bell rings before every class starts.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.جرس المدرسة يرن قبل بدء كل حصة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Dialogue_8_The_School_Bell/01_Oussama.mp3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Bell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hear the bell, you walk calmly to your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تمشون بهدوء إلى صفكم،عندما تسمعون الجرس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Dialogue_8_The_School_Bell/02_Madani.mp3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Bell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school bell. It tells us when to start and 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يخبرنا متى نبدأ ومتى نتوقف.أحب جرس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Dialogue_8_The_School_Bell/03_Islem.mp3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Bell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the bell rings again, the class is 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تنتهي الحصة،عندما يرن الجرس مرة أخرى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Dialogue_8_The_School_Bell/04_Anes.mp3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Bell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line up quietly and wait for the teacher.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.نصطف بهدوء وننتظر المعلمة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Dialogue_8_The_School_Bell/05_Oussama.mp3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Bell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never run in the corridor when the bell rings.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.لا نركض أبدا في الممر عندما يرن الجرس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Dialogue_8_The_School_Bell/06_Islem.mp3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Bell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Being on time is a very important value in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.الالتزام بالمواعيد قيمة مهمة جدا في الحياة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Dialogue_8_The_School_Bell/07_Madani.mp3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School Bell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always try to be ready before the bell rings.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دائما أن أكون مستعدا قبل أن يرن الجرس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Dialogue_8_The_School_Bell/08_Anes.mp3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