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21 — Lunch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21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Lunch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lunch time. Wash your hands.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اغسلوا أيديكم. حان وقت الغداء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Dialogue_21_Lunch_Time/01_Madani.mp3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Lunch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brought a sandwich and fruit.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جلبت شطيرة وفاكهة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Dialogue_21_Lunch_Time/02_Oussama.mp3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Lunch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Eating healthy food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تناول الطعام الصحي مهم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Dialogue_21_Lunch_Time/03_Islem.mp3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Lunch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share my apple with you?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مشاركة تفاحتي معك؟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Dialogue_21_Lunch_Time/04_Anes.mp3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Lunch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you! That is very kind.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شكرا! هذا لطيف جدا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Dialogue_21_Lunch_Time/05_Oussama.mp3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Lunch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 not waste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ال تهدروا الطعام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Dialogue_21_Lunch_Time/06_Madani.mp3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Lunch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lunch we clean the table.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بعد الغداء ننظف الطاولة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Dialogue_21_Lunch_Time/07_Islem.mp3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21 — Lunch Time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manners at the table, please.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آداب جيدة على المائدة من فضلكم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Dialogue_21_Lunch_Time/08_Madani.mp3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