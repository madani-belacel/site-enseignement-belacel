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The Classroom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Classroom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classroom is clean and quiet this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.الفصل نظيف وهادئ هذا الصباح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Dialogue_5_The_Classroom/01_Oussama.mp3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Classroom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sit on our chairs and wait for the teacher.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.نجلس على كراسينا وننتظر المعلمة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Dialogue_5_The_Classroom/02_Islem.mp3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Classroom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teacher writes the date and the lesson on the 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.المعلمة تكتب التاريخ والدرس على السبورة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Dialogue_5_The_Classroom/03_Anes.mp3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Classroom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Respecting the classroom rules is very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.احترام قواعد الفصل مهم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Dialogue_5_The_Classroom/04_Madani.mp3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Classroom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raise our hand before we speak in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.نرفع يدنا قبل أن نتكلم في الصف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Dialogue_5_The_Classroom/05_Oussama.mp3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Classroom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listen carefully when the teacher is speaking.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.نستمع باهتمام عندما تتكلم المعلمة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Dialogue_5_The_Classroom/06_Islem.mp3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Classroom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keep our books and bags tidy under the desk.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.نحافظ على ترتيب كتبنا وحقائبنا تحت المكتب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Dialogue_5_The_Classroom/07_Anes.mp3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Classroom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how good students behave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.هكذا يتصرف الطلاب الجيدون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Dialogue_5_The_Classroom/08_Madani.mp3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