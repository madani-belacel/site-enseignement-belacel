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26 — Morning Routine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26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26 — Morning Routine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Wake up, children! It is morning.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استيقظوا يا أطفال! إنه الصباح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Dialogue_26_Morning_Routine/01_Madani.mp3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26 — Morning Routine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brush my teeth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سأغسل أسناني أوال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Dialogue_26_Morning_Routine/02_Oussama.mp3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26 — Morning Routine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put on my school uniform.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أرتدي زيي المدرسي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Dialogue_26_Morning_Routine/03_Islem.mp3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26 — Morning Routine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Did you pack your school bag?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جهزت حقيبتك المدرسية؟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Dialogue_26_Morning_Routine/04_Anes.mp3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26 — Morning Routine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everything is ready.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كل شيء جاهز، 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Dialogue_26_Morning_Routine/05_Oussama.mp3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26 — Morning Routine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Eat a good breakfast.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تناولوا إفطارا جيدا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Dialogue_26_Morning_Routine/06_Madani.mp3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26 — Morning Routine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leave home at seven o'clock.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نغادر المنزل في الساعة السابعة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Dialogue_26_Morning_Routine/07_Islem.mp3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26 — Morning Routine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Have a wonderful day at school!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أتمنى لكم يوما رائعا في المدرسة:!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Dialogue_26_Morning_Routine/08_Madani.mp3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