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26 — Morning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26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Wake up, children! It is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استيقظوا يا أطفال! إنه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brush my teeth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سأغسل أسناني أوال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on my school uniform.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أرتدي زيي المدرسي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Did you pack your school bag?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جهزت حقيبتك المدرسية؟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everything is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كل شيء جاهز،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 a good breakfast.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تناولوا إفطارا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leave home at seven o'clock.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نغادر المنزل في الساعة السابعة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26 — Morning Routine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Have a wonderful day at school!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أتمنى لكم يوما رائعا في المدرسة:!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Dialogue_26_Morning_Routine/08_Madani.mp3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