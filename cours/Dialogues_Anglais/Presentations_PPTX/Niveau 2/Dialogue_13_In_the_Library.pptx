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In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In the Library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are going to the school library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سنذهب إلى مكتبة المدرسة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Dialogue_13_In_the_Library/01_Madani.mp3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In the Library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borrow a book about animals and nature.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أستعير كتابا عن الحيوانات والطبيعة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Dialogue_13_In_the_Library/02_Oussama.mp3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In the Library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must be quiet in the library so others can 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.نكون هادئين في المكتبة حتى يتمكن الآخرون من القراءة يجب أن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Dialogue_13_In_the_Library/03_Islem.mp3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In the Library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borrow two books this time, please?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استعارة كتابين هذه المرة من فضلك؟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Dialogue_13_In_the_Library/04_Anes.mp3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In the Library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you can keep them for one week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يمكنك الاحتفاظ بهما لمدة أسبوع واحد فقط،نعم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Dialogue_13_In_the_Library/05_Madani.mp3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In the Library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good care of the books and return them on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.سأعتني بالكتب جيدا وأعيدها في الموعد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Dialogue_13_In_the_Library/06_Oussama.mp3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In the Library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Reading in the library is peaceful and enjoyable.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.القراءة في المكتبة هادئة وممتعة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Dialogue_13_In_the_Library/07_Islem.mp3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In the Library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Returning books on time shows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.إعادة الكتب في الموعد تظهر المسؤولية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Dialogue_13_In_the_Library/08_Madani.mp3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