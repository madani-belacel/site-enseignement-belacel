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28 — After School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28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28 — After School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School is finished. I am going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أنا ذاهب إلى المنزل. انتهت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Dialogue_28_After_School/01_Oussama.mp3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28 — After School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First I will do my homework.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أوال سأنجز واجبي المنزلي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Dialogue_28_After_School/02_Islem.mp3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28 — After School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Then I can play for one hour.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ثم يمكنني اللعب لمدة ساعة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Dialogue_28_After_School/03_Anes.mp3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28 — After School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plan. Balance study and 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وازنوا بين الدراسة واللعب. خطة 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Dialogue_28_After_School/04_Madani.mp3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28 — After School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help set the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سأساعد أيضا في ترتيب الطاولة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Dialogue_28_After_School/05_Oussama.mp3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28 — After School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dinner we can read a story.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بعد العشاء يمكننا قراءة قصة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Dialogue_28_After_School/06_Islem.mp3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28 — After School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our evening routine.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أحب روتيننا المسائي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Dialogue_28_After_School/07_Anes.mp3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28 — After School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routine helps you succeed.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الروتين الجيد يساعدك على النجاح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Dialogue_28_After_School/08_Madani.mp3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