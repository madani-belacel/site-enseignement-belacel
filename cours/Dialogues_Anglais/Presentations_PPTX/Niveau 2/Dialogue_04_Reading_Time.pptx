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4 — Reading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4 / 30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Reading Time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Read a short paragraph for me, Oussama.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.اقرأ فقرة قصيرة لي يا أسامة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Dialogue_4_Reading_Time/01_Madani.mp3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Reading Time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read slowly but correctly. Listen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استمع جيدا.سأقرأ ببطء لكن بشكل صحيح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Dialogue_4_Reading_Time/02_Oussama.mp3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Reading Time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Good job. Keep improving your reading every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استمر في تحسين قراءتك كل يوم.أحسنت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Dialogue_4_Reading_Time/03_Madani.mp3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Reading Time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Reading is useful for everyone. It makes us smarter.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تجعلنا أذكى.القراءة مفيدة للجميع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Dialogue_4_Reading_Time/04_Islem.mp3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Reading Time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Try to read at least one page every single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حاولوا قراءة صفحة واحدة على الأقل كل يوم.نعم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Dialogue_4_Reading_Time/05_Madani.mp3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Reading Time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read a story about animals tonight before bed.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.سأقرأ قصة عن الحيوانات الليلة قبل النوم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Dialogue_4_Reading_Time/06_Oussama.mp3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Reading Time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listen too? I love stories about animals.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.هل يمكنني الاستماع أيضا؟ أحب القصص عن الحيوانات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Dialogue_4_Reading_Time/07_Anes.mp3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Reading Time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course. Reading aloud helps the whole family.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القراءة بصوت عال تساعد العائلة كلها.بالطبع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Dialogue_4_Reading_Time/08_Madani.mp3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