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9 — The Best Student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9 / 30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Best Student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Who do you think is the best student in your class?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من تعتقد أنه أفضل طالب في صفك؟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Dialogue_9_The_Best_Student/01_Madani.mp3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Best Student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want to be a good student who always tries hard.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.أريد أن أكون طالبا جيدا يحاول دائما بجد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Dialogue_9_The_Best_Student/02_Oussama.mp3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Best Student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best students study every day and listen carefully.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.أفضل الطلاب يدرسون كل يوم ويستمعون باهتمام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Dialogue_9_The_Best_Student/03_Islem.mp3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Best Student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They also ask questions when they do not understand.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.وهم أيضا يسألون أسئلة عندما لا يفهمون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Dialogue_9_The_Best_Student/04_Anes.mp3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Best Student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That is the real way to succeed at school.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.هذه هي الطريقة الحقيقية للنجاح في المدرسة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Dialogue_9_The_Best_Student/05_Madani.mp3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Best Student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listen to my teacher and do my homework on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.سأستمع إلى معلمتي وأنجز واجبي في وقته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Dialogue_9_The_Best_Student/06_Oussama.mp3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Best Student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review my lessons every evening after dinner.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.سأراجع دروسي كل مساء بعد العشاء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Dialogue_9_The_Best_Student/07_Islem.mp3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Best Student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That is the secret of success: hard work and consistency.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العمل الجاد والاستمرارية:هذا هو سر النجاح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Dialogue_9_The_Best_Student/08_Madani.mp3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