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Recess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Recess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bell rang! It is time for recess now.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.رن الجرس! حان وقت الاستراحة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Dialogue_12_Recess_Time/01_Oussama.mp3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Recess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Let us go outside and play football with our friends.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.هيا نخرج ونلعب كرة القدم مع أصدقائنا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Dialogue_12_Recess_Time/02_Islem.mp3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Recess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my water bottle so I can drink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.سآخذ زجاجة الماء حتى أشرب لاحقا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Dialogue_12_Recess_Time/03_Anes.mp3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Recess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Walk carefully in the corridor. Do not run.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تركضوا.امشوا بحذر في الممر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Dialogue_12_Recess_Time/04_Madani.mp3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Recess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walk calmly and then play outside.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.سنمشي بهدوء ثم نلعب في الخارج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Dialogue_12_Recess_Time/05_Oussama.mp3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Recess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recess we have English class. I am ready.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أنا مستعد.بعد الاستراحة لدينا حصة الإنجليزية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Dialogue_12_Recess_Time/06_Islem.mp3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Recess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recess because I can talk and play with friends.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الاستراحة لأنني أستطيع التحدث واللعب مع الأصدقاء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Dialogue_12_Recess_Time/07_Anes.mp3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Recess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Play safely, be kind, and come back on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وعودوا في الوقت، كونوا لطفاء،العبوا بأمان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Dialogue_12_Recess_Time/08_Madani.mp3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