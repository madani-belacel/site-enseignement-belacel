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Physical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for physical education class.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مستعدون؟.حان وقت حصة التربية البدنية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We will run, jump, and play different games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سنركض ونقفز ونلعب ألعابا مختلفة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playing basketball and football the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لعب كرة السلة وكرة القدم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Exercise makes our body strong and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.الرياضة تجعل جسمنا قويا وصحيا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to stretch your body before you start running.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.تذكروا أن تمددوا أجسامكم قبل أن تبدؤوا الجري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feel better and happier after PE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دائما بتحسن وسعادة أكبر بعد حصة التربية البدنية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Teamwork is very important when we play sports.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الجماعي مهم جدا عندما نلعب الرياضة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Physical Education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 fair, respect your friends, and have fun!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واستمتعوا، احترموا أصدقاءكم،العبوا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Dialogue_16_Physical_Education/08_Madani.mp3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