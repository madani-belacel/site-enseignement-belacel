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Asking for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Excuse me, teacher. Can you please help me with this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هذه الكلمة من فضلك؟.معلمة عفوا 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What is the problem with this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المشكلة مع هذه الكلمة؟.بالطبع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do not understand the meaning. Can you explain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شرحه؟.أنا لا أفهم المعنى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explain it again more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اشرحه مرة أخرى ببطء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word means 'friend'. You can use it in a sentence.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استخدامها في جملة.'هذه الكلمة تعني 'صديق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very much! Now I understand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جزيلا! الآن أفهم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important to ask when we do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المهم أن نسأل عندما لا نفهم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Asking for Help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ask for help. That is how we learn faster.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هكذا نتعلم بشكل أسرع.اطلبوا المساعدة دائما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Dialogue_11_Asking_for_Help/08_Madani.mp3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