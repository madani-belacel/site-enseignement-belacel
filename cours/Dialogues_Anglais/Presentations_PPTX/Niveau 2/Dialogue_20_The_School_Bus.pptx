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The School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Look! The school bus is coming down the street.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.انظروا! حافلة المدرسة قادمة في الشارع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wait in a straight line and not push.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ننتظر في صف مستقيم ولا ندفع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sitting next to the window so I can look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الجلوس بجانب النافذة حتى أستطيع النظر إلى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wear your seat belt for safety.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.ارتدوا حزام الأمان دائما من أجل السلامة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talk quietly on the bus so we do not disturb the driver.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.نتحدث بهدوء في الحافلة حتى لا نزعج السائق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driver is careful and kind with all the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.السائق حذر ولطيف مع جميع الأطفال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 get off, I wave goodbye to my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ألوح وداعا لأصدقائي،عندما أنزل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The School Bus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Safe travel every day is a blessing. Thank Allah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اشكروا الله عليها.السفر الآمن كل يوم نعمة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Dialogue_20_The_School_Bus/08_Madani.mp3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