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20 — The School Bus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20 / 30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The School Bus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Look! The school bus is coming down the street.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.انظروا! حافلة المدرسة قادمة في الشارع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Dialogue_20_The_School_Bus/01_Oussama.mp3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The School Bus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must wait in a straight line and not push.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.يجب أن ننتظر في صف مستقيم ولا ندفع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Dialogue_20_The_School_Bus/02_Islem.mp3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The School Bus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like sitting next to the window so I can look outside.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.أحب الجلوس بجانب النافذة حتى أستطيع النظر إلى الخارج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Dialogue_20_The_School_Bus/03_Anes.mp3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The School Bus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Always wear your seat belt for safety.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.ارتدوا حزام الأمان دائما من أجل السلامة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Dialogue_20_The_School_Bus/04_Madani.mp3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The School Bus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We talk quietly on the bus so we do not disturb the driver.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.نتحدث بهدوء في الحافلة حتى لا نزعج السائق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Dialogue_20_The_School_Bus/05_Oussama.mp3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The School Bus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The driver is careful and kind with all the children.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.السائق حذر ولطيف مع جميع الأطفال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Dialogue_20_The_School_Bus/06_Islem.mp3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The School Bus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When I get off, I wave goodbye to my friends.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ألوح وداعا لأصدقائي،عندما أنزل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Dialogue_20_The_School_Bus/07_Anes.mp3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20 — The School Bus  |  📖 Niveau 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Safe travel every day is a blessing. Thank Allah for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اشكروا الله عليها.السفر الآمن كل يوم نعمة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Dialogue_20_The_School_Bus/08_Madani.mp3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