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27 — Learning New Vocabulary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27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Let us learn five new words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لنتعلم خمس كلمات جديدة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'beautiful'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تعني كلمة «جميل»؟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means something nice to look 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تعني شيئا جميال للنظر إليه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an example?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إعطاء مثال؟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garden is beautiful.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الحديقة جميلة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write the words in my notebook.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سأكتب الكلمات في دفتري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Repeating words helps me remember.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تكرار الكلمات يساعدني على التذكر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27 — Learning New Vocabulary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new words in sentences.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استخدموا الكلمات الجديدة في جمل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Dialogue_27_Learning_New_Vocabulary/08_Madani.mp3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