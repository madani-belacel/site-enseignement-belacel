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29 — Talking to the Teacher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29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29 — Talking to the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morning, teacher!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صباح الخير يا معلم:!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Dialogue_29_Talking_to_the_Teacher/01_Oussama.mp3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29 — Talking to the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morning. How are you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حالك اليوم؟. صباح الخير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Dialogue_29_Talking_to_the_Teacher/02_Madani.mp3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29 — Talking to the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fine, thank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شكرا، أنا بخير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Dialogue_29_Talking_to_the_Teacher/03_Islem.mp3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29 — Talking to the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have a question about the lesson.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لدي سؤال عن الدرس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Dialogue_29_Talking_to_the_Teacher/04_Anes.mp3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29 — Talking to the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ask. I am happy to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أنا سعيد بالمساعدة. من فضلك اسأل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Dialogue_29_Talking_to_the_Teacher/05_Madani.mp3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29 — Talking to the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is the next test?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متى يكون االختبار القادم؟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Dialogue_29_Talking_to_the_Teacher/06_Oussama.mp3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29 — Talking to the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 for explaining clearly.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شكرا على الشرح الواضح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Dialogue_29_Talking_to_the_Teacher/07_Islem.mp3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29 — Talking to the Teacher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welcome. Keep studying hard.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استمروا في الدراسة بجد. على الرحب والسعة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Dialogue_29_Talking_to_the_Teacher/08_Madani.mp3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