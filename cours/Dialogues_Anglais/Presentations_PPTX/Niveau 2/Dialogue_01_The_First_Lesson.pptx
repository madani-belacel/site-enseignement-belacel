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The First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First Lesson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did you study at school today, Oussama?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درست في المدرسة اليوم يا أسامة؟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Dialogue_1_The_First_Lesson/01_Madani.mp3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First Lesson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studied Arabic and English. We learned many new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تعلمنا كلمات جديدة كثيرة.درست العربية والإنجليزية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Dialogue_1_The_First_Lesson/02_Oussama.mp3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First Lesson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Excellent! Please repeat the new words aloud for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.ممتاز! من فضلك كرر الكلمات الجديدة بصوت عال 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Dialogue_1_The_First_Lesson/03_Madani.mp3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First Lesson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Dad. Book, pen, table, and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ودفتر، طاولة، قلم، كتاب.نعم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Dialogue_1_The_First_Lesson/04_Oussama.mp3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First Lesson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Perfect pronunciation! You are improving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.نطق ممتاز! أنت تتحسن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Dialogue_1_The_First_Lesson/05_Madani.mp3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First Lesson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also studied a new lesson about animals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أيضا درست درسا جديدا عن الحيوانات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Dialogue_1_The_First_Lesson/06_Islem.mp3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First Lesson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Learning new words is fun when we practice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.تعلم كلمات جديدة ممتع عندما نتدرب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Dialogue_1_The_First_Lesson/07_Oussama.mp3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First Lesson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Keep practicing every day and you will become very good.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.واصلوا التدريب كل يوم وستصبحون جيدين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Dialogue_1_The_First_Lesson/08_Madani.mp3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