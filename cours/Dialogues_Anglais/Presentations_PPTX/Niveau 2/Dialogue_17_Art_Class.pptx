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Art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in art class we will draw a beautiful landscape.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في حصة الرسم سنرسم منظرا طبيعيا جميلا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need colored pencils, a pencil, and a clean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.أحتاج إلى أقلام ملونة وقلم رصاص وورقة 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favorite color is blue. I will use it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سأستخدمه كثيرا.لوني المفضل هو الأزرق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Art helps us express our feelings and imagination.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.الفن يساعدنا على التعبير عن مشاعرنا وخيالنا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drawing a big green tree and a bright sun.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أرسم شجرة خضراء كبيرة وشمسا مشرقة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show my drawing to the class when I finish?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عرض رسمتي على الصف عندما أنتهي؟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Your drawing looks beautiful, Islem!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!رسمتك تبدو جميلة يا إسلام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Art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creating and enjoying art. It is good for the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مفيد للقلب.استمروا في الإبداع والاستمتاع بالفن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Dialogue_17_Art_Class/08_Madani.mp3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