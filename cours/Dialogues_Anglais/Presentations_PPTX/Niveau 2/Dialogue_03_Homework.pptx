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Did you finish your homework, Oussama?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أنهيت واجبك المنزلي يا أسامة؟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Dad. I finished it carefully after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أنهيته بعناية بعد المدرسة.نعم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Good. Please bring it to me so I can check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من فضلك أحضره لي حتى أتحقق منه.جيد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Here it is. Did I do everything correctly?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فعلت كل شيء بشكل صحيح؟.ها هو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Dialogue_3_Homework/04_Oussama.mp3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well done! Your writing is clear and neat.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أحسنت! كتابتك واضحة ومرتبة،نعم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do my homework right now before I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.سأنجز واجبي الآن قبل أن ألعب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 will read a small story after I finish mine.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.وسأقرأ قصة صغيرة بعد أن أنهي واجبي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Doing homework on time is a very good habit.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إنجاز الواجب في وقته عادة جيدة جدا.ممتاز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