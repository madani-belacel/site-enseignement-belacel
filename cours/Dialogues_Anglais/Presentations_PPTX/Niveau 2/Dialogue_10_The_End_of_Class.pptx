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End of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Class is over. What do you usually do after school?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تفعلون عادة بعد المدرسة؟.انتهت الحصة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Dialogue_10_The_End_of_Class/01_Madani.mp3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go home, rest a little, and then do my homework.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أنجز واجبي، أستريح قليلا،أعود إلى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Dialogue_10_The_End_of_Class/02_Oussama.mp3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play with my brothers for a short time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.ألعب مع إخوتي لفترة قصيرة أولا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Dialogue_10_The_End_of_Class/03_Anes.mp3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then we all sit together and finish our homework.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.ثم نجلس جميعا معا وننهي واجباتنا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Dialogue_10_The_End_of_Class/04_Islem.mp3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Did you put all your things back in your bag?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وضعتم كل أغراضكم في الحقيبة؟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Dialogue_10_The_End_of_Class/05_Madani.mp3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my books and notebooks are safely in my bag.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كتبي ودفاتري في حقيبتي بأمان،نعم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Dialogue_10_The_End_of_Class/06_Oussama.mp3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said goodbye to my teacher before leaving the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.سلمت على معلمتي قبل مغادرة الفصل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Dialogue_10_The_End_of_Class/07_Islem.mp3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manners at the end of class are very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.الآداب الجيدة في نهاية الحصة مهمة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Dialogue_10_The_End_of_Class/08_Madani.mp3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