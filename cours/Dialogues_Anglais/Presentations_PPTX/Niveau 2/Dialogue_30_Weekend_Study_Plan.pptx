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30 — Weekend Study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30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30 — Weekend Study Plan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your plan for the weekend?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 هي خطتكم لعطلة نهاية األسبوع؟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Dialogue_30_Weekend_Study_Plan/01_Madani.mp3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30 — Weekend Study Plan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finish my homework on Saturday.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سأنهي واجبي يوم السبت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Dialogue_30_Weekend_Study_Plan/02_Oussama.mp3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30 — Weekend Study Plan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review English vocabulary.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أريد مراجعة مفردات اإلنجليزية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Dialogue_30_Weekend_Study_Plan/03_Islem.mp3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30 — Weekend Study Plan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visit the library on Sunday?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زيارة المكتبة يوم األحد؟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Dialogue_30_Weekend_Study_Plan/04_Anes.mp3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30 — Weekend Study Plan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that is a good idea.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هذه فكرة جيدة، 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Dialogue_30_Weekend_Study_Plan/05_Madani.mp3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30 — Weekend Study Plan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also help clean my 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سأساعد أيضا في تنظيف غرفتي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Dialogue_30_Weekend_Study_Plan/06_Oussama.mp3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30 — Weekend Study Plan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little study every day is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القليل من الدراسة كل يوم أفضل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Dialogue_30_Weekend_Study_Plan/07_Islem.mp3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30 — Weekend Study Plan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Plan well and enjoy your free time too.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خططوا جيدا واستمتعوا بوقت فراغكم أيضا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Dialogue_30_Weekend_Study_Plan/08_Madani.mp3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