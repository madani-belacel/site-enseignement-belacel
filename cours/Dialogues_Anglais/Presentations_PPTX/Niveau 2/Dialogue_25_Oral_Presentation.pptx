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5 — Oral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5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5 — Oral Present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morrow you will present your topic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غدا ستقدمون موضوع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5_Oral_Presentatio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5 — Oral Present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lk about my favorite anim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سأتحدث عن حيواني الم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5_Oral_Presentatio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5 — Oral Present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a bit s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شعر بقليل من الخج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5_Oral_Presentatio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5 — Oral Present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actice at home. You can do it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مكنك فعل ذلك. تدرب في المنزل: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5_Oral_Presentation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5 — Oral Present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peak clearly and smi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تحدث بوضوح وابتس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5_Oral_Presentation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5 — Oral Present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repared some pic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عددت بعض الص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5_Oral_Presentatio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5 — Oral Present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class will listen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سيستمع الصف باهتم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5_Oral_Presentatio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5 — Oral Presentation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 confident. You are ready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نت مستعد. كن واثقا: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5_Oral_Presentati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