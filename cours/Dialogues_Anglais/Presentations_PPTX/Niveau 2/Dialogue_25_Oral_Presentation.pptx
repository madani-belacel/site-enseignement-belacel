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25 — Oral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25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25 — Oral Presentation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Tomorrow you will present your topic.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غدا ستقدمون موضوعكم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Dialogue_25_Oral_Presentation/01_Madani.mp3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25 — Oral Presentation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talk about my favorite animal.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سأتحدث عن حيواني المفضل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Dialogue_25_Oral_Presentation/02_Oussama.mp3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25 — Oral Presentation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a bit shy.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أشعر بقليل من الخجل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Dialogue_25_Oral_Presentation/03_Islem.mp3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25 — Oral Presentation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Practice at home. You can do it!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يمكنك فعل ذلك. تدرب في المنزل:!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Dialogue_25_Oral_Presentation/04_Madani.mp3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25 — Oral Presentation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Speak clearly and smile.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تحدث بوضوح وابتسم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Dialogue_25_Oral_Presentation/05_Anes.mp3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25 — Oral Presentation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prepared some pictures.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أعددت بعض الصور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Dialogue_25_Oral_Presentation/06_Oussama.mp3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25 — Oral Presentation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class will listen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سيستمع الصف باهتمام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Dialogue_25_Oral_Presentation/07_Islem.mp3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25 — Oral Presentation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 confident. You are ready!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أنت مستعد. كن واثقا:!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Dialogue_25_Oral_Presentation/08_Madani.mp3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