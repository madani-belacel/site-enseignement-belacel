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Preparing for a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Preparing for a Test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have an important test tomorrow. Are you ready?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مستعدون؟.لديكم اختبار مهم غدا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Dialogue_19_Preparing_for_a_Test/01_Madani.mp3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Preparing for a Test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review all my English words this evening.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.سأراجع كل كلماتي الإنجليزية هذا المساء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Dialogue_19_Preparing_for_a_Test/02_Oussama.mp3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Preparing for a Test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read my notes carefully and practice the exercises.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.سأقرأ ملاحظاتي بعناية وأتمرن على التمارين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Dialogue_19_Preparing_for_a_Test/03_Islem.mp3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Preparing for a Test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study together? It is easier with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.هل يمكننا الدراسة معا؟ يكون أسهل مع المساعدة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Dialogue_19_Preparing_for_a_Test/04_Anes.mp3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Preparing for a Test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studying together can be very useful.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الدراسة معا يمكن أن تكون مفيدة جدا،نعم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Dialogue_19_Preparing_for_a_Test/05_Madani.mp3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Preparing for a Test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a little nervous, but I will do my best.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لكنني سأبذل قصارى جهدي،أشعر بقليل من التوتر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Dialogue_19_Preparing_for_a_Test/06_Oussama.mp3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Preparing for a Test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your best and trust Allah. That is enough.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هذا يكفي.ابذلوا قصارى جهدكم وتوكلوا على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Dialogue_19_Preparing_for_a_Test/07_Madani.mp3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Preparing for a Test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sleep early tonight so my mind is fresh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.سأنام مبكرا هذه الليلة حتى يكون ذهني نشيطا غدا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Dialogue_19_Preparing_for_a_Test/08_Islem.mp3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