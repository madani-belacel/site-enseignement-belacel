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The School Bag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School Bag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you have your notebook and pencil in your bag?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لديك دفترك وقلمك في الحقيبة؟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Dialogue_7_The_School_Bag/01_Madani.mp3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School Bag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Dad. I also have my ruler and eraser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لدي أيضا مسطرتي وممحاتي جاهزتين.نعم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Dialogue_7_The_School_Bag/02_Oussama.mp3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School Bag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checked my bag last night. Everything is inside.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شيء بداخلها.فحصت حقيبتي الليلة الماضية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Dialogue_7_The_School_Bag/03_Islem.mp3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School Bag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bag is full but it is not too heavy for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.حقيبتي ممتلئة لكنها ليست ثقيلة جدا علي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Dialogue_7_The_School_Bag/04_Anes.mp3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School Bag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not forget your books and your water bottle.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.لا تنسوا كتبكم وزجاجة الماء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Dialogue_7_The_School_Bag/05_Madani.mp3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School Bag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Everything is inside. I am ready for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مستعد للمدرسة.كل شيء في الداخل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Dialogue_7_The_School_Bag/06_Oussama.mp3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School Bag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check my bag every night so I do not forget anything.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.أتفقد حقيبتي كل ليلة حتى لا أنسى شيئا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Dialogue_7_The_School_Bag/07_Islem.mp3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The School Bag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Well done, my sons. Good habits make school easier.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العادات الجيدة تجعل المدرسة أسهل.أحسنتم يا أبنائي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Dialogue_7_The_School_Bag/08_Madani.mp3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