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22 — Classroom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22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Classroom Rules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remember the classroom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لنتذكر قواعد الفصل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Dialogue_22_Classroom_Rules/01_Madani.mp3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Classroom Rules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raise our hand before speaking.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نرفع يدنا قبل الكالم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Dialogue_22_Classroom_Rules/02_Oussama.mp3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Classroom Rules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listen when others talk.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نستمع عندما يتحدث اآلخرون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Dialogue_22_Classroom_Rules/03_Islem.mp3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Classroom Rules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keep our desks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نحافظ على نظافة مكاتبنا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Dialogue_22_Classroom_Rules/04_Anes.mp3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Classroom Rules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respect the teacher and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نحترم المعلم واألصدقاء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Dialogue_22_Classroom_Rules/05_Madani.mp3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Classroom Rules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 running inside the classroom.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ممنوع الجري داخل الفصل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Dialogue_22_Classroom_Rules/06_Oussama.mp3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Classroom Rules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These rules help us learn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هذه القواعد تساعدنا على التعلم بشكل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Dialogue_22_Classroom_Rules/07_Islem.mp3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22 — Classroom Rules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students follow the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الطالب الجيدون يتبعون القواعد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Dialogue_22_Classroom_Rules/08_Madani.mp3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