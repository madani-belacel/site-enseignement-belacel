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The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The Flowers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garden is full of colorful flowers this spring.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.الحديقة مليئة بالزهور الملونة هذا الربيع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Dialogue_13_The_Flowers/01_Madani.mp3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The Flowers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see red roses, yellow daisies, and purple flowers.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.أستطيع رؤية ورود حمراء وأقحوان أصفر وزهور بنفسجية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Dialogue_13_The_Flowers/02_Oussama.mp3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The Flowers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Flowers make the garden look happy and beautiful.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.الزهور تجعل الحديقة تبدو سعيدة وجميلة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Dialogue_13_The_Flowers/03_Islem.mp3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The Flowers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pick some flowers for Mom?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قطف بعض الزهور لأمي؟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Dialogue_13_The_Flowers/04_Anes.mp3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The Flowers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only a few, and be careful not to damage the plants.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وكن حذرا حتى لا تتلف النباتات، لكن القليل فقط،نعم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Dialogue_13_The_Flowers/05_Madani.mp3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The Flowers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Flowers need water, sunlight, and care to grow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.الزهور تحتاج إلى الماء وضوء الشمس والرعاية لتنمو جيدا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Dialogue_13_The_Flowers/06_Oussama.mp3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The Flowers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the sweet smell of the flowers in the morning.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الرائحة الحلوة للزهور في الصباح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Dialogue_13_The_Flowers/07_Islem.mp3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The Flowers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Flowers are a gentle reminder of the beauty of creation.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الزهور تذكير لطيف بجمال الخلق.نعم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Dialogue_13_The_Flowers/08_Madani.mp3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