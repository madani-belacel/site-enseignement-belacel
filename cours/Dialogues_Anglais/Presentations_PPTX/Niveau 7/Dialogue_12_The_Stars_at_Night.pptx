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The Stars at 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The Stars at Night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 sky tonight. It is full of bright stars.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إنها مليئة بالنجوم المشرقة.انظروا إلى السماء الليلة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Dialogue_12_The_Stars_at_Night/01_Madani.mp3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The Stars at Night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stars look so small, but they are actually very big.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لكنها في الحقيقة كبيرة جدا،النجوم تبدو صغيرة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Dialogue_12_The_Stars_at_Night/02_Oussama.mp3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The Stars at Night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counting the stars when the night is clear.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عد النجوم عندما تكون الليلة صافية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Dialogue_12_The_Stars_at_Night/03_Islem.mp3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The Stars at Night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 moon also a star,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القمر أيضا نجم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Dialogue_12_The_Stars_at_Night/04_Anes.mp3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The Stars at Night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No, the moon is different. It reflects the light of the sun.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هو يعكس ضوء الشمس. القمر مختلف،لا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Dialogue_12_The_Stars_at_Night/05_Madani.mp3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The Stars at Night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Looking at the stars makes me feel calm and small.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.النظر إلى النجوم يجعلني أشعر بالهدوء والصغر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Dialogue_12_The_Stars_at_Night/06_Oussama.mp3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The Stars at Night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night sky shows the greatness of Allah’s creation.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.سماء الليل تظهر عظمة خلق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Dialogue_12_The_Stars_at_Night/07_Islem.mp3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The Stars at Night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Every star is a sign for those who think and reflect.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نجم آية للذين يفكرون ويتأملون.نعم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Dialogue_12_The_Stars_at_Night/08_Madani.mp3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