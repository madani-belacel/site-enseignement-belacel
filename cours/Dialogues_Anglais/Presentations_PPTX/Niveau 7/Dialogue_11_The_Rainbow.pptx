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The Rainbow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look! There is a beautiful rainbow in the sky!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انظر! هناك قوس قزح جميل في السماء،أبي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it is wonderful. Rainbows appear after the rain.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يظهر قوس قزح بعد المطر. إنه رائع،نعم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many colors: red, orange, yellow, green, blue...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... أزرق، أخضر، أصفر، برتقالي، أحمر:رؤية ألوان كثيرة أستطيع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Rainbows make the sky look magical and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.قوس قزح يجعل السماء تبدو سحرية وسعيدة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a sign of beauty and hope after the rain.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.هو علامة على الجمال والأمل بعد المطر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take a picture of the rainbow?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التقاط صورة لقوس قزح؟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Dialogue_11_The_Rainbow/06_Anes.mp3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it will disappear soon, so be quick.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لذا كن سريعا، لكنه سيختفي قريبا،نعم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Rainbow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Enjoy the moment. Beautiful things in nature do not last forever.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الأشياء الجميلة في الطبيعة لا تدوم إلى الأبد.باللحظة استمتعوا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Dialogue_11_The_Rainbow/08_Madani.mp3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