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11 — The Rainbow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11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11 — The Rainbow  |  📖 Niveau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Dad, look! There is a beautiful rainbow in the sky!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! انظر! هناك قوس قزح جميل في السماء،أبي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Dialogue_11_The_Rainbow/01_Anes.mp3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11 — The Rainbow  |  📖 Niveau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Yes, it is wonderful. Rainbows appear after the rain.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يظهر قوس قزح بعد المطر. إنه رائع،نعم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Dialogue_11_The_Rainbow/02_Madani.mp3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11 — The Rainbow  |  📖 Niveau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can see many colors: red, orange, yellow, green, blue...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... أزرق، أخضر، أصفر، برتقالي، أحمر:رؤية ألوان كثيرة أستطيع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Dialogue_11_The_Rainbow/03_Oussama.mp3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11 — The Rainbow  |  📖 Niveau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Rainbows make the sky look magical and happy.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.قوس قزح يجعل السماء تبدو سحرية وسعيدة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Dialogue_11_The_Rainbow/04_Islem.mp3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11 — The Rainbow  |  📖 Niveau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It is a sign of beauty and hope after the rain.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.هو علامة على الجمال والأمل بعد المطر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Dialogue_11_The_Rainbow/05_Madani.mp3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11 — The Rainbow  |  📖 Niveau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Can we take a picture of the rainbow?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هل يمكننا التقاط صورة لقوس قزح؟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Dialogue_11_The_Rainbow/06_Anes.mp3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11 — The Rainbow  |  📖 Niveau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Yes, but it will disappear soon, so be quick.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لذا كن سريعا، لكنه سيختفي قريبا،نعم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Dialogue_11_The_Rainbow/07_Oussama.mp3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11 — The Rainbow  |  📖 Niveau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Enjoy the moment. Beautiful things in nature do not last forever.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الأشياء الجميلة في الطبيعة لا تدوم إلى الأبد.باللحظة استمتعوا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Dialogue_11_The_Rainbow/08_Madani.mp3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