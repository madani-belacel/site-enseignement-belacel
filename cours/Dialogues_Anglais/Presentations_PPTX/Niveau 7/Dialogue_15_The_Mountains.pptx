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The Mountains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Mountains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at those high mountains in the distance.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.انظروا إلى تلك الجبال العالية في الأفق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Dialogue_15_The_Mountains/01_Madani.mp3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Mountains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They look strong and peaceful under the blue sky.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.تبدو قوية وهادئة تحت السماء الزرقاء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Dialogue_15_The_Mountains/02_Oussama.mp3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Mountains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Climbing mountains must be hard but beautiful.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.تسلق الجبال يجب أن يكون صعبا لكنه جميل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Dialogue_15_The_Mountains/03_Islem.mp3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Mountains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visit the mountains one day,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زيارة الجبال يوما ما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Dialogue_15_The_Mountains/04_Anes.mp3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Mountains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InshAllah. We can go for a short trip in the future.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يمكننا الذهاب في رحلة قصيرة في المستقبل.إن شاء الله 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Dialogue_15_The_Mountains/05_Madani.mp3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Mountains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air in the mountains is fresh and clean.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.الهواء في الجبال منعش ونظيف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Dialogue_15_The_Mountains/06_Oussama.mp3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Mountains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Mountains remind us of the greatness of Allah’s creation.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.الجبال تذكرنا بعظمة خلق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Dialogue_15_The_Mountains/07_Islem.mp3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Mountains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Standing near mountains makes the heart feel humble.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الوقوف قرب الجبال يجعل القلب يشعر بالتواضع.نعم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Dialogue_15_The_Mountains/08_Madani.mp3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