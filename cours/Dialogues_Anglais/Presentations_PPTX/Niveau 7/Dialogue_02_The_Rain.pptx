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The 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outside! It is raining heavily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 إلى الخارج! إنها تمطر بغزارة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the sound of rain on the windows.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صوت المطر على النوافذ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Rain is good for the plants, trees, and the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.المطر جيد للنباتات والأشجار والأرض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go out and play in the rain?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الخروج واللعب في المطر؟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now. The rain is too strong. We can watch it from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مشاهدته من الداخل. المطر قوي جدا.ليس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rain, the air smells fresh and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الهواء تفوح منه رائحة منعشة ونظيفة،بعد المطر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we see a rainbow after the rain stops.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نرى قوس قزح بعد توقف المطر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Rain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Rain is a mercy from Allah that brings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المطر رحمة من الله تجلب الحياة.نعم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Dialogue_2_The_Rain/08_Madani.mp3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