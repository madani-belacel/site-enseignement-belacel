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 — The 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The Rain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Look outside! It is raining heavily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.انظروا إلى الخارج! إنها تمطر بغزارة اليوم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Dialogue_2_The_Rain/01_Madani.mp3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The Rain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love the sound of rain on the windows.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صوت المطر على النوافذ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Dialogue_2_The_Rain/02_Oussama.mp3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The Rain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Rain is good for the plants, trees, and the earth.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.المطر جيد للنباتات والأشجار والأرض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Dialogue_2_The_Rain/03_Islem.mp3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The Rain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go out and play in the rain?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الخروج واللعب في المطر؟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Dialogue_2_The_Rain/04_Anes.mp3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The Rain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Not now. The rain is too strong. We can watch it from inside.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يمكننا مشاهدته من الداخل. المطر قوي جدا.ليس الآن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Dialogue_2_The_Rain/05_Madani.mp3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The Rain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After the rain, the air smells fresh and clean.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الهواء تفوح منه رائحة منعشة ونظيفة،بعد المطر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Dialogue_2_The_Rain/06_Oussama.mp3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The Rain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Sometimes we see a rainbow after the rain stops.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.أحيانا نرى قوس قزح بعد توقف المطر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Dialogue_2_The_Rain/07_Islem.mp3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The Rain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Rain is a mercy from Allah that brings life.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المطر رحمة من الله تجلب الحياة.نعم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Dialogue_2_The_Rain/08_Madani.mp3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