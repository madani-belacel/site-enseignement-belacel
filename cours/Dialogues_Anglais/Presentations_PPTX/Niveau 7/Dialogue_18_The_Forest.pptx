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The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Walking in the forest is a peaceful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.المشي في الغابة تجربة هادئة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trees are tall and the air smells fresh.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.الأشجار طويلة والهواء تفوح منه رائحة منعشة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hear birds singing and leaves moving.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سماع الطيور تغني والأوراق تتحرك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there wild animals in the forest?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هناك حيوانات برية في الغابة؟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most of them stay away from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معظمها يبتعد عن الناس،نعم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walk carefully and not leave any trash.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نمشي بحذر ولا نترك أي قمامة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Forests are the lungs of the earth. They produce oxygen.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تنتج الأكسجين.الغابات هي رئة 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Forest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Protecting forests is protecting life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حماية الغابات هي حماية الحياة نفسها.نعم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Dialogue_18_The_Forest/08_Madani.mp3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