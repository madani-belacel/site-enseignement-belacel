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Thanking Allah for 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see the beauty of nature, what should we remember?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نتذكر؟،عندما نرى جمال الطبيعة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Dialogue_20_Thanking_Allah_for_Nature/01_Madani.mp3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remember Allah, the Creator of all this beauty.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خالق كل هذا الجمال،يجب أن نتذكر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Dialogue_20_Thanking_Allah_for_Nature/02_Oussama.mp3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Everything in nature is a sign of Allah’s power and mercy.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شيء في الطبيعة آية على قدرة الله ورحمته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Dialogue_20_Thanking_Allah_for_Nature/03_Islem.mp3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say SubhanAllah when I see something beautiful in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.أقول سبحان الله عندما أرى شيئا جميلا في الطبيعة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Dialogue_20_Thanking_Allah_for_Nature/04_Anes.mp3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excellent. Remembering Allah increases our love for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تذكر الله يزيد من محبتنا له.هذا 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Dialogue_20_Thanking_Allah_for_Nature/05_Madani.mp3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also protect nature as a way of thanking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أيضا أن نحمي الطبيعة كطريقة لشكر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Dialogue_20_Thanking_Allah_for_Nature/06_Oussama.mp3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the earth is part of being a good Muslim.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بالأرض جزء من كوننا مسلمين صالحين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Dialogue_20_Thanking_Allah_for_Nature/07_Islem.mp3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May Allah help us protect His creation and be grateful.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أعاننا الله على حماية خلقه وأن نكون شاكرين.نعم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Dialogue_20_Thanking_Allah_for_Nature/08_Madani.mp3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