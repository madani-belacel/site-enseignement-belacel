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Birds in the Sky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birds flying high in the sky.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 إلى الطيور تحلق عاليا في السماء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look free and happy when they fly.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.تبدو حرة وسعيدة عندما تطير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birds sing beautiful songs in the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.بعض الطيور تغني أغاني جميلة في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watching the birds build their nests.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مشاهدة الطيور تبني أعشاشها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Birds are part of the beautiful balance of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.الطيور جزء من التوازن الجميل للطبيعة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harm birds or destroy their nests.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نؤذي الطيور أو ندمر أعشاشها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some water and seeds in the garden for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بعض الماء والبذور في الحديقة لها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Birds in the Sky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kind. Taking care of animals is a good deed.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بالحيوانات عمل صالح.هذا لطيف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Dialogue_7_Birds_in_the_Sky/08_Madani.mp3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