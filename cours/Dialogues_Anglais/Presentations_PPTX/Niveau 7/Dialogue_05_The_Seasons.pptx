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5 — The Seasons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5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The Seasons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There are four seasons in the year: spring, summer, autumn, and winter.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الربيع والصيف والخريف والشتاء:أربعة فصول في السنة هناك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Dialogue_5_The_Seasons/01_Madani.mp3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The Seasons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like spring because the flowers start to bloom.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.أحب الربيع لأن الزهور تبدأ في التفتح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Dialogue_5_The_Seasons/02_Oussama.mp3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The Seasons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Summer is hot, but we can go to the beach and swim.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 يمكننا الذهاب إلى الشاطئ والسباحة،الصيف حار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Dialogue_5_The_Seasons/03_Islem.mp3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The Seasons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In autumn the leaves change color and fall down.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.في الخريف تتغير ألوان الأوراق وتسقط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Dialogue_5_The_Seasons/04_Anes.mp3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The Seasons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And in winter it becomes cold and we wear warm clothes.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.وفي الشتاء يصبح الجو باردا ونرتدي ملابس دافئة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Dialogue_5_The_Seasons/05_Madani.mp3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The Seasons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Every season has its own beauty and special things.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.كل فصل له جماله وأشياؤه الخاصة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Dialogue_5_The_Seasons/06_Oussama.mp3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The Seasons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changing seasons teach us that life is always moving.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.الفصول المتغيرة تعلمنا أن الحياة تتحرك دائما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Dialogue_5_The_Seasons/07_Islem.mp3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5 — The Seasons  |  📖 Niveau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Allah created the seasons for our benefit and enjoyment.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خلق الله الفصول لمصلحتنا واستمتاعنا.نعم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Dialogue_5_The_Seasons/08_Madani.mp3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