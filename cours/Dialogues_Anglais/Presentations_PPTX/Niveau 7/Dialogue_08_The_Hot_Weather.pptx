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The Hot Weather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Hot Weather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weather is very hot today. Stay in the shade.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ابقوا في الظل.الطقس حار جدا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Dialogue_8_The_Hot_Weather/01_Madani.mp3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Hot Weather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thirsty. Can I drink some cold water?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شرب بعض الماء البارد؟.أشعر بالعطش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Dialogue_8_The_Hot_Weather/02_Oussama.mp3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Hot Weather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wear light clothes and a hat outside.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نرتدي ملابس خفيفة وقبعة في الخارج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Dialogue_8_The_Hot_Weather/03_Islem.mp3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Hot Weather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play in the water to cool down?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اللعب في الماء لتبريد أنفسنا؟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Dialogue_8_The_Hot_Weather/04_Anes.mp3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Hot Weather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not for too long under the strong sun.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ليس لفترة طويلة تحت الشمس القوية،نعم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Dialogue_8_The_Hot_Weather/05_Madani.mp3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Hot Weather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Hot weather makes us feel tired more quickly.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.الطقس الحار يجعلنا نشعر بالتعب بسرعة أكبر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Dialogue_8_The_Hot_Weather/06_Oussama.mp3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Hot Weather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Drinking a lot of water helps us stay healthy.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.شرب الكثير من الماء يساعدنا على البقاء بصحة جيدة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Dialogue_8_The_Hot_Weather/07_Islem.mp3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Hot Weather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Take care of yourselves in hot weather.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اعتنوا بأنفسكم في الطقس الحار.نعم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Dialogue_8_The_Hot_Weather/08_Madani.mp3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