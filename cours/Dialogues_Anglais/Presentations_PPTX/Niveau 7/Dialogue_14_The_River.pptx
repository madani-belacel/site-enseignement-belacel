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The 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walk near the river and enjoy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سنمشي قرب النهر ونستمتع بالطبيعة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water in the river looks clear and fresh.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.الماء في النهر يبدو صافيا ومنعشا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the sound of the water flowing gently.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سماع صوت الماء يتدفق بلطف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there fish in the river,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هناك أسماك في النهر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many small fish live in clean rivers.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كثير من الأسماك الصغيرة تعيش في الأنهار النظيفة،نعم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throw trash into the river.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نرمي القمامة في النهر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rivers are important for animals and for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.الأنهار النظيفة مهمة للحيوانات وللناس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The River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Protecting water sources is a great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حماية مصادر المياه مسؤولية عظيمة.بالضبط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Dialogue_14_The_River/08_Madani.mp3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