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The Clouds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Clouds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the sky. There are many white clouds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هناك الكثير من الغيوم البيضاء اليوم.انظروا إلى السماء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Dialogue_4_The_Clouds/01_Madani.mp3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Clouds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 clouds look like animals or shapes.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.بعض الغيوم تبدو مثل حيوانات أو أشكال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Dialogue_4_The_Clouds/02_Oussama.mp3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Clouds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Clouds carry water and bring us rain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.الغيوم تحمل الماء وتجلب لنا المطر لاحقا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Dialogue_4_The_Clouds/03_Islem.mp3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Clouds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the dark clouds going to bring rain?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الغيوم الداكنة ستجلب المطر؟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Dialogue_4_The_Clouds/04_Anes.mp3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Clouds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dark clouds often mean rain is coming soon.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الغيوم الداكنة غالبا ما تعني أن المطر قادم قريبا،نعم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Dialogue_4_The_Clouds/05_Madani.mp3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Clouds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watching the clouds move slowly across the sky.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مشاهدة الغيوم تتحرك ببطء عبر السماء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Dialogue_4_The_Clouds/06_Oussama.mp3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Clouds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Clouds make the sky look different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.الغيوم تجعل السماء تبدو مختلفة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Dialogue_4_The_Clouds/07_Islem.mp3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Clouds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sky and the clouds are a beautiful creation.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السماء والغيوم خلق جميل.نعم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Dialogue_4_The_Clouds/08_Madani.mp3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