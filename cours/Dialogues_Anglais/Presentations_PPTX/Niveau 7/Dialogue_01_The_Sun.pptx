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The Sun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Sun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sun is bright and warm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.الشمس مشرقة ودافئة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Dialogue_1_The_Sun/01_Madani.mp3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Sun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a hat and some water when we go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قبعة وبعض الماء عندما نخرج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Dialogue_1_The_Sun/02_Oussama.mp3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Sun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sun gives us light and helps plants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.الشمس تعطينا الضوء وتساعد النباتات على النمو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Dialogue_1_The_Sun/03_Islem.mp3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Sun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sunny days because we can play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الأيام المشمسة لأننا نستطيع اللعب في الخارج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Dialogue_1_The_Sun/04_Anes.mp3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Sun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sun is a great gift from Allah. It gives life to the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تعطي الحياة للأرض.الشمس هدية عظيمة من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Dialogue_1_The_Sun/05_Madani.mp3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Sun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But too much sun is not good for our skin.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.لكن كثرة الشمس غير جيدة لبشرتنا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Dialogue_1_The_Sun/06_Oussama.mp3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Sun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why we stay in the shade during the hottest hours.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.لهذا نبقى في الظل خلال الساعات الأكثر حرارة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Dialogue_1_The_Sun/07_Islem.mp3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The Sun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enjoy the sun carefully and thank Allah for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نستمتع بالشمس بحذر ونشكر الله عليها.نعم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Dialogue_1_The_Sun/08_Madani.mp3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