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 — The Sun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The Sun  |  📖 Niveau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The sun is bright and warm today.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.الشمس مشرقة ودافئة اليوم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Dialogue_1_The_Sun/01_Madani.mp3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The Sun  |  📖 Niveau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 need a hat and some water when we go outside.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.نحتاج إلى قبعة وبعض الماء عندما نخرج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Dialogue_1_The_Sun/02_Oussama.mp3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The Sun  |  📖 Niveau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The sun gives us light and helps plants grow.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.الشمس تعطينا الضوء وتساعد النباتات على النمو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Dialogue_1_The_Sun/03_Islem.mp3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The Sun  |  📖 Niveau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like sunny days because we can play outside.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.أحب الأيام المشمسة لأننا نستطيع اللعب في الخارج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Dialogue_1_The_Sun/04_Anes.mp3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The Sun  |  📖 Niveau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The sun is a great gift from Allah. It gives life to the earth.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تعطي الحياة للأرض.الشمس هدية عظيمة من الله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Dialogue_1_The_Sun/05_Madani.mp3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The Sun  |  📖 Niveau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But too much sun is not good for our skin.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.لكن كثرة الشمس غير جيدة لبشرتنا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Dialogue_1_The_Sun/06_Oussama.mp3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The Sun  |  📖 Niveau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That is why we stay in the shade during the hottest hours.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.لهذا نبقى في الظل خلال الساعات الأكثر حرارة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Dialogue_1_The_Sun/07_Islem.mp3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The Sun  |  📖 Niveau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We enjoy the sun carefully and thank Allah for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نستمتع بالشمس بحذر ونشكر الله عليها.نعم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Dialogue_1_The_Sun/08_Madani.mp3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