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16 — The Desert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16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16 — The Desert  |  📖 Niveau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The desert is a special place with sand and open sky.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.الصحراء مكان خاص فيه رمل وسماء مفتوحة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Dialogue_16_The_Desert/01_Madani.mp3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16 — The Desert  |  📖 Niveau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It looks empty, but many animals live there.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لكن كثيرا من الحيوانات تعيش هناك،تبدو فارغة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Dialogue_16_The_Desert/02_Oussama.mp3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16 — The Desert  |  📖 Niveau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The desert can be very hot during the day and cold at night.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.يمكن أن تكون حارة جدا أثناء النهار وباردة في الليل الصحراء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Dialogue_16_The_Desert/03_Islem.mp3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16 — The Desert  |  📖 Niveau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Can we visit the desert one day and see the sand dunes?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يمكننا زيارة الصحراء يوما ما ورؤية كثبان الرمل؟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Dialogue_16_The_Desert/04_Anes.mp3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16 — The Desert  |  📖 Niveau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Yes, but we must prepare well and take enough water.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لكن يجب أن نستعد جيدا ونأخذ ماء كافيا،نعم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Dialogue_16_The_Desert/05_Madani.mp3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16 — The Desert  |  📖 Niveau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The desert teaches us about patience and strength.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.الصحراء تعلمنا عن الصبر والقوة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Dialogue_16_The_Desert/06_Oussama.mp3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16 — The Desert  |  📖 Niveau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Even in difficult places, Allah provides life and beauty.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يوفر الله الحياة والجمال،حتى في الأماكن الصعبة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Dialogue_16_The_Desert/07_Islem.mp3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16 — The Desert  |  📖 Niveau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Every type of land has its own lessons and wonders.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كل نوع من الأراضي له دروسه وعجائبه الخاصة.نعم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Dialogue_16_The_Desert/08_Madani.mp3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