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The Desert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desert is a special place with sand and open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.الصحراء مكان خاص فيه رمل وسماء مفتوحة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looks empty, but many animals live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كثيرا من الحيوانات تعيش هناك،تبدو فارغة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desert can be very hot during the day and cold at 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 أن تكون حارة جدا أثناء النهار وباردة في الليل الصحراء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the desert one day and see the sand dunes?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الصحراء يوما ما ورؤية كثبان الرمل؟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we must prepare well and take enough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يجب أن نستعد جيدا ونأخذ ماء كافيا،نعم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desert teaches us about patience and strength.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.الصحراء تعلمنا عن الصبر والقوة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in difficult places, Allah provides life and beauty.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يوفر الله الحياة والجمال،حتى في الأماكن الصعبة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Desert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type of land has its own lessons and wonders.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نوع من الأراضي له دروسه وعجائبه الخاصة.نعم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Dialogue_16_The_Desert/08_Madani.mp3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