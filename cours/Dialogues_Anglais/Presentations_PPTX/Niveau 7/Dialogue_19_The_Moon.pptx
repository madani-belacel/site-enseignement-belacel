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19 — The Moon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19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The Moon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Look at the moon tonight. It is full and bright.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هو مكتمل ومشرق.انظروا إلى القمر الليلة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Dialogue_19_The_Moon/01_Madani.mp3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The Moon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full moon makes the night look almost like 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.القمر الكامل يجعل الليل يبدو شبه نهار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Dialogue_19_The_Moon/02_Oussama.mp3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The Moon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moon changes its shape during the month.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.القمر يغير شكله خلال الشهر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Dialogue_19_The_Moon/03_Islem.mp3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The Moon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Why does the moon change, Dad?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لماذا يتغير القمر يا أبي؟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Dialogue_19_The_Moon/04_Anes.mp3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The Moon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Because of the way the sun’s light falls on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.بسبب الطريقة التي يسقط بها ضوء الشمس عليه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Dialogue_19_The_Moon/05_Madani.mp3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The Moon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Muslims use the moon to know the start of the months.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.يستخدم المسلمون القمر لمعرفة بداية الأشهر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Dialogue_19_The_Moon/06_Oussama.mp3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The Moon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moon is calm and beautiful in the night sky.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.القمر هادئ وجميل في سماء الليل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Dialogue_19_The_Moon/07_Islem.mp3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The Moon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Looking at the moon can fill the heart with peace.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النظر إلى القمر يمكن أن يملأ القلب بالسلام.نعم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Dialogue_19_The_Moon/08_Madani.mp3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