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17 — Thunder and Lightning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Thunder and Lightning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Dad, I heard a loud sound! What was that?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سمعت صوتا عاليا! ما هذا؟،أبي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Dialogue_17_Thunder_and_Lightning/01_Anes.mp3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Thunder and Lightning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That was thunder. It comes with the lightning.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يأتي مع البرق.هذا كان الرعد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Dialogue_17_Thunder_and_Lightning/02_Madani.mp3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Thunder and Lightning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Lightning is the bright light we see in the sky during a storm.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.البرق هو الضوء الساطع الذي نراه في السماء أثناء العاصفة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Dialogue_17_Thunder_and_Lightning/03_Oussama.mp3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Thunder and Lightning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Thunder is the sound that follows the lightning.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.الرعد هو الصوت الذي يتبع البرق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Dialogue_17_Thunder_and_Lightning/04_Islem.mp3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Thunder and Lightning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Stay inside during strong storms. It is safer.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إنه أكثر أمانا.ابقوا في الداخل أثناء العواصف القوية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Dialogue_17_Thunder_and_Lightning/05_Madani.mp3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Thunder and Lightning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am a little scared of the loud thunder.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.أنا خائف قليلا من الرعد العالي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Dialogue_17_Thunder_and_Lightning/06_Anes.mp3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Thunder and Lightning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normal. Hold my hand. We are safe at home.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نحن آمنون في المنزل. أمسك بيدي.هذا طبيعي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Dialogue_17_Thunder_and_Lightning/07_Madani.mp3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Thunder and Lightning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After the storm, the air usually becomes cooler and fresher.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يصبح الهواء عادة أكثر برودة وانتعاشا،بعد العاصفة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Dialogue_17_Thunder_and_Lightning/08_Oussama.mp3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