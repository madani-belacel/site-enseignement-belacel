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10 — The Beautiful Nature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Beautiful Nature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Nature is full of beauty if we open our eyes and look.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.الطبيعة مليئة بالجمال إذا فتحنا أعيننا ونظرنا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Dialogue_10_The_Beautiful_Nature/01_Madani.mp3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Beautiful Nature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love the green trees, the blue sky, and the flowers.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الأشجار الخضراء والسماء الزرقاء والزهور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Dialogue_10_The_Beautiful_Nature/02_Oussama.mp3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Beautiful Nature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mountains, rivers, and seas are all wonderful.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.الجبال والأنهار والبحار كلها رائعة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Dialogue_10_The_Beautiful_Nature/03_Islem.mp3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Beautiful Nature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Even the small insects and birds are part of nature.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.حتى الحشرات الصغيرة والطيور جزء من الطبيعة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Dialogue_10_The_Beautiful_Nature/04_Anes.mp3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Beautiful Nature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Allah created all of this for us to enjoy and protect.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.خلق الله كل هذا لنا لنستمتع به ونحميه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Dialogue_10_The_Beautiful_Nature/05_Madani.mp3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Beautiful Nature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not throw trash in nature or harm animals.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ألا نرمي القمامة في الطبيعة أو نؤذي الحيوانات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Dialogue_10_The_Beautiful_Nature/06_Oussama.mp3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Beautiful Nature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Taking care of nature is a responsibility for all of 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.العناية بالطبيعة مسؤولية على عاتقنا جميعا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Dialogue_10_The_Beautiful_Nature/07_Islem.mp3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Beautiful Nature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 clean and protected nature is a gift for the future.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الطبيعة النظيفة والمحمية هدية للمستقبل.نعم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Dialogue_10_The_Beautiful_Nature/08_Madani.mp3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