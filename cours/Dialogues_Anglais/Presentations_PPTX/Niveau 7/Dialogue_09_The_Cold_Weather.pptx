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Cold Weather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cold outside today. Wear your warm jackets.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ارتدوا ستراتكم الدافئة.الجو بارد في الخارج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put on my thick socks and my scarf.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.ارتديت جواربي السميكة ووشاحي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Cold weather makes me want to drink hot tea.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.الطقس البارد يجعلني أريد شرب الشاي الساخن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stay inside and read stories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البقاء في الداخل وقراءة القصص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On cold days it is nice to stay warm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في الأيام الباردة من الجميل البقاء دافئين في المنزل.نعم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feeling of a warm blanket on cold nights.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الشعور ببطانية دافئة في الليالي الباردة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Winter has its own special beauty and calm.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.الشتاء له جماله وهدوؤه الخاص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Cold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kind of weather has something good to offer.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نوع من الطقس له شيء جيد يقدمه.نعم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Dialogue_9_The_Cold_Weather/08_Madani.mp3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