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The 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is strong today. Listen to the trees.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استمعوا إلى الأشجار.الرياح قوية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the leaves moving and the branches shaking.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سماع الأوراق تتحرك والأغصان تهتز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helps some plants spread their seeds.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تساعد بعض النباتات على نشر بذورها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fly a kite when the wind is strong?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تطيير طائرة ورقية عندما تكون الرياح قوية؟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in an open and safe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في مكان مفتوح وآمن،نعم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Strong wind can also make the weather cooler.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القوية يمكن أن تجعل الطقس أكثر برودة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feeling of the wind on my 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بالرياح على وجهي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Wind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is part of the beautiful system Allah created.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جزء من النظام الجميل الذي خلقه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Dialogue_3_The_Wind/08_Madani.mp3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