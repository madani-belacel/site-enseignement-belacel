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The Wind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The Wind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wind is strong today. Listen to the trees.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استمعوا إلى الأشجار.الرياح قوية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Dialogue_3_The_Wind/01_Madani.mp3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The Wind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hear the leaves moving and the branches shaking.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.أستطيع سماع الأوراق تتحرك والأغصان تهتز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Dialogue_3_The_Wind/02_Oussama.mp3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The Wind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wind helps some plants spread their seeds.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.الرياح تساعد بعض النباتات على نشر بذورها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Dialogue_3_The_Wind/03_Islem.mp3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The Wind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fly a kite when the wind is strong?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تطيير طائرة ورقية عندما تكون الرياح قوية؟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Dialogue_3_The_Wind/04_Anes.mp3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The Wind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only in an open and safe 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فقط في مكان مفتوح وآمن،نعم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Dialogue_3_The_Wind/05_Madani.mp3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The Wind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Strong wind can also make the weather cooler.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.الرياح القوية يمكن أن تجعل الطقس أكثر برودة أيضا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Dialogue_3_The_Wind/06_Oussama.mp3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The Wind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the feeling of the wind on my face.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الشعور بالرياح على وجهي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Dialogue_3_The_Wind/07_Islem.mp3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The Wind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wind is part of the beautiful system Allah created.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.الرياح جزء من النظام الجميل الذي خلقه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Dialogue_3_The_Wind/08_Madani.mp3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