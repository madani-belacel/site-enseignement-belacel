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Plants and Trees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Plants and Trees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Plants and trees are very important for life on earth.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.النباتات والأشجار مهمة جدا للحياة على الأرض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Dialogue_6_Plants_and_Trees/01_Madani.mp3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Plants and Trees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give us oxygen to breathe and fruits to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.تعطينا الأكسجين لنتنفسه والفواكه لنأكلها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Dialogue_6_Plants_and_Trees/02_Oussama.mp3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Plants and Trees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Trees also give us shade on hot sunny days.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.الأشجار تعطينا أيضا الظل في الأيام الحارة المشمسة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Dialogue_6_Plants_and_Trees/03_Islem.mp3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Plants and Trees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plant a small tree in our garden?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زراعة شجرة صغيرة في حديقتنا؟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Dialogue_6_Plants_and_Trees/04_Anes.mp3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Plants and Trees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that is a wonderful idea. We can do it this weekend.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فعل ذلك في عطلة نهاية الأسبوع.هذه فكرة رائعة 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Dialogue_6_Plants_and_Trees/05_Madani.mp3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Plants and Trees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water the tree every day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.سأسقي الشجرة كل يوم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Dialogue_6_Plants_and_Trees/06_Oussama.mp3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Plants and Trees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plants teaches us patience and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بالنباتات تعلمنا الصبر والمسؤولية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Dialogue_6_Plants_and_Trees/07_Islem.mp3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Plants and Trees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Protecting nature is part of being a good human.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حماية الطبيعة جزء من كوننا بشرا صالحين.بالضبط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Dialogue_6_Plants_and_Trees/08_Madani.mp3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