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Course4 Internet Online Platforms</a:t>
            </a:r>
          </a:p>
          <a:p>
            <a:pPr algn="ctr"/>
            <a:r>
              <a:rPr sz="1800">
                <a:solidFill>val="DFE5EA"/&gt;</a:solidFill>
              </a:rPr>
              <a:t>14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is the Internet? (Qu&amp;#x27;est-ce qu&amp;#x27;Internet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Today, can we talk about the Internet?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Aujourd&amp;#x27;hui, pouvons-nous parler d&amp;#x27;Internet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The Internet is a huge network of computers connected all over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Internet est un immense réseau d&amp;#x27;ordinateurs connectés partout dans le monde.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my computer can communicate with computers in America?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mon ordinateur peut communiquer avec des ordinateurs en Amérique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in just a few seconds. The Internet sends messages, images and videos between these computers every day.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en quelques secondes seulement. Internet envoie chaque jour des messages, des images et des vidéos entre ces ordinateurs.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The World Wide Web (Le World Wide Web)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People often say "web". Is the web the same as the Internet?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gens disent souvent « web ». Le web est-il la même chose qu&amp;#x27;Internet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question. The Internet is the network; the World Wide Web is one service that uses it, made of websites.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Bonne question. Internet est le réseau ; le World Wide Web est l&amp;#x27;un des services qui l&amp;#x27;utilise, composé de sites web.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Like roads and the cars that drive on them?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 les routes et les voitures qui y circulent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Nice image. The Internet is the roads, and websites are the cars that travel on those roads.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Belle image. Internet est les routes, et les sites web sont les voitures qui circulent sur ces routes.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Web browsers (Les navigateurs web)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open a website?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ouvrir un site web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use a web browser, a program that shows web pages. Chrome, Firefox and Edge are popular browsers.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utilisez un navigateur web, un programme qui affiche les pages web. Chrome, Firefox et Edge sont des navigateurs populaires.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use any browser I like?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utiliser le navigateur de mon choix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They all open the same sites, and you can install the one you prefer for free.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Ils ouvrent tous les mêmes sites, et vous pouvez installer gratuitement celui que vous préférez.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Search engines (Les moteurs de recherche)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Google find information so quickly?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Google trouve-t-il l&amp;#x27;information si rapidement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Google is a search engine. It has huge lists of websites, and when you type a question, it shows the most relevant pages.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Google est un moteur de recherche. Il possède d&amp;#x27;énormes listes de sites web, et quand vous tapez une question, il affiche les pages les plus pertinentes.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search well?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bien rechercher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Use clear and short words. For a licence essay, try "history of the English language PDF" instead of one long question.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Utilisez des mots courts et clairs. Pour une dissertation de licence, essayez « histoire de la langue anglaise PDF » au lieu d&amp;#x27;une longue question.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E-mail (La messagerie électronique)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why do we still use e-mail if we have WhatsApp?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pourquoi utilise-t-on encore le courriel si on a WhatsApp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E-mail is the professional way to communicate. We use it for university, for jobs and for official documents.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courriel est la façon professionnelle de communiquer. On l&amp;#x27;utilise pour l&amp;#x27;université, pour le travail et pour les documents officiels.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 I create an e-mail address?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créer une adresse e-mail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 to Gmail or Outlook, click "Create account", choose a name, and follow the steps. It is free.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Allez sur Gmail ou Outlook, cliquez sur « Créer un compte », choisissez un nom, et suivez les étapes. C&amp;#x27;est gratuit.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address should I choose?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adresse devrais-je choisir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Choose a simple one with your name, for example "amina.benali@..." Avoid nicknames for professional 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Choisissez une adresse simple avec votre nom, par exemple « amina.benali@... ». Évitez les surnoms pour un usage professionnel.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Social media (Les réseaux sociaux)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social media exactly?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les réseaux sociaux exactement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Social media are online platforms where people share, like and comment. Facebook, Instagram, TikTok and X are examples.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réseaux sociaux sont des plateformes en ligne où les gens partagent, aiment et commentent. Facebook, Instagram, TikTok et X en sont des exemples.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they only for fun?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Sont-ils uniquement pour s&amp;#x27;amuser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at all. Companies and universities use them to communicate and to announce news and offers.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du tout. Les entreprises et les universités les utilisent pour communiquer et pour annoncer les actualités et les offres.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Learning platforms (Les plateformes d&amp;#x27;apprentissage)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heard about Moodle at university. What is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J&amp;#x27;ai entendu parler de Moodle à l&amp;#x27;université. Qu&amp;#x27;est-ce que c&amp;#x27;est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Moodle is a learning platform. Teachers put courses, exercises and quizzes online, and students follow them from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Moodle est une plateforme d&amp;#x27;apprentissage. Les enseignants y déposent des cours, des exercices et des quiz en ligne, et les étudiants les suivent depuis n&amp;#x27;importe où.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 can study from home with Moodle?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je peux étudier de chez moi avec Moodle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As long as you have an Internet connection and a computer or a smartphone, you can access your courses.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Tant que vous avez une connexion Internet et un ordinateur ou un smartphone, vous pouvez accéder à vos cours.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Video conferencing (La visioconférence)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Our class sometimes uses Zoom. What is that called?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Notre classe utilise parfois Zoom. Comment appelle-t-on cela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video conferencing: meetings where people see and hear each other live through the Internet.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de la visioconférence : des réunions où les gens se voient et s&amp;#x27;entendent en direct grâce à Internet.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tools are used?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outils sont utilisés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Zoom, Google Meet and Microsoft Teams are the most common. They are very useful for online lessons and group work.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Zoom, Google Meet et Microsoft Teams sont les plus courants. Ils sont très utiles pour les cours en ligne et le travail de groupe.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Cloud storage (Le stockage en ligne (cloud))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My teacher says to save my work on the cloud. What does that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 enseignant dit d&amp;#x27;enregistrer mon travail dans le cloud. Qu&amp;#x27;est-ce que cela signifie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cloud is storage space on the Internet. You save files on Google Drive or OneDrive, not only on your computer.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cloud est un espace de stockage sur Internet. Vous enregistrez des fichiers sur Google Drive ou OneDrive, pas seulement sur votre ordinateur.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that useful for students?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est-ce utile pour les étudiants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you can open your files on any device, anywhere. If your computer breaks, your work is still safe.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vous pouvez ouvrir vos fichiers sur n&amp;#x27;importe quel appareil, n&amp;#x27;importe où. Si votre ordinateur tombe en panne, votre travail est toujours en sécurité.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What is a URL? (Qu&amp;#x27;est-ce qu&amp;#x27;une URL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see addresses like www.google.com. What are they called?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des adresses comme www.google.com. Comment les appelle-t-on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That is a URL, the address of a website. It tells the browser where to find a specific page.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URL, l&amp;#x27;adresse d&amp;#x27;un site web. Elle indique au navigateur où trouver une page précise.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the letters at the end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signifient les lettres à la fin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".com" and ".org" are the domains. ".dz" is used for Algerian sites, like www.univ-alger.dz for our university.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« .com » et « .org » sont les domaines. « .dz » est utilisé pour les sites algériens, comme www.univ-alger.dz pour notre université.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Wi-Fi and connections (Le Wi-Fi et les connexions)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my phone connect to the Internet?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mon téléphone se connecte-t-il à Internet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With Wi-Fi in a café or at home, or with mobile data from your operator anywhere.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Avec le Wi-Fi dans un café ou à la maison, ou avec les données mobiles de votre opérateur n&amp;#x27;importe où.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Which is faster?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Lequel est le plus rapide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depends. A good Wi-Fi network is usually fast and stable, but mobile data is more practical when you move around.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dépend. Un bon réseau Wi-Fi est généralement rapide et stable, mais les données mobiles sont plus pratiques quand on se déplace.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Video platforms (Les plateformes vidéo)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YouTube a social network?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YouTube est-il un réseau social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We call YouTube a video platform. People upload and watch videos, but it is also a great learning tool.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Nous appelons YouTube une plateforme vidéo. Les gens y publient et regardent des vidéos, mais c&amp;#x27;est aussi un grand outil d&amp;#x27;apprentissage.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 really learn English on YouTube?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Puis-je vraiment apprendre l&amp;#x27;anglais sur YouTube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You can watch lessons on grammar, listen to native speakers, and repeat after them. Just choose channels made by teachers.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Vous pouvez regarder des leçons de grammaire, écouter des locuteurs natifs, et répéter après eux. Choisissez simplement des chaînes créées par des enseignants.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The Internet for university studies (Internet pour les études universitaires)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the Internet help me at university?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Internet peut-il m&amp;#x27;aider à l&amp;#x27;université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can read online dictionaries, find books in PDF, follow MOOCs, and send homework by e-mail.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pouvez consulter des dictionnaires en ligne, trouver des livres en PDF, suivre des MOOC, et envoyer vos devoirs par e-mail.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a MOOC?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qu&amp;#x27;un MOOC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MOOC is a free online course open to everyone. Coursera and Fun are platforms that offer many university courses.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MOOC est un cours en ligne gratuit ouvert à tous. Coursera et Fun sont des plateformes qui proposent de nombreux cours universitaires.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Summary and advice (Résumé et conseils)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us a summary of today&amp;#x27;s lesson?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faire un résumé de la leçon d&amp;#x27;aujourd&amp;#x27;hui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Internet is the network, browsers open websites, Google finds information, e-mail is for communication, and Moodle is for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Internet est le réseau, les navigateurs ouvrent les sites, Google trouve l&amp;#x27;information, le courriel sert à communiquer, et Moodle sert à apprendre.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your advice for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votre conseil pour nous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