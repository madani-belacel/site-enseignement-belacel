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TICE Course5 Digital Safety Cybersecurity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is digital safety important? (Pourquoi la sécurité numérique est-elle importante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Is it really dangerous to be online?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Est-il vraiment dangereux d&amp;#x27;être en ligne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The Internet is wonderful, but it also has risks. Criminals try to steal money, accounts and personal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Internet est merveilleux, mais il comporte aussi des risques. Des criminels tentent de voler de l&amp;#x27;argent, des comptes et des informations personnelles.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they do that?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font-ils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fake messages, dangerous links and weak passwords. Today we learn how to protect ourselves.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de faux messages, des liens dangereux et des mots de passe faibles. Aujourd&amp;#x27;hui, nous apprenons à nous protéger.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Strong passwords (Les mots de passe forts)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makes a password strong?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qui rend un mot de passe fort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strong password is long and mixed: capital letters, small letters, numbers and symbols. For example: Tice#2024-Alger!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mot de passe fort est long et mélangé : majuscules, minuscules, chiffres et symboles. Par exemple : Tice#2024-Alger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my birthday a bad password?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 anniversaire est-il un mauvais mot de passe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very bad. Names, birthdays and simple words are the first things hackers try.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très mauvais. Les noms, les dates de naissance et les mots simples sont les premières choses que les pirates essaient.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Managing passwords (Gérer ses mots de passe)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But I have many accounts. How can I remember all those passwords?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Mais j&amp;#x27;ai beaucoup de comptes. Comment puis-je me souvenir de tous ces mots de passe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 not write them on paper near your computer, and never use the same password for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les écrivez pas sur un papier près de votre ordinateur, et n&amp;#x27;utilisez jamais le même mot de passe partout.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then?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faire alors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a password manager like Bitwarden or LastPass. It stores all your passwords safely behind one master password.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un gestionnaire de mots de passe comme Bitwarden ou LastPass. Il stocke tous vos mots de passe en sécurité derrière un mot de passe principal.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What is phishing? (Qu&amp;#x27;est-ce que le hameçonnage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received a strange message from my bank. Is that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reçu un message étrange de ma banque. Est-ce du hameçonnage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Probably. Phishing is when criminals pretend to be a real company to make you give your password or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Probablement. Le hameçonnage (phishing), c&amp;#x27;est quand des criminels se font passer pour une vraie entreprise pour vous faire donner votre mot de passe ou de l&amp;#x27;argent.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recognize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le reconnaître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Look for signs: urgent tone, spelling mistakes, and a strange address that is not the real bank address.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Cherchez les signes : ton urgent, fautes d&amp;#x27;orthographe, et une adresse bizarre qui n&amp;#x27;est pas la vraie adresse de la banque.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Suspicious e-mails (Les courriels suspects)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do when I receive a suspicious e-mail?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dois-je faire quand je reçois un courriel suspect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Never click on the links and never open the attachments. They can steal information or put a virus on your 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cliquez jamais sur les liens et n&amp;#x27;ouvrez jamais les pièces jointes. Ils peuvent voler des informations ou installer un virus sur votre appareil.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reply to the sender?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Dois-je répondre à l&amp;#x27;expéditeur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Just delete the message. If you are not sure, call the real company using the number on their official website.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Supprimez simplement le message. Si vous n&amp;#x27;êtes pas sûr, appelez la vraie entreprise en utilisant le numéro de son site officiel.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Privacy on social media (La vie privée sur les réseaux sociaux)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like sharing photos on Instagram. Is that a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J&amp;#x27;aime partager des photos sur Instagram. Est-ce un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Sharing is fine, but check your privacy settings. Limit your profile to friends, not everyone in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Partager est bien, mais vérifiez vos paramètres de confidentialité. Limitez votre profil à vos amis, pas à tout le monde.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should I never post?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ne devrais-je jamais publier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Never post your address, your phone number, your ID card, or your plane tickets. Once a photo is online, it is hard to remove.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publiez jamais votre adresse, votre numéro de téléphone, votre carte d&amp;#x27;identité ou vos billets d&amp;#x27;avion. Une fois une photo en ligne, il est difficile de la retirer.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Safe browsing (La navigation sécurisée)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know if a website is safe?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savoir si un site web est sûr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Check the padlock icon and the "https" at the beginning of the address. They mean the connection is encrypted.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Vérifiez l&amp;#x27;icône du cadenas et le « https » au début de l&amp;#x27;adresse. Ils signifient que la connexion est cryptée.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http without the s is dangerous?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http sans le s est dangereux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less secure. Never type a password or a bank card number on a site that does not have https.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moins sûr. Ne saisissez jamais un mot de passe ou un numéro de carte bancaire sur un site qui n&amp;#x27;a pas https.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Public Wi-Fi dangers (Les dangers du Wi-Fi public)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safe to use the Wi-Fi in a café?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Est-il sûr d&amp;#x27;utiliser le Wi-Fi d&amp;#x27;un café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 careful. Public networks are not secure, and a criminal on the same network can see your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Soyez prudent. Les réseaux publics ne sont pas sécurisés, et un criminel sur le même réseau peut voir votre activité.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if I must use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si je dois l&amp;#x27;utiliser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Avoid bank operations, use a VPN to encrypt your connection, and turn off Wi-Fi sharing on your phone.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Évitez les opérations bancaires, utilisez un VPN pour crypter votre connexion, et désactivez le partage Wi-Fi sur votre téléphone.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Digital identity (L&amp;#x27;identité numérique)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what is digital identity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qu&amp;#x27;est-ce que l&amp;#x27;identité numérique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everything about you online: your accounts, your posts, your photos and your comments. Together they build your online reputation.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tout ce qui vous concerne en ligne : vos comptes, vos publications, vos photos et vos commentaires. Ensemble, ils construisent votre réputation en ligne.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my online reputation really matter?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 réputation en ligne compte-t-elle vraiment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Companies and universities check social media before hiring or admitting students. Keep a clean image.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entreprises et les universités consultent les réseaux sociaux avant d&amp;#x27;embaucher ou d&amp;#x27;accepter des étudiants. Gardez une image propre.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Software updates and security (Les mises à jour et la sécurité)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said updates are important. Do they really protect 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dit que les mises à jour sont importantes. Me protègent-elles vraiment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Updates close security holes in Windows and in apps. A computer without updates is an open door.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mises à jour comblent les failles de sécurité dans Windows et dans les applications. Un ordinateur sans mises à jour est une porte ouverte.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should I update?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devrais-je faire les mises à jour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Install the updates as soon as they appear, and activate the automatic updates in the settings.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Installez les mises à jour dès qu&amp;#x27;elles apparaissent, et activez les mises à jour automatiques dans les paramètres.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Antivirus software (Les logiciels antivirus)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 I need an antivirus on my computer?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Ai-je besoin d&amp;#x27;un antivirus sur mon ordinateur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Windows includes a free protection called Windows Defender, and it is usually enough if you update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Windows inclut une protection gratuite appelée Windows Defender, et elle suffit généralement si vous la mettez à jour.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Should I pay for an antivirus?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Devrais-je payer pour un antivirus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necessarily. Free tools are fine, but download them from official websites only. Never trust ads that say "Your PC is infected".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forcément. Les outils gratuits sont bien, mais téléchargez-les uniquement depuis les sites officiels. Ne faites jamais confiance aux publicités qui disent « Votre PC est infecté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Personal data (Les données personnelles)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personal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les données personnelles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are any information about you: your name, your photos, your location, your messages and your habits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 sont toutes les informations qui vous concernent : votre nom, vos photos, votre localisation, vos messages et vos habitudes en ligne.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companies want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les entreprises les veulent-elles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They use them to show you targeted advertising, or to sell them. That is why apps ask for many permissions.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Elles les utilisent pour vous montrer des publicités ciblées, ou pour les vendre. C&amp;#x27;est pourquoi les applications demandent beaucoup d&amp;#x27;autorisations.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protect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les protéger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Refuse unnecessary permissions, and check the privacy settings in each application.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Refusez les autorisations inutiles, et vérifiez les paramètres de confidentialité dans chaque application.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Online scams (Les arnaques en ligne)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Someone on Facebook offers me a very cheap iPhone. Should I buy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Quelqu&amp;#x27;un sur Facebook me propose un iPhone très bon marché. Devrais-je l&amp;#x27;acheter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If an offer is too good to be true, it is a trap. Online scams use low prices to steal your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Si une offre est trop belle pour être vraie, c&amp;#x27;est un piège. Les arnaques en ligne utilisent les bas prix pour voler votre argent.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rule to remember?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règle à retenir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Always buy from official shops, pay only on secure sites, and never send money to strangers you met online.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Achetez toujours dans des boutiques officielles, payez uniquement sur des sites sécurisés, et n&amp;#x27;envoyez jamais d&amp;#x27;argent à des inconnus rencontrés en ligne.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Cyberbullying and reporting (Le cyberharcèlement et le signalement)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 classmate is sending me mean messages. What can I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camarade m&amp;#x27;envoie des messages méchants. Que puis-je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 not answer. Keep the messages as proof, block the person, and tell a teacher or an adult you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Ne répondez pas. Gardez les messages comme preuve, bloquez la personne, et prévenez un enseignant ou un adulte de confiance.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report the account?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signaler le compte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Instagram, Facebook and the other platforms all have a "Report" button. Bullying is never acceptable.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Instagram, Facebook et les autres plateformes ont tous un bouton « Signaler ». Le harcèlement n&amp;#x27;est jamais acceptable.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Summary and advice (Résumé et conseils)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us a short summary of today&amp;#x27;s lesson?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faire un court résumé de la leçon d&amp;#x27;aujourd&amp;#x27;hui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 the golden rules: strong passwords, careful with messages, check https, and protect your personal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Retenez les règles d&amp;#x27;or : mots de passe forts, méfiance envers les messages, vérification du https, et protection de vos données personnelles.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one final advice?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un dernier conseil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