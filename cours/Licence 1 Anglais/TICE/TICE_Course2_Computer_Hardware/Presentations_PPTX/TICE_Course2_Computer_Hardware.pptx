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TICE Course2 Computer Hardware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computer hardware? (Qu&amp;#x27;est-ce que le matériel informatique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Last time we talked about ICT in general. Today, can we talk about hardware?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La dernière fois, nous avons parlé des TIC en général. Aujourd&amp;#x27;hui, pouvons-nous parler du matériel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Yes, today we study computer hardware. Hardware means all the physical parts of a computer that you can touch.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Oui, aujourd&amp;#x27;hui nous étudions le matériel informatique. Le hardware désigne toutes les parties physiques d&amp;#x27;un ordinateur que l&amp;#x27;on peut toucher.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if I can touch it, it is hardware?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Donc, si je peux le toucher, c&amp;#x27;est du matériel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 screen, the keyboard, the mouse and the box of the computer are hardware.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L&amp;#x27;écran, le clavier, la souris et la tour de l&amp;#x27;ordinateur sont du matériel.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main parts of a computer (Les parties principales d&amp;#x27;un ordinateur)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main parts inside a computer?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parties principales à l&amp;#x27;intérieur d&amp;#x27;un ordinateur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Inside the box, we find the motherboard, the CPU, the RAM, the hard disk and the power supply.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l&amp;#x27;intérieur de la tour, on trouve la carte mère, le processeur, la mémoire vive, le disque dur et l&amp;#x27;alimentation.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these parts have different jobs?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Ces parties ont-elles des rôles différents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each part has its own job. The CPU thinks, the RAM remembers for a short time, and the hard disk stores everything.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chaque partie a son propre rôle. Le processeur réfléchit, la mémoire vive retient pour peu de temps, et le disque dur stocke tout.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The CPU — the brain of the computer (Le processeur — le cerveau de l&amp;#x27;ordinateur)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You said the CPU thinks. What does CPU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dit que le processeur réfléchit. Que signifie CPU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CPU stands for Central Processing Unit. In French, we call it the processeur or unité centrale.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CPU signifie Central Processing Unit, c&amp;#x27;est-à-dire unité centrale de traitement. En français, on l&amp;#x27;appelle le processeur.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we say it is the brain?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dit-on que c&amp;#x27;est le cerveau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it executes all the instructions. When you click on a program, the CPU does the calculations.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qu&amp;#x27;il exécute toutes les instructions. Lorsque vous cliquez sur un programme, c&amp;#x27;est le processeur qui fait les calculs.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a faster CPU always better?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processeur plus rapide est-il toujours meilleur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Generally yes, but the memory and the hard disk are also very important.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Généralement oui, mais la mémoire et le disque dur sont aussi très importants.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RAM — short-term memory (La mémoire vive (RAM) — la mémoire à court terme)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RAM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la RAM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RAM stands for Random Access Memory. In French, it is la mémoire vive.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RAM signifie Random Access Memory. En français, c&amp;#x27;est la mémoire vive.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RAM do when I open a program?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fait la RAM lorsque j&amp;#x27;ouvre un programme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keeps the program&amp;#x27;s data active while you work. When you close the program, RAM frees that space.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garde les données du programme actives pendant que vous travaillez. Quand vous fermez le programme, la RAM libère cet espace.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RAM is temporary memory?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la RAM est une mémoire temporaire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If you switch off the computer without saving, everything in RAM is lost.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Si vous éteignez l&amp;#x27;ordinateur sans enregistrer, tout ce qui est dans la RAM est perdu.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The hard disk — long-term storage (Le disque dur — le stockage à long terme)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If RAM loses everything, where does my work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Si la RAM perd tout, où va mon travail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Your documents, photos and music are saved on the hard disk. It keeps data even when the computer is 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Vos documents, photos et musiques sont enregistrés sur le disque dur. Il garde les données même quand l&amp;#x27;ordinateur est éteint.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big is a hard disk usually?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taille habituelle d&amp;#x27;un disque dur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Modern computers have disks from 256 GB to 1 TB or more. That is enough for thousands of files.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ordinateurs modernes ont des disques de 256 Go à 1 To ou plus. C&amp;#x27;est suffisant pour des milliers de fichiers.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The motherboard (La carte mère)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motherboard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quoi sert la carte mère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motherboard is the big board that connects all the parts together. Every component plugs into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carte mère est la grande carte qui relie toutes les parties entre elles. Chaque composant s&amp;#x27;y connecte.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Like the nervous system of the body?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 le système nerveux du corps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Nice comparison. It allows the CPU, the RAM and the hard disk to communicate with one another.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Belle comparaison. Elle permet au processeur, à la mémoire et au disque dur de communiquer entre eux.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Input devices (Les périphériques d&amp;#x27;entrée)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an input device?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 périphérique d&amp;#x27;entrée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 input device sends information to the computer. The keyboard, the mouse, the microphone and the scanner are input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périphérique d&amp;#x27;entrée envoie des informations à l&amp;#x27;ordinateur. Le clavier, la souris, le microphone et le scanner sont des périphériques d&amp;#x27;entrée.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I type a letter, the keyboard sends it to the computer?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je tape une lettre, le clavier l&amp;#x27;envoie à l&amp;#x27;ordinateur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Every key sends a signal to the CPU, which understands the letter or number.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Chaque touche envoie un signal au processeur, qui reconnaît la lettre ou le chiffre.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Output devices (Les périphériques de sortie)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is an output device?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qu&amp;#x27;est-ce qu&amp;#x27;un périphérique de sortie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 output device shows or gives you the results. The screen, the printer and the speakers are output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périphérique de sortie affiche ou fournit les résultats. L&amp;#x27;écran, l&amp;#x27;imprimante et les haut-parleurs sont des périphériques de sortie.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input brings data in, and output brings results out?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l&amp;#x27;entrée fait entrer les données, et la sortie fait sortir les résultats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Perfect. Remember: we put information in, and we get results out.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Parfait. Retenez : on met des informations en entrée, et on obtient des résultats en sortie.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Peripherals (Les périphériques)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People often say the word "peripheral". What does it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gens disent souvent le mot « périphérique ». Que signifie-t-il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peripheral is any device connected to the computer from outside. The printer, the mouse, the webcam and the USB key are peripherals.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périphérique est tout appareil connecté à l&amp;#x27;ordinateur de l&amp;#x27;extérieur. L&amp;#x27;imprimante, la souris, la webcam et la clé USB sont des périphériques.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connect a peripheral at any time?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connecter un périphérique à tout moment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most devices, yes. Most modern peripherals are plug-and-play: you connect them and they work right away.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la plupart des appareils, oui. La plupart des périphériques modernes sont prêts à l&amp;#x27;emploi : on les branche et ils fonctionnent immédiatement.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The monitor (L&amp;#x27;écran)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monitor an input or output device?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L&amp;#x27;écran est-il un périphérique d&amp;#x27;entrée ou de sortie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monitor, which we also call the screen, is an output device. It displays text, images and videos.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L&amp;#x27;écran, qu&amp;#x27;on appelle aussi moniteur, est un périphérique de sortie. Il affiche le texte, les images et les vidéos.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are modern screens better than old ones?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les écrans modernes sont-ils meilleurs que les anciens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Old screens were heavy and large. Modern screens are light, flat, and show clearer colours in high definition.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anciens écrans étaient lourds et volumineux. Les écrans modernes sont légers, plats et affichent des couleurs plus nettes en haute définition.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The keyboard and the mouse (Le clavier et la souris)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are the keyboard and the mouse so important?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 clavier et la souris sont-ils si importants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 the two most common input devices. The keyboard writes text, and the mouse moves the cursor and clicks.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sont les deux périphériques d&amp;#x27;entrée les plus courants. Le clavier sert à écrire, et la souris déplace le curseur et clique.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different types of mice?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Existe-t-il différents types de souris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There are mice with a cable, wireless mice, and trackpads built into laptops. All do the same job.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Il y a des souris avec fil, des souris sans fil, et des pavés tactiles intégrés aux portables. Toutes font le même travail.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Storage capacity: GB, MB, TB (La capacité de stockage : Go, Mo, To)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always see the letters GB and TB. What do they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vois toujours les lettres Go et To. Que signifient-elles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measure storage. B means byte. A kilobyte, KB, is about 1000 bytes; a megabyte, MB, is 1000 KB; a gigabyte, GB, is 1000 MB; and a terabyte, TB, is 1000 GB.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Elles mesurent le stockage. B signifie octet. Un kilo-octet (Ko) vaut environ 1000 octets ; un méga-octet (Mo) vaut 1000 Ko ; un giga-octet (Go) vaut 1000 Mo ; et un téra-octet (To) vaut 1000 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much space does a song need?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Combien d&amp;#x27;espace une chanson occupe-t-elle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song is about 4 MB, a photo about 3 MB, and a movie about 1.5 GB. So a 1 TB disk holds hundreds of movies.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chanson pèse environ 4 Mo, une photo environ 3 Mo, et un film environ 1,5 Go. Donc un disque de 1 To peut contenir des centaines de films.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Starting the computer: the boot (Démarrer l&amp;#x27;ordinateur : le démarrage)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happens when I press the power button?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se passe-t-il quand j&amp;#x27;appuie sur le bouton d&amp;#x27;alimentation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computer starts, which we call "booting". The CPU checks the parts, and the operating system loads into 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L&amp;#x27;ordinateur démarre, ce qu&amp;#x27;on appelle le « boot ». Le processeur vérifie les composants, puis le système d&amp;#x27;exploitation se charge dans la 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does it take some time?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cela prend-il du temps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the computer loads many programs at the start. A computer with a fast disk and enough RAM starts more quickly.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l&amp;#x27;ordinateur charge beaucoup de programmes au début. Un ordinateur avec un disque rapide et assez de RAM démarre plus vite.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and advice (Résumé et conseils)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Sir, can you give us a quick summary of hardware?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Monsieur, pouvez-vous nous faire un rapide résumé du matériel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Remember the four key parts: the CPU is the brain, RAM is the short-term memory, the hard disk is the long-term memory, and the motherboard connects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Retenez les quatre éléments clés : le processeur est le cerveau, la RAM est la mémoire à court terme, le disque dur est la mémoire à long terme, et la carte mère relie tout.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input and output devices?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périphériques d&amp;#x27;entrée et de sortie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