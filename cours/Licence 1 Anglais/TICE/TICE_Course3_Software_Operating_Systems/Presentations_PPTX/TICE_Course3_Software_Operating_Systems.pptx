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TICE Course3 Software Operating Systems</a:t>
            </a:r>
          </a:p>
          <a:p>
            <a:pPr algn="ctr"/>
            <a:r>
              <a:rPr sz="1800">
                <a:solidFill>val="DFE5EA"/&gt;</a:solidFill>
              </a:rPr>
              <a:t>15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is software? (Qu&amp;#x27;est-ce qu&amp;#x27;un logiciel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We learned about hardware last time. Now what is software?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Nous avons appris le matériel la dernière fois. Maintenant, qu&amp;#x27;est-ce qu&amp;#x27;un logiciel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 morning. Software is the set of programs and instructions that tell the computer what to do. You cannot touch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Bonjour. Un logiciel est l&amp;#x27;ensemble des programmes et des instructions qui disent à l&amp;#x27;ordinateur quoi faire. On ne peut pas toucher un logiciel.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me examples?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me donner des exemples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Windows, Microsoft Word, Google Chrome and WhatsApp are all software.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Windows, Microsoft Word, Google Chrome et WhatsApp sont tous des logiciels.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Hardware versus software (Le matériel contre les logiciels)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hardware and software work together?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le matériel et les logiciels travaillent-ils ensemble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Think of a music player. The player itself is hardware; the songs are the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Pensez à un lecteur de musique. Le lecteur en lui-même est le matériel ; les chansons sont les logiciels.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without software, the hardware is useless?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sans logiciel, le matériel est inutile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The same computer can do many things because different programs use the hardware in different ways.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Le même ordinateur peut faire beaucoup de choses parce que différents programmes utilisent le matériel de différentes façons.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System software (Les logiciels système)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all programs the same?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Tous les programmes sont-ils identiques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We divide software into two main groups: system software and application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Nous divisons les logiciels en deux grands groupes : les logiciels système et les logiciels d&amp;#x27;application.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system software?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qu&amp;#x27;un logiciel système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System software manages the computer itself. The operating system, like Windows, is the most important example.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logiciel système gère l&amp;#x27;ordinateur lui-même. Le système d&amp;#x27;exploitation, comme Windows, en est l&amp;#x27;exemple le plus important.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Application software (Les logiciels d&amp;#x27;application)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what about application software?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qu&amp;#x27;en est-il des logiciels d&amp;#x27;application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Application software helps you do tasks. Word is for writing, Excel is for numbers, and Chrome is for the web.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logiciels d&amp;#x27;application vous aident à faire des tâches. Word sert à écrire, Excel sert aux calculs, et Chrome sert à naviguer sur le web.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applications are the tools we use every day?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les applications sont les outils que nous utilisons chaque jour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While the system works behind the scenes, applications are what you see and use directly.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Pendant que le système travaille en arrière-plan, les applications sont ce que vous voyez et utilisez directement.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What is an operating system? (Qu&amp;#x27;est-ce qu&amp;#x27;un système d&amp;#x27;exploitation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is the operating system so important?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le système d&amp;#x27;exploitation est-il si important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operating system, or OS, is the boss of the computer. It manages files, memory and programs.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système d&amp;#x27;exploitation, ou OS, est le chef de l&amp;#x27;ordinateur. Il gère les fichiers, la mémoire et les programmes.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the computer need it to work?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L&amp;#x27;ordinateur en a-t-il besoin pour fonctionner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Without an operating system, a computer is just a box of electronic parts that cannot do anything.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Sans système d&amp;#x27;exploitation, un ordinateur n&amp;#x27;est qu&amp;#x27;une boîte de composants électroniques qui ne peut rien faire.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Windows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most common operating system?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est le système d&amp;#x27;exploitation le plus courant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Windows, made by Microsoft, is the most used in the world, especially on office and home computers.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Windows, fabriqué par Microsoft, est le plus utilisé au monde, surtout sur les ordinateurs de bureau et les ordinateurs personnels.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is it so popular?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est-il si populaire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easy to use, works with many programs, and most computers come with it already installed.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 est facile à utiliser, compatible avec beaucoup de programmes, et la plupart des ordinateurs l&amp;#x27;ont déjà installé.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Linux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heard about Linux too. What is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J&amp;#x27;ai entendu parler de Linux aussi. Qu&amp;#x27;est-ce que c&amp;#x27;est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Linux is another operating system. Its big advantage is that it is free and open-source.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Linux est un autre système d&amp;#x27;exploitation. Son grand avantage est qu&amp;#x27;il est gratuit et open-source.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does open-source mean?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signifie open-source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means the code is open: anyone can read it, modify it and share it. It is like a recipe that everyone can use and improve.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signifie que le code est ouvert : tout le monde peut le lire, le modifier et le partager. C&amp;#x27;est comme une recette que tout le monde peut utiliser et améliorer.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Office suites (Les suites bureautiques)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Sir, we write reports for our studies. Which program should we use?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Monsieur, nous rédigeons des rapports pour nos études. Quel programme devrions-nous utiliser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text, use a word processor. Microsoft Word and the free LibreOffice Writer are the most common.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le texte, utilisez un traitement de texte. Microsoft Word et l&amp;#x27;Writer gratuit de LibreOffice sont les plus courants.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presentations and tables?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pour les présentations et les tableaux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PowerPoint makes slide presentations, and Excel manages tables and calculations. Together we call them an office suite.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PowerPoint permet de faire des présentations de diapositives, et Excel gère les tableaux et les calculs. Ensemble, on les appelle une suite bureautique.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Microsoft Office versus LibreOffice (Microsoft Office contre LibreOffice)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Microsoft Office is paid, right? Are there free alternatives?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Microsoft Office est payant, n&amp;#x27;est-ce pas ? Existe-t-il des alternatives gratuites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LibreOffice is a free office suite with Writer, Calc and Impress, the same tools as Word, Excel and PowerPoint.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LibreOffice est une suite bureautique gratuite avec Writer, Calc et Impress, les mêmes outils que Word, Excel et PowerPoint.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I open a Word file with LibreOffice?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Puis-je ouvrir un fichier Word avec LibreOffice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LibreOffice opens and saves documents in the Office format, so you can share files with friends who use Microsoft Office.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LibreOffice ouvre et enregistre les documents au format Office, donc vous pouvez partager des fichiers avec des amis qui utilisent Microsoft Office.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Free software versus paid software (Les logiciels gratuits contre les logiciels payants)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all free software safe?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Tous les logiciels gratuits sont-ils sûrs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Not always. Free means free of charge, but you must download programs from official sites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 toujours. Gratuit signifie sans frais, mais vous devez télécharger les programmes uniquement depuis les sites officiels.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difference between free and freeware then?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alors la différence entre gratuit et freeware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"Freeware" simply means no cost. "Free software" or open-source also gives you the right to study and share the code.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Freeware » signifie simplement sans coût. Un « logiciel libre » ou open-source vous donne aussi le droit d&amp;#x27;étudier et de partager le code.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Installing a program (Installer un programme)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install a program on my computer?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installer un programme sur mon ordinateur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You download the installer from the official website, double-click on it, and follow the simple instructions on the screen.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téléchargez le fichier d&amp;#x27;installation depuis le site officiel, vous double-cliquez dessus, et vous suivez les instructions simples à l&amp;#x27;écran.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installation the same on every computer?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L&amp;#x27;installation est-elle la même sur tous les ordinateurs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steps are similar, but the details change from one operating system to another. On Windows, you often click "Next" until the end.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étapes sont semblables, mais les détails changent d&amp;#x27;un système à l&amp;#x27;autre. Sous Windows, on clique souvent sur « Suivant » jusqu&amp;#x27;à la fin.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Android and iOS: mobile operating systems (Android et iOS : les systèmes d&amp;#x27;exploitation mobiles)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Our phones also have an operating system, don&amp;#x27;t they?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Nos téléphones ont aussi un système d&amp;#x27;exploitation, n&amp;#x27;est-ce pas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Android, made by Google, and iOS, made by Apple, are the two main mobile operating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Android, créé par Google, et iOS, créé par Apple, sont les deux principaux systèmes d&amp;#x27;exploitation mobiles.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applications work the same on both?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applications fonctionnent-elles de la même façon sur les deux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Most apps exist for both, but each system has its own shop: Google Play for Android and the App Store for iOS.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plupart des applications existent sur les deux, mais chaque système a sa propre boutique : Google Play pour Android et l&amp;#x27;App Store pour iOS.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Software updates (Les mises à jour des logiciels)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does my computer ask me to update so often?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mon ordinateur me demande-t-il si souvent de faire des mises à jour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Updates improve the programs and repair security problems. It is important to install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mises à jour améliorent les programmes et réparent les problèmes de sécurité. Il est important de les installer.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I skip them to save time?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Puis-je les ignorer pour gagner du temps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You can, but it is risky. An old, unupdated system can be attacked by viruses.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pouvez, mais c&amp;#x27;est risqué. Un système ancien et non mis à jour peut être attaqué par des virus.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Software and hardware: a team (Les logiciels et le matériel : une équipe)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Sir, can any software run on any computer?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Monsieur, n&amp;#x27;importe quel logiciel peut-il fonctionner sur n&amp;#x27;importe quel ordinateur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Each program needs certain resources: enough RAM, disk space and a compatible operating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Chaque programme a besoin de certaines ressources : assez de mémoire vive, d&amp;#x27;espace disque et d&amp;#x27;un système d&amp;#x27;exploitation compatible.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we must check the requirements before installing?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il faut vérifier les prérequis avant d&amp;#x27;installer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Check the box or the website that says "System requirements" to make sure your computer can run the software.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Vérifiez sur la boîte ou le site la mention « Configuration requise » pour vous assurer que votre ordinateur peut faire tourner le logiciel.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15 — Summary and advice (Résumé et conseils)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summarize today&amp;#x27;s lesson, please?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résumer la leçon d&amp;#x27;aujourd&amp;#x27;hui, s&amp;#x27;il vous plaît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Remember the three ideas: hardware is the body, system software is the boss, and application software is the tools you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Retenez les trois idées : le matériel est le corps, le logiciel système est le chef, et les logiciels d&amp;#x27;application sont les outils que vous utilisez.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what should we practise at home?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que devrions-nous pratiquer à la maison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