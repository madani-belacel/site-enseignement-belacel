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TICE Course6 ICT Education Moodle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ICT in education? (Qu&amp;#x27;est-ce que les TIC dans l&amp;#x27;éducation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You taught us about ICT before. Now, what is ICT in education?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Vous nous avez parlé des TIC auparavant. Maintenant, qu&amp;#x27;est-ce que les TIC dans l&amp;#x27;éducation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ICT in education means using digital tools to teach and to learn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Les TIC dans l&amp;#x27;éducation signifient utiliser des outils numériques pour mieux enseigner et mieux apprendre.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Like computers and the Internet in the classroom?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 les ordinateurs et Internet dans la classe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It includes online courses, digital exercises, videos and platforms like Moodle.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Cela comprend les cours en ligne, les exercices numériques, les vidéos et les plateformes comme Moodle.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digital classroom (La salle de classe numérique)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digital classroom?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qu&amp;#x27;une salle de classe numérique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a classroom equipped with computers, a projector, an Internet connection, and maybe a smart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classe équipée d&amp;#x27;ordinateurs, d&amp;#x27;un projecteur, d&amp;#x27;une connexion Internet, et peut-être d&amp;#x27;un tableau numérique interactif.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it replace the traditional classroom?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Remplace-t-elle la classe traditionnelle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It completes it. The teacher still teaches, but the tools make the lessons more lively and visual.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Elle la complète. L&amp;#x27;enseignant enseigne toujours, mais les outils rendent les leçons plus vivantes et plus visuelles.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What is Moodle? (Qu&amp;#x27;est-ce que Moodle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Everyone talks about Moodle. What is it really?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Tout le monde parle de Moodle. Qu&amp;#x27;est-ce que c&amp;#x27;est vraiment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Moodle is a free online platform where teachers create courses. Students log in with a username and password.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Moodle est une plateforme en ligne gratuite où les enseignants créent des cours. Les étudiants se connectent avec un nom d&amp;#x27;utilisateur et un mot de passe.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can I find on Moodle?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puis-je trouver sur Moodle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lessons of your teachers, documents in PDF, exercises, quizzes and your marks. Everything is in one place.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leçons de vos enseignants, des documents en PDF, des exercices, des quiz et vos notes. Tout est au même endroit.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Moodle activities (Les activités sur Moodle)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do exercises on Moodle?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faire des exercices sur Moodle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Teachers create quizzes with multiple-choice questions, and you see your result immediately.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enseignants créent des quiz à choix multiples, et vous voyez votre résultat immédiatement.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discuss with classmates on Moodle?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discuter avec les camarades sur Moodle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 course. There are forums where you ask questions and help each other, like a class discussion but online.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sûr. Il y a des forums où vous posez des questions et vous vous entraidez, comme une discussion de classe mais en ligne.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Distance learning (L&amp;#x27;enseignement à distance)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Sometimes I study from home with my computer. What is that called?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Parfois, j&amp;#x27;étudie de chez moi avec mon ordinateur. Comment appelle-t-on cela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call it distance learning or e-learning. You follow lessons without being in the same place as the teacher.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On appelle cela l&amp;#x27;enseignement à distance ou l&amp;#x27;e-learning. Vous suivez des leçons sans être au même endroit que l&amp;#x27;enseignant.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did students do it during the pandemic?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étudiants faisaient-ils pendant la pandémie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used platforms like Moodle and video tools like Zoom. Teachers recorded lessons and students worked from home.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utilisaient des plateformes comme Moodle et des outils vidéo comme Zoom. Les enseignants enregistraient des leçons et les étudiants travaillaient de chez eux.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Other learning platforms (Les autres plateformes d&amp;#x27;apprentissage)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other platforms besides Moodle?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Existe-t-il d&amp;#x27;autres plateformes en plus de Moodle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Coursera, edX and Khan Academy offer free courses from universities all over 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Coursera, edX et Khan Academy proposent des cours gratuits d&amp;#x27;universités du monde entier.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get a certificate?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obtenir un certificat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Often yes, with some paid courses. It is a great addition to your CV when you finish your studies.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Souvent oui, avec certains cours payants. C&amp;#x27;est un excellent ajout à votre CV quand vous terminez vos études.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Benefits of ICT in education (Les avantages des TIC dans l&amp;#x27;éducation)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main advantages of learning with technology?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sont les principaux avantages d&amp;#x27;apprendre avec la technologie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First, flexibility: you study at your own speed, at any time and from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D&amp;#x27;abord, la flexibilité : vous étudiez à votre rythme, à n&amp;#x27;importe quel moment et de n&amp;#x27;importe où.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else?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Quoi d&amp;#x27;autre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find endless resources: videos, dictionaries, online libraries and exercises that correct your mistakes.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trouvez des ressources illimitées : vidéos, dictionnaires, bibliothèques en ligne et exercices qui corrigent vos erreurs.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Challenges of ICT in education (Les défis des TIC dans l&amp;#x27;éducation)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problems with using technology in education?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problèmes avec l&amp;#x27;utilisation de la technologie dans l&amp;#x27;éducation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Some students have no computer or a weak Internet connection at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Certains étudiants n&amp;#x27;ont pas d&amp;#x27;ordinateur ou une connexion Internet faible à la maison.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other challenges exist?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autres défis existent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Concentration. With your phone next to you, it is easy to leave a lesson for social media. You must be disciplined.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concentration. Avec votre téléphone à côté de vous, il est facile de quitter une leçon pour les réseaux sociaux. Vous devez être discipliné.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teacher&amp;#x27;s new role (Le nouveau rôle de l&amp;#x27;enseignant)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With all these tools, is the teacher less important?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tous ces outils, l&amp;#x27;enseignant est-il moins important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at all. The teacher guides you, explains difficult points and corrects your work. Technology does not replace the teacher.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du tout. L&amp;#x27;enseignant vous guide, explique les points difficiles et corrige votre travail. La technologie ne remplace pas l&amp;#x27;enseignant.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teacher becomes a guide?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l&amp;#x27;enseignant devient un guide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We say the teacher is a facilitator: he or she helps you find and understand the right information.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On dit que l&amp;#x27;enseignant est un facilitateur : il ou elle vous aide à trouver et à comprendre la bonne information.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Digital resources for English students (Les ressources numériques pour les étudiants d&amp;#x27;anglais)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am a student of English. What digital resources do you recommend?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suis étudiante en anglais. Quelles ressources numériques recommandez-vous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online dictionaries like Cambridge and Oxford, and translation tools to check your vocabulary.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des dictionnaires en ligne comme Cambridge et Oxford, et des outils de traduction pour vérifier votre vocabulaire.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practise listening online?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pratiquer la compréhension orale en ligne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Listen to podcasts, watch films with English subtitles, and follow BBC Learning English. Practice makes perfect.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Écoutez des podcasts, regardez des films avec sous-titres anglais, et suivez BBC Learning English. C&amp;#x27;est en pratiquant qu&amp;#x27;on apprend.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Online assessment (L&amp;#x27;évaluation en ligne)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teachers evaluate students online?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enseignants évaluent-ils les étudiants en ligne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online quizzes, written homework sent by e-mail or Moodle, and oral exams on video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des quiz en ligne, des devoirs écrits envoyés par e-mail ou sur Moodle, et des examens oraux en visioconférence.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an online exam the same as a classroom exam?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examen en ligne est-il identique à un examen en classe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questions are the same, but online exams need a stable connection and total honesty from the student.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questions sont les mêmes, mais les examens en ligne exigent une connexion stable et une honnêteté totale de l&amp;#x27;étudiant.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Blended learning (L&amp;#x27;apprentissage mixte)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heard the word "blended". What is blended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entendu le mot « blended ». Qu&amp;#x27;est-ce que l&amp;#x27;apprentissage mixte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Blended learning mixes face-to-face classes and online activities. Part of the lesson at university, part at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L&amp;#x27;apprentissage mixte combine les cours en présentiel et les activités en ligne. Une partie de la leçon à l&amp;#x27;université, une partie à la maison.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it a good method?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est-ce une bonne méthode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get the help of the teacher in class, and the flexibility of online study at home. The best of both worlds.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bénéficiez de l&amp;#x27;aide de l&amp;#x27;enseignant en classe, et de la flexibilité des études en ligne à la maison. Le meilleur des deux mondes.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Digital skills for the future (Les compétences numériques pour l&amp;#x27;avenir)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Will digital skills help me find a job?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compétences numériques m&amp;#x27;aideront-elles à trouver un emploi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Absolutely. Employers everywhere look for people who can use Word, send e-mails, search well and learn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Absolument. Partout, les employeurs cherchent des personnes capables d&amp;#x27;utiliser Word, d&amp;#x27;envoyer des courriels, de bien chercher et d&amp;#x27;apprendre en ligne.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skills should I develop?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compétences devrais-je développer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Typing, using office software, communicating by e-mail, and solving problems with the computer.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frappe, l&amp;#x27;utilisation des logiciels bureautiques, la communication par courriel, et la résolution de problèmes avec l&amp;#x27;ordinateur.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advice (Résumé et conseils)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can you give us a final summary?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pouvez-vous nous faire un résumé final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ICT opens the door to learning: platforms like Moodle, online courses, videos and digital exercises enrich your studies.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TIC ouvrent la porte de l&amp;#x27;apprentissage : des plateformes comme Moodle, des cours en ligne, des vidéos et des exercices numériques enrichissent vos études.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your advice for the whole year?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votre conseil pour toute l&amp;#x27;année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