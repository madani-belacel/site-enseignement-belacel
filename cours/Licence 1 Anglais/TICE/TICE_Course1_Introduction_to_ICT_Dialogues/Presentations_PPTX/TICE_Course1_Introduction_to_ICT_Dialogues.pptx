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val="FFFFFF"/&gt;</a:solidFill>
              </a:rPr>
              <a:t>TICE Course1 Introduction to ICT Dialogues</a:t>
            </a:r>
          </a:p>
          <a:p>
            <a:pPr algn="ctr"/>
            <a:r>
              <a:rPr sz="1800">
                <a:solidFill>val="DFE5EA"/&gt;</a:solidFill>
              </a:rPr>
              <a:t>21 dialogues | EN-FR | Dr. BELACEL Madani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3716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 — What does TICE mean? (Que signifie TICE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Good morning, sir. First of all, what does TICE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Bonjour, monsieur. Tout d&amp;#x27;abord, que signifie TICE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Good morning. TICE stands for Information and Communication Technologies for Education.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Bonjour. TICE signifie Technologies de l&amp;#x27;Information et de la Communication pour l&amp;#x27;Enseignement.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In English we usually say ICTE, right?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En anglais on dit généralement ICTE, n&amp;#x27;est-ce pas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In English it is ICTE: Information and Communication Technologies for Education.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En anglais, c&amp;#x27;est ICTE : Information and Communication Technologies for Education.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TICE is specifically related to teaching and learning?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TICE est spécifiquement liée à l&amp;#x27;enseignement et à l&amp;#x27;apprentissage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When we use digital technologies for educational purposes, we speak of TICE or ICTE.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Lorsque nous utilisons les technologies numériques à des fins éducatives, nous parlons de TICE ou d&amp;#x27;ICTE.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 — Difference between TIC and TICE (Différence entre TIC et TICE)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is there a real difference between TIC and TICE?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y a-t-il une vraie différence entre TIC et TICE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there is. TIC is the general term: all Information and Communication Technologies.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il y en a une. TIC est le terme général : toutes les Technologies de l&amp;#x27;Information et de la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TICE is more specific?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TICE est plus spécifique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Precisely. TICE refers to the use of those same technologies in education and training.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Précisément. TICE désigne l&amp;#x27;utilisation de ces mêmes technologies dans l&amp;#x27;éducation et la 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every TICE tool is a TIC tool, but not every TIC tool is used for teaching?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tout outil TICE est un outil TIC, mais tout outil TIC n&amp;#x27;est pas utilisé pour l&amp;#x27;enseignement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Perfect understanding. That is the key difference.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Parfaite compréhension. C&amp;#x27;est la différence essentielle.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3 — What is the difference between informatique and ICT? (Quelle est la différence entre informatique et TIC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in French we say « informatique ». Is it the same as ICT?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en français on dit « informatique ». Est-ce la même chose que les TIC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Informatique is computer science: the science of computers and the processing of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L&amp;#x27;informatique est la science des ordinateurs et du traitement de l&amp;#x27;information.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it focuses on programming and software?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elle se concentre sur la programmation et les logiciels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Informatics deals with algorithms, software and data. ICT is broader: it also includes networks, the Internet and communication devices.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L&amp;#x27;informatique s&amp;#x27;occupe des algorithmes, des logiciels et des données. La TIC est plus large : elle inclut aussi les réseaux, Internet et les appareils de communication.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ICT = informatics + communication?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TIC = informatique + communication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When these technologies are used for education, we call them 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Quand ces technologies servent à l&amp;#x27;éducation, on les appelle TICE.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Now the difference is clear. Thank you.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Maintenant la différence est claire. Merci.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4 — What is ICT in simple words? (Qu&amp;#x27;est-ce que la TIC en termes simples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explain ICT in very simple words?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expliquer la TIC en termes très simples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Of course. ICT means Information and Communication Technologies. It is the set of digital tools that create, process, store, transmit and share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TIC signifie Technologies de l&amp;#x27;Information et de la Communication. C&amp;#x27;est l&amp;#x27;ensemble des outils numériques qui créent, traitent, stockent, transmettent et partagent l&amp;#x27;information.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kind of tools exactly?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types d&amp;#x27;outils exactement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Computers, smartphones, the Internet, networks, software, and online platforms.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ordinateurs, les smartphones, Internet, les réseaux, les logiciels et les plateformes en ligne.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everything digital that deals with information?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tout ce qui est numérique et qui traite de l&amp;#x27;information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That is a good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C&amp;#x27;est un bon résumé.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5 — Examples of ICT tools (Exemples d&amp;#x27;outils TIC)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us concrete examples of ICT tools we use every day?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nous donner des exemples concrets d&amp;#x27;outils TIC que nous utilisons chaque jour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Certainly. Your smartphone, your laptop, WhatsApp, Gmail, Google, Moodle, Zoom, and even Microsoft Word.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Bien sûr. Votre smartphone, votre ordinateur portable, WhatsApp, Gmail, Google, Moodle, Zoom, et même Microsoft Word.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social media also part of ICT?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réseaux sociaux font-ils aussi partie des TIC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Facebook, Instagram, TikTok and YouTube are all ICT tools because they allow the creation, storage and sharing of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Facebook, Instagram, TikTok et YouTube sont tous des outils TIC car ils permettent la création, le stockage et le partage d&amp;#x27;information.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learning platforms like Moodle?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les plateformes d&amp;#x27;apprentissage comme Moodle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Moodle is a perfect example of ICT used for education, so it is also TICE.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Moodle est un parfait exemple de TIC utilisée pour l&amp;#x27;éducation, donc c&amp;#x27;est aussi de la TICE.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6 — Why is ICT called a system? (Pourquoi appelle-t-on la TIC un système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do we sometimes call ICT a system?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appelle-t-on parfois la TIC un système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it combines three elements that work together: hardware, software and networks.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qu&amp;#x27;elle combine trois éléments qui travaillent ensemble : le matériel, les logiciels et les réseaux.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an example?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un exemple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When you write an email: the computer is the hardware, the email program is the software, and the Internet is the network. All three are necessary.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Quand vous écrivez un courriel : l&amp;#x27;ordinateur est le matériel, le programme de messagerie est le logiciel, et Internet est le réseau. Les trois sont nécessaires.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without one of them, the system does not work properly?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sans l&amp;#x27;un d&amp;#x27;eux, le système ne fonctionne pas correctement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That is why we speak of an ICT system.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pourquoi nous parlons d&amp;#x27;un système TIC.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7 — From NICT to ICT (Des NTIC aux TIC)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 sometimes see the letters NICT. What do they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Je vois parfois les lettres NTIC. Que signifient-elles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NICT means New Information and Communication Technologies. It was the term used in the 1990s.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NTIC signifie Nouvelles Technologies de l&amp;#x27;Information et de la Communication. C&amp;#x27;était le terme utilisé dans les années 1990.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did we stop saying “New”?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a-t-on arrêté de dire « Nouvelles »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these technologies are no longer new. They have become normal and essential in everyday life.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ces technologies ne sont plus nouvelles. Elles sont devenues normales et essentielles dans la vie quotidienne.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today we simply say 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aujourd&amp;#x27;hui on dit simplement TIC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“N” for New has disappeared because digital technology is now ordinary.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 « N » de Nouvelles a disparu parce que la technologie numérique est maintenant banale.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8 — The three dimensions of ICT (Les trois dimensions des TIC)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mentioned that ICT has three dimensions. What are they?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mentionné que la TIC a trois dimensions. Quelles sont-elles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The technological dimension, the information dimension, and the communication dimension.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La dimension technologique, la dimension information et la dimension communication.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technological dimension?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Qu&amp;#x27;est-ce que la dimension technologique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hardware and the software: the computer, the smartphone, Word, the browser…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matériel et les logiciels : l&amp;#x27;ordinateur, le smartphone, Word, le navigateur…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the information dimension?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dimension information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the content itself: texts, images, sounds and videos in digital formats.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le contenu lui-même : les textes, les images, les sons et les vidéos dans des formats numériques.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9 — The communication dimension (La dimension communication)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about the third dimension — communication?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troisième dimension — la communication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The communication dimension is the exchange of information between people.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dimension communication est l&amp;#x27;échange d&amp;#x27;information entre les personnes.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E-mail, forums, video conferences, social networks, and instant messaging.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courriel, les forums, les visioconférences, les réseaux sociaux et la messagerie instantanée.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without communication, ICT would be incomplete?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sans communication, la TIC serait incomplète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Technology and information become truly powerful when they allow people to communicate.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La technologie et l&amp;#x27;information deviennent vraiment puissantes lorsqu&amp;#x27;elles permettent aux gens de communiquer.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10 — The three functions of ICT (Les trois fonctions des TIC)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functions of ICT?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principales fonctions des TIC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ICT performs three main functions: processing, transmission and storage.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TIC remplit trois fonctions principales : le traitement, la transmission et le stockage.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does processing mean?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le traitement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Processing means creating and transforming information: writing a text in Word or calculating in Excel.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traitement signifie créer et transformer l&amp;#x27;information : écrire un texte dans Word ou calculer dans Excel.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transmission?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la transmission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Transmission means sending or sharing information at a distance, for example by email or on a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transmission signifie envoyer ou partager l&amp;#x27;information à distance, par exemple par courriel ou sur une plateforme.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11 — What is storage? (Qu&amp;#x27;est-ce que le stockage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You mentioned storage as the third function. Can you explain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mentionné le stockage comme troisième fonction. Pouvez-vous l&amp;#x27;expliquer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Storage means saving information so that we can keep it and use it later.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stockage signifie enregistrer l&amp;#x27;information pour pouvoir la conserver et l&amp;#x27;utiliser plus tard.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Where can we store digital information?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Où peut-on stocker l&amp;#x27;information numérique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On a USB stick, a hard disk, an external drive, or in the cloud (Google Drive, OneDrive…).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Sur une clé USB, un disque dur, un disque externe, ou dans le cloud (Google Drive, OneDrive…).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the cloud safer than a USB stick?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 cloud est-il plus sûr qu&amp;#x27;une clé USB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depends. The cloud is accessible from anywhere, but you need a good internet connection and you must protect your account.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Cela dépend. Le cloud est accessible de partout, mais il faut une bonne connexion Internet et protéger son compte.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12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12 — Data, information and knowledge (Donnée, information et connaissance)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difference between data, information and knowledge?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différence entre donnée, information et connaissance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Data is raw and has no meaning by itself. For example the number 18.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donnée est brute et n&amp;#x27;a aucun sens par elle-même. Par exemple le nombre 18.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information?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l&amp;#x27;information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Information is data with context. For example: “The student scored 18 out of 20 in the English exam.”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L&amp;#x27;information est une donnée avec contexte. Par exemple : « L&amp;#x27;étudiant a obtenu 18 sur 20 à l&amp;#x27;examen d&amp;#x27;anglais.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Then what is knowledge?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Alors qu&amp;#x27;est-ce que la connaissance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Knowledge is information that has been understood, analysed and can be used. For example: understanding why the student got 18 and how to help him improve further.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connaissance est l&amp;#x27;information qui a été comprise, analysée et qui peut être utilisée. Par exemple : comprendre pourquoi l&amp;#x27;étudiant a eu 18 et comment l&amp;#x27;aider à encore progresser.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13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13 — Why do English students study TICE? (Pourquoi les étudiants d&amp;#x27;anglais étudient-ils la TICE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Sir, why is TICE important for us, future English teachers?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Monsieur, pourquoi la TICE est-elle importante pour nous, futurs enseignants d&amp;#x27;anglais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technology has completely changed the way people learn and teach languages.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que la technologie a complètement changé la façon dont les gens apprennent et enseignent les langues.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need to master digital tools?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nous devons maîtriser les outils numériques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A modern English teacher must know how to use digital tools to motivate students and make lessons more effective.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Un enseignant d&amp;#x27;anglais moderne doit savoir utiliser les outils numériques pour motiver les étudiants et rendre les cours plus efficaces.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only about using PowerPoint?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d&amp;#x27;utiliser PowerPoint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is much wider: online resources, interactive exercises, video conferencing, learning platforms, digital assessment, and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C&amp;#x27;est beaucoup plus large : ressources en ligne, exercices interactifs, visioconférence, plateformes d&amp;#x27;apprentissage, évaluation numérique, et plus encore.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14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14 — ICT and the four language skills (La TIC et les quatre compétences langagières)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can ICT help us develop the four language skills?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la TIC peut-elle nous aider à développer les quatre compétences langagières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Very well. For listening we use podcasts and authentic videos. For reading we use online articles and e-books.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Très bien. Pour l&amp;#x27;écoute nous utilisons les podcasts et les vidéos authentiques. Pour la lecture nous utilisons les articles en ligne et les livres numériques.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speaking and writing?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l&amp;#x27;oral et l&amp;#x27;écrit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For speaking we can record ourselves or use video calls. For writing we use word processors and collaborative tools like Google Docs.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l&amp;#x27;oral nous pouvons nous enregistrer ou utiliser les appels vidéo. Pour l&amp;#x27;écrit nous utilisons les traitements de texte et les outils collaboratifs comme Google Docs.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ICT supports all four skills?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TIC soutient les quatre compétences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That is one of the main reasons why TICE is essential for language teachers.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C&amp;#x27;est l&amp;#x27;une des principales raisons pour lesquelles la TICE est essentielle pour les enseignants de langues.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15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15 — What is digitization? (Qu&amp;#x27;est-ce que la numérisation ?)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exactly does digitization mean?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 signifie exactement la numérisation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Digitization is the process of converting information into digital 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numérisation est le processus de conversion de l&amp;#x27;information sous forme numérique.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you give simple examples?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Pouvez-vous donner des exemples simples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 paper document scanned into a PDF, a vinyl record converted into an MP3 file, or a photo taken with a digital camera.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Un document papier numérisé en PDF, un disque vinyle converti en fichier MP3, ou une photo prise avec un appareil numérique.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digitization the same as digital transformation?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numérisation est-elle la même chose que la transformation digitale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Not exactly. Digitization is converting to digital. Digital transformation is reorganizing whole activities using digital tools.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Pas exactement. La numérisation est la conversion au numérique. La transformation digitale est la réorganisation d&amp;#x27;activités entières grâce aux outils numériques.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16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16 — The information society (La société de l&amp;#x27;information)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we mean by the information society?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Qu&amp;#x27;entend-on par société de l&amp;#x27;information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It is a society in which the creation, distribution and use of information have become central economic and cultural activities.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C&amp;#x27;est une société dans laquelle la création, la distribution et l&amp;#x27;utilisation de l&amp;#x27;information sont devenues des activités économiques et culturelles centrales.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our society already an information society?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Notre société est-elle déjà une société de l&amp;#x27;information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Most of our daily activities — studying, working, communicating, shopping — now depend heavily on digital information.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La plupart de nos activités quotidiennes — étudier, travailler, communiquer, faire des courses — dépendent maintenant fortement de l&amp;#x27;information numérique.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consequences for us as students?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Quelles sont les conséquences pour nous en tant qu&amp;#x27;étudiants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You need strong digital skills, the ability to evaluate information critically, and the capacity to keep learning throughout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Vous avez besoin de solides compétences numériques, de la capacité à évaluer l&amp;#x27;information de façon critique, et de la capacité à apprendre tout au long de la vie.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17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17 — Advantages of ICT in education (Avantages des TIC dans l&amp;#x27;éducation)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are the main advantages of using ICT in education?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sont les principaux avantages de l&amp;#x27;utilisation des TIC dans l&amp;#x27;éducation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Access to a huge amount of resources, flexibility of time and place, interactivity, and the possibility of personalized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L&amp;#x27;accès à une énorme quantité de ressources, la flexibilité du temps et du lieu, l&amp;#x27;interactivité, et la possibilité d&amp;#x27;un apprentissage personnalisé.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Can ICT help shy students?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TIC peuvent-elles aider les étudiants timides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Yes. Online forums and written contributions often allow shy students to express themselves more easily than in face-to-face discussions.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Oui. Les forums en ligne et les contributions écrites permettent souvent aux étudiants timides de s&amp;#x27;exprimer plus facilement qu&amp;#x27;en discussion en face à face.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And for teachers?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Et pour les enseignants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Teachers can prepare richer materials, give faster feedback, and reach students outside the classroom.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Les enseignants peuvent préparer des supports plus riches, donner un retour plus rapide, et atteindre les étudiants en dehors de la salle de classe.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18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18 — Limitations and challenges of ICT (Limites et défis des TIC)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Are there also problems or limitations with ICT?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Y a-t-il aussi des problèmes ou des limites avec les TIC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Yes, of course. Not everyone has the same access to devices and good internet. This is called the digital divide.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Oui, bien sûr. Tout le monde n&amp;#x27;a pas le même accès aux appareils et à une bonne connexion Internet. On appelle cela la fracture numérique.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other challenges exist?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Quels autres défis existent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Distraction, lack of concentration, reliability of information, privacy issues, and the need for digital literacy.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distraction, le manque de concentration, la fiabilité de l&amp;#x27;information, les questions de vie privée, et le besoin de littératie numérique.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ICT is not a miracle solution?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la TIC n&amp;#x27;est pas une solution miracle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Exactly. It is a powerful tool, but it must be used with critical thinking and good pedagogy.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Exactement. C&amp;#x27;est un outil puissant, mais il doit être utilisé avec esprit critique et une bonne pédagogie.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19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19 — Digital literacy (La littératie numérique)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do we mean by digital literacy?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Qu&amp;#x27;entend-on par littératie numérique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Digital literacy is the ability to find, evaluate, create and communicate information using digital technologies in a responsible way.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littératie numérique est la capacité à trouver, évaluer, créer et communiquer de l&amp;#x27;information en utilisant les technologies numériques de façon responsable.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it only technical skills?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S&amp;#x27;agit-il seulement de compétences techniques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No. It also includes critical thinking, ethical behaviour online, and the ability to protect one’s privacy.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Non. Elle inclut aussi la pensée critique, le comportement éthique en ligne, et la capacité à protéger sa vie privée.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Why is it important for 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Pourquoi est-elle importante pour nous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Because in the 21st century, digital literacy is as important as reading and writing. It is a basic skill for studies and professional life.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Parce qu&amp;#x27;au XXIe siècle, la littératie numérique est aussi importante que la lecture et l&amp;#x27;écriture. C&amp;#x27;est une compétence de base pour les études et la vie professionnelle.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20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20 — ICT and lifelong learning (TIC et apprentissage tout au long de la vie)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How does ICT support lifelong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Comment la TIC soutient-elle l&amp;#x27;apprentissage tout au long de la vie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ICT gives us access to courses, tutorials, videos and resources at any age and from almost any place.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La TIC nous donne accès à des cours, des tutoriels, des vidéos et des ressources à tout âge et depuis presque n&amp;#x27;importe quel endroit.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So we can continue learning after university?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Donc nous pouvons continuer à apprendre après l&amp;#x27;université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Absolutely. Platforms like Coursera, edX, YouTube or university open courses allow continuous professional and personal development.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Absolument. Des plateformes comme Coursera, edX, YouTube ou les cours ouverts des universités permettent un développement professionnel et personnel continu.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Is this important for future teachers?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Est-ce important pour les futurs enseignants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Essential. A good teacher never stops learning, and ICT makes lifelong learning much easier.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Essentiel. Un bon enseignant n&amp;#x27;arrête jamais d&amp;#x27;apprendre, et la TIC rend l&amp;#x27;apprentissage tout au long de la vie beaucoup plus facile.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val="FFFFFF"/&gt;</a:solidFill>
              </a:rPr>
              <a:t>Dialogue 21</a:t>
            </a:r>
          </a:p>
          <a:p>
            <a:pPr algn="ctr">
              <a:spcBef>
                <a:spcPts val="1200"/>
              </a:spcBef>
            </a:pPr>
            <a:r>
              <a:rPr sz="2000">
                <a:solidFill>val="DFE5EA"/&gt;</a:solidFill>
              </a:rPr>
              <a:t>🗣️ Dialogue 21 — Conclusion: Becoming a digitally competent teacher (Conclusion : Devenir un enseignant numériquement compétent)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18288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To finish, what should we remember from this first course?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Pour terminer, que devons-nous retenir de ce premier cours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Remember that ICT is a set of powerful tools, TICE is their educational use, and digital competence is now part of a teacher’s professional identity.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Retenez que la TIC est un ensemble d&amp;#x27;outils puissants, que la TICE est leur usage éducatif, et que la compétence numérique fait maintenant partie de l&amp;#x27;identité professionnelle d&amp;#x27;un enseignant.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What is the first practical step for us?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974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Quelle est la première étape pratique pour nous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val="F0B429"/&gt;</a:solidFill>
              </a:rPr>
              <a:t>Teacher: </a:t>
            </a:r>
            <a:r>
              <a:rPr sz="1400">
                <a:solidFill>val="162B40"/&gt;</a:solidFill>
              </a:rPr>
              <a:t>Start using digital tools consciously: organise your files, use a learning platform, evaluate online information critically, and protect your digital identity.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8686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Commencez à utiliser les outils numériques de façon consciente : organisez vos fichiers, utilisez une plateforme d&amp;#x27;apprentissage, évaluez l&amp;#x27;information en ligne de façon critique, et protégez votre identité numérique.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val="00875B"/&gt;</a:solidFill>
              </a:rPr>
              <a:t>Student: </a:t>
            </a:r>
            <a:r>
              <a:rPr sz="1400">
                <a:solidFill>val="162B40"/&gt;</a:solidFill>
              </a:rPr>
              <a:t>Thank you, sir. This was very clear.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83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>
                <a:solidFill>val="69788B"/&gt;</a:solidFill>
              </a:rPr>
              <a:t>Merci, monsieur. C&amp;#x27;était très clair.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