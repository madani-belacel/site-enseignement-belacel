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Course6 Pronunciation Intonation Dialogues</a:t>
            </a:r>
          </a:p>
          <a:p>
            <a:pPr algn="ctr"/>
            <a:r>
              <a:rPr sz="1800">
                <a:solidFill>val="DFE5EA"/&gt;</a:solidFill>
              </a:rPr>
              <a:t>20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Why is pronunciation important? (Pourquoi la prononciation est-elle importante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Is a perfect accent necessary to be understood?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Un accent parfait est-il nécessaire pour être compris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No. The goal is intelligibility: being understood easily. A strong foreign accent is fine as long as it does not block communication.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Non. L&amp;#x27;objectif est l&amp;#x27;intelligibilité : être facilement compris. Un accent étranger marqué est acceptable tant qu&amp;#x27;il ne bloque pas la communication.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what should we focus 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Alors sur quoi devons-nous nous concentrer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On the sounds and patterns that most often cause misunderstanding: certain consonants, vowel length, word stress and basic intonation.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Sur les sons et schémas qui causent le plus souvent des malentendus : certaines consonnes, la longueur des voyelles, l&amp;#x27;accent de mot et l&amp;#x27;intonation de base.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The difference between letters and sounds (La différence entre lettres et sons)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is English spelling so different from pronunciation?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l&amp;#x27;orthographe anglaise est-elle si différente de la prononciation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English has a long history and has borrowed words from many languages. One letter can represent several sounds, and one sound can be written in several ways.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que l&amp;#x27;anglais a une longue histoire et a emprunté des mots à de nombreuses langues. Une lettre peut représenter plusieurs sons, et un son peut s&amp;#x27;écrire de plusieurs façons.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the IPA help us?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l&amp;#x27;API peut-elle nous aider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The International Phonetic Alphabet gives one symbol per sound. Once you know the symbols, you can pronounce any word correctly with a dictionary.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L&amp;#x27;Alphabet Phonétique International donne un symbole par son. Une fois les symboles connus, vous pouvez prononcer n&amp;#x27;importe quel mot correctement avec un dictionnaire.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Difficult consonants for French speakers (Consonnes difficiles pour les francophones)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consonants cause most problems for us?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consonnes posent le plus de problèmes pour nous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Especially /θ/ and /ð/ (think, this), /h/ (house), the difference between /p-b/, /t-d/, /k-g/ at the end of words, and final consonants in general.</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Surtout /θ/ et /ð/ (think, this), /h/ (house), la différence entre /p-b/, /t-d/, /k-g/ en fin de mot, et les consonnes finales en général.</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practise the &amp;#x27;th&amp;#x27; sounds?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pratiquer les sons « th »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Put the tip of your tongue between your teeth and blow air for /θ/ (think). Add voice for /ð/ (this). Practise minimal pairs: thin/tin, then/den.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Placez le bout de la langue entre les dents et soufflez pour /θ/ (think). Ajoutez de la voix pour /ð/ (this). Pratiquez des paires minimales : thin/tin, then/den.</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Vowel length and quality (Longueur et qualité des voyelles)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ship and sheep sound different?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ship et sheep sonnent-ils différemment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of vowel length and quality. /■/ in ship is short and more closed; /i■/ in sheep is longer. Many pairs work like this: bit/beat, full/fool, not/nought.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À cause de la longueur et de la qualité de la voyelle. /■/ dans ship est court et plus fermé ; /i■/ dans sheep est plus long. De nombreuses paires fonctionnent ainsi : bit/beat, full/fool, not/nought.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length always the only difference?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longueur est-elle toujours la seule différence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Not always. Quality (tongue position) also changes. Listening carefully and repeating after a model are the best ways to improve.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Pas toujours. La qualité (position de la langue) change aussi. Écouter attentivement et répéter après un modèle sont les meilleures façons de progresser.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Word stress (L&amp;#x27;accent de mot)</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word stress and why does it matter?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que l&amp;#x27;accent de mot et pourquoi est-il important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In every word of more than one syllable, one syllable is stronger. Wrong stress can make a word difficult to recognise (e.g. PHOtograph vs phoTOgraphy).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Dans tout mot de plus d&amp;#x27;une syllabe, une syllabe est plus forte. Un mauvais accent peut rendre un mot difficile à reconnaître (ex. PHOtograph vs phoTOgraphy).</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know where the stress is?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savoir où se trouve l&amp;#x27;accent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Dictionaries mark it. There are also patterns: many nouns are stressed on the first syllable, many verbs on the second. Listening and imitation remain essential.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dictionnaires le marquent. Il y a aussi des schémas : beaucoup de noms sont accentués sur la première syllabe, beaucoup de verbes sur la deuxième. L&amp;#x27;écoute et l&amp;#x27;imitation restent essentielles.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Sentence stress and rhythm (Accent de phrase et rythme)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sentence stress?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que l&amp;#x27;accent de phrase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In a sentence we stress the important words (usually nouns, main verbs, adjectives, adverbs) and reduce the small grammar words (articles, prepositions, auxiliaries).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Dans une phrase, on accentue les mots importants (généralement noms, verbes principaux, adjectifs, adverbes) et on réduit les petits mots grammaticaux (articles, prépositions, auxiliaires).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Does this create the rhythm of English?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Cela crée-t-il le rythme de l&amp;#x27;anglais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English is a stress-timed language: the stressed syllables tend to occur at regular intervals. This is very different from French, which is more syllable-timed.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L&amp;#x27;anglais est une langue à rythme accentuel : les syllabes accentuées tendent à se produire à intervalles réguliers. C&amp;#x27;est très différent du français, plus syllabique.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The schwa sound /■/ (Le son schwa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schwa and why do teachers talk about it so much?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que le schwa et pourquoi les enseignants en parlent-ils tant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The schwa /■/ is the most common vowel in English. It appears in most unstressed syllables (about, teacher, banana). Using it correctly makes your speech more natural.</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schwa /■/ est la voyelle la plus fréquente en anglais. Il apparaît dans la plupart des syllabes non accentuées (about, teacher, banana). L&amp;#x27;utiliser correctement rend votre discours plus naturel.</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do I produce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le produire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Relax your mouth completely. It is a very short, neutral sound, like the &amp;#x27;a&amp;#x27; in &amp;#x27;about&amp;#x27;. Do not give it the full quality of a stressed vowel.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Détendez complètement votre bouche. C&amp;#x27;est un son très court et neutre, comme le « a » de « about ». Ne lui donnez pas la qualité complète d&amp;#x27;une voyelle accentuée.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Basic intonation patterns (Schémas d&amp;#x27;intonation de base)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intonation?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que l&amp;#x27;intonation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the melody of the voice: how the pitch rises and falls. It helps express meaning, attitude and the type of sentence (question, statement, surprise…).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C&amp;#x27;est la mélodie de la voix : comment la hauteur monte et descend. Elle aide à exprimer le sens, l&amp;#x27;attitude et le type de phrase (question, affirmation, surprise…).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 most useful patterns for beginners?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Quels sont les schémas les plus utiles pour les débutants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Falling intonation for statements and wh-questions; rising intonation for yes/no questions; fall-rise for uncertainty or polite contradiction.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Intonation descendante pour les affirmations et les questions en wh- ; intonation montante pour les questions oui/non ; descente-montée pour l&amp;#x27;incertitude ou la contradiction polie.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Linking and connected speech (Liaisons et discours lié)</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words sound different when they are in a sentence?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les mots sonnent-ils différemment dans une phrase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of linking, reduction and assimilation. Words join together: &amp;#x27;turn off&amp;#x27; can sound like &amp;#x27;tur-noff&amp;#x27;, &amp;#x27;next day&amp;#x27; like &amp;#x27;neks-day&amp;#x27;.</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À cause des liaisons, des réductions et de l&amp;#x27;assimilation. Les mots se rejoignent : « turn off » peut sonner comme « tur-noff », « next day » comme « neks-day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try to link words when we speak?</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essayer de lier les mots quand nous parlons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gradually. Natural linking makes speech smoother and easier for listeners. Start by noticing it when you listen, then try to reproduce simple cases.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progressivement. Les liaisons naturelles rendent le discours plus fluide et plus facile pour les auditeurs. Commencez par les remarquer en écoutant, puis essayez de reproduire des cas simples.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Strong and weak forms (Formes fortes et formes faibles)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strong and weak forms?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sont les formes fortes et les formes faibles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Many small words (to, for, and, of, can, have…) have a strong form when stressed and a weak form with schwa when unstressed. In normal speech the weak form is more common.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Beaucoup de petits mots (to, for, and, of, can, have…) ont une forme forte quand ils sont accentués et une forme faible avec schwa quand ils ne le sont pas. Dans le discours normal, la forme faible est plus courante.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you give an example?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Pouvez-vous donner un exemple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&amp;#x27;I can /kæn/ swim&amp;#x27; (strong, emphasis) versus &amp;#x27;I can /k■n/ swim&amp;#x27; (weak, normal). Using only strong forms makes speech sound unnatural.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I can /kæn/ swim » (forte, emphase) versus « I can /k■n/ swim » (faible, normal). N&amp;#x27;utiliser que des formes fortes rend le discours artificiel.</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Practising with minimal pairs (Pratiquer avec des paires minimales)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minimal pairs and how do they help?</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sont les paires minimales et comment aident-elles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They are pairs of words that differ by only one sound: ship/sheep, live/leave, bit/beat, thin/tin. Practising them trains both your ear and your pronunciation.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 sont des paires de mots qui ne diffèrent que par un seul son : ship/sheep, live/leave, bit/beat, thin/tin. Les pratiquer entraîne à la fois votre oreille et votre prononciation.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should we practise them?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devons-nous les pratiquer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Listen and identify which word you hear, then produce both words clearly. Record yourself and compare with a model.</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Écoutez et identifiez quel mot vous entendez, puis produisez clairement les deux mots. Enregistrez-vous et comparez avec un modèle.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Recording yourself for improvement (S&amp;#x27;enregistrer pour progresser)</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you always recommend recording ourselves?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recommandez-vous toujours de s&amp;#x27;enregistrer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we often do not hear our own mistakes while speaking. A recording lets you listen objectively and notice problems with sounds, stress or intonation.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que nous n&amp;#x27;entendons souvent pas nos propres erreurs en parlant. Un enregistrement permet d&amp;#x27;écouter objectivement et de remarquer les problèmes de sons, d&amp;#x27;accent ou d&amp;#x27;intonation.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often should we do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À quelle fréquence devons-nous le faire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Even five minutes two or three times a week is useful. Choose a short text or dialogue, record, listen, correct, and record again.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Même cinq minutes deux ou trois fois par semaine sont utiles. Choisissez un court texte ou dialogue, enregistrez, écoutez, corrigez, et réenregistrez.</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Shadowing technique (La technique du shadowing)</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shadowing?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que le shadowing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repeating what you hear almost at the same time as the speaker, like a shadow. It trains rhythm, intonation and connected speech together.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C&amp;#x27;est répéter ce que vous entendez presque en même temps que le locuteur, comme une ombre. Cela entraîne ensemble le rythme, l&amp;#x27;intonation et le discours lié.</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difficult at the beginning?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Est-ce difficile au début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Start with slow, clear recordings and short segments. Do not worry about understanding every word at first; focus on the melody and rhythm.</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Commencez par des enregistrements lents et clairs et de courts segments. Ne vous inquiétez pas de comprendre chaque mot au début ; concentrez-vous sur la mélodie et le rythme.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Common pronunciation problems of French learners (Problèmes de prononciation courants des apprenants francophones)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typical mistakes do French speakers make?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erreurs typiques font les francophones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Adding a final /■/ (speak → speaka), not aspirating /p t k/, confusing /i■/ and /■/, underusing schwa, and keeping French intonation patterns.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Ajouter un /■/ final (speak → speaka), ne pas aspirer /p t k/, confondre /i■/ et /■/, sous-utiliser le schwa, et garder les schémas d&amp;#x27;intonation français.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Which one should we correct first?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Lequel devons-nous corriger en premier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Start with the problems that most affect understanding: final consonants, the &amp;#x27;th&amp;#x27; sounds, and basic word stress. Then work on rhythm and intonation.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Commencez par les problèmes qui affectent le plus la compréhension : les consonnes finales, les sons « th », et l&amp;#x27;accent de mot de base. Ensuite travaillez le rythme et l&amp;#x27;intonation.</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Using dictionaries for pronunciation (Utiliser les dictionnaires pour la prononciation)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a dictionary help my pronunciation?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un dictionnaire peut-il aider ma prononciation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Good dictionaries show the IPA transcription and often provide audio. Always check the pronunciation of new words, especially word stress.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Les bons dictionnaires montrent la transcription API et fournissent souvent de l&amp;#x27;audio. Vérifiez toujours la prononciation des nouveaux mots, surtout l&amp;#x27;accent de mot.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Which online resources do you recommend?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Quelles ressources en ligne recommandez-vous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Cambridge Dictionary, Oxford Learner&amp;#x27;s Dictionaries, and Forvo for hearing different speakers. YouGlish is also excellent for hearing words in real contexts.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Cambridge Dictionary, Oxford Learner&amp;#x27;s Dictionaries, et Forvo pour entendre différents locuteurs. YouGlish est aussi excellent pour entendre les mots dans de vrais contextes.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16</a:t>
            </a:r>
          </a:p>
          <a:p>
            <a:pPr algn="ctr">
              <a:spcBef>
                <a:spcPts val="1200"/>
              </a:spcBef>
            </a:pPr>
            <a:r>
              <a:rPr sz="2000">
                <a:solidFill>val="DFE5EA"/&gt;</a:solidFill>
              </a:rPr>
              <a:t>🗣️ Dialogue 16 — Intonation and attitude (Intonation et attitude)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Can intonation change the meaning of a sentence?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L&amp;#x27;intonation peut-elle changer le sens d&amp;#x27;une phrase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The same words with different intonation can sound polite, rude, surprised, bored or sarcastic. Intonation carries a lot of emotional information.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Les mêmes mots avec une intonation différente peuvent sonner polis, impolis, surpris, ennuyés ou sarcastiques. L&amp;#x27;intonation porte beaucoup d&amp;#x27;informations émotionnelles.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become more aware of it?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en devenir plus conscients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Listen to the same sentence said in different ways. Imitate. Record yourself trying different attitudes. Feedback from teachers and classmates also helps.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Écoutez la même phrase dite de différentes façons. Imitez. Enregistrez-vous en essayant différentes attitudes. Le feedback des enseignants et des camarades aide aussi.</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17</a:t>
            </a:r>
          </a:p>
          <a:p>
            <a:pPr algn="ctr">
              <a:spcBef>
                <a:spcPts val="1200"/>
              </a:spcBef>
            </a:pPr>
            <a:r>
              <a:rPr sz="2000">
                <a:solidFill>val="DFE5EA"/&gt;</a:solidFill>
              </a:rPr>
              <a:t>🗣️ Dialogue 17 — Clear speech techniques for presentations (Techniques d&amp;#x27;élocution claire pour les présentations)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I make my speech clearer during an oral presentation?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rendre mon discours plus clair pendant une présentation orale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Speak slightly slower than usual, articulate final consonants, pause between main ideas, and make sure important words are stressed.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Parlez un peu plus lentement que d&amp;#x27;habitude, articulez les consonnes finales, faites des pauses entre les idées principales, et assurez-vous que les mots importants sont accentués.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better to exaggerate a little?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Est-il préférable d&amp;#x27;exagérer un peu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In practice yes. Slightly exaggerated clarity in the classroom often becomes natural and sufficient in real situations.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En pratique oui. Une clarté légèrement exagérée en classe devient souvent naturelle et suffisante dans les situations réelles.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18</a:t>
            </a:r>
          </a:p>
          <a:p>
            <a:pPr algn="ctr">
              <a:spcBef>
                <a:spcPts val="1200"/>
              </a:spcBef>
            </a:pPr>
            <a:r>
              <a:rPr sz="2000">
                <a:solidFill>val="DFE5EA"/&gt;</a:solidFill>
              </a:rPr>
              <a:t>🗣️ Dialogue 18 — Integrating pronunciation into daily practice (Intégrer la prononciation dans la pratique quotidienne)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work on pronunciation without spending hours on it?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travailler la prononciation sans y passer des heures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Integrate it: when you learn a new word, check its pronunciation; when you listen, notice stress and intonation; when you speak, focus on one target sound per week.</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Intégrez-la : quand vous apprenez un nouveau mot, vérifiez sa prononciation ; quand vous écoutez, remarquez l&amp;#x27;accent et l&amp;#x27;intonation ; quand vous parlez, concentrez-vous sur un son cible par semaine.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ten minutes a day enough?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Dix minutes par jour suffisent-elles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if they are regular and focused. Consistency is more effective than occasional long sessions.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si elles sont régulières et ciblées. La régularité est plus efficace que de longues sessions occasionnelles.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19</a:t>
            </a:r>
          </a:p>
          <a:p>
            <a:pPr algn="ctr">
              <a:spcBef>
                <a:spcPts val="1200"/>
              </a:spcBef>
            </a:pPr>
            <a:r>
              <a:rPr sz="2000">
                <a:solidFill>val="DFE5EA"/&gt;</a:solidFill>
              </a:rPr>
              <a:t>🗣️ Dialogue 19 — Receiving and using pronunciation feedback (Recevoir et utiliser le feedback de prononciation)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should we react when the teacher corrects our pronunciation?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réagir quand l&amp;#x27;enseignant corrige notre prononciation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Listen carefully, repeat the correct form immediately if possible, and note the problem. Do not feel embarrassed; correction is a normal and useful part of learning.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Écoutez attentivement, répétez la forme correcte immédiatement si possible, et notez le problème. Ne vous sentez pas gêné ; la correction est une partie normale et utile de l&amp;#x27;apprentissage.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if I keep making the same mistake?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si je continue à faire la même erreur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It is normal. Some sounds take time. Keep practising deliberately. Progress is often slow but cumulative.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C&amp;#x27;est normal. Certains sons prennent du temps. Continuez à pratiquer de façon délibérée. Le progrès est souvent lent mais cumulatif.</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20</a:t>
            </a:r>
          </a:p>
          <a:p>
            <a:pPr algn="ctr">
              <a:spcBef>
                <a:spcPts val="1200"/>
              </a:spcBef>
            </a:pPr>
            <a:r>
              <a:rPr sz="2000">
                <a:solidFill>val="DFE5EA"/&gt;</a:solidFill>
              </a:rPr>
              <a:t>🗣️ Dialogue 20 — Conclusion: Towards clearer and more confident speech (Conclusion : Vers une élocution plus claire et plus confiante)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 key points to remember from this course?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sont les points clés à retenir de ce cours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Focus on intelligibility, master the most problematic sounds, pay attention to word and sentence stress, use schwa, practise intonation, and record yourself regularly.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Concentrez-vous sur l&amp;#x27;intelligibilité, maîtrisez les sons les plus problématiques, faites attention à l&amp;#x27;accent de mot et de phrase, utilisez le schwa, pratiquez l&amp;#x27;intonation, et enregistrez-vous régulièrement.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practical next step do you suggest?</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prochaine étape pratique suggérez-vous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Choose one difficult sound or one stress pattern this week. Find five words, practise them daily, record yourself, and check progress after seven days.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Choisissez un son difficile ou un schéma d&amp;#x27;accent cette semaine. Trouvez cinq mots, pratiquez-les chaque jour, enregistrez-vous, et vérifiez les progrès après sept jours.</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Thank you, sir. Pronunciation seems more manageable now.</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Merci, monsieur. La prononciation semble plus gérable maintenant.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