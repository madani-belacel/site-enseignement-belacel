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Course5 Everyday Communication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functional language? (Qu&amp;#x27;est-ce que le langage fonctionnel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we mean by functional language?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le langage fonctionnel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language we use to perform specific actions: requesting, offering, apologising, suggesting, inviting, refusing,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langage que nous utilisons pour accomplir des actions précises : demander, offrir, s&amp;#x27;excuser, suggérer, inviter, refuser, etc.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different from grammar lessons?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différent des leçons de grammaire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Grammar shows how the language is structured. Functional language shows how we use it in real situations to get things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La grammaire montre comment la langue est structurée. Le langage fonctionnel montre comment on l&amp;#x27;utilise dans de vraies situations pour accomplir des choses.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Greetings and introductions in different contexts (Salutations et présentations selon les contextes)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greetings change according to the situation?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salutations changent-elles selon la situation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friends: &amp;#x27;Hi&amp;#x27;, &amp;#x27;Hey&amp;#x27;, &amp;#x27;How&amp;#x27;s it going?&amp;#x27;. In formal situations: &amp;#x27;Good morning&amp;#x27;, &amp;#x27;How do you do?&amp;#x27;, &amp;#x27;Nice to meet you&amp;#x27;.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des amis : « Hi », « Hey », « How&amp;#x27;s it going? ». En situation formelle : « Good morning », « How do you do? », « Nice to meet you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&amp;#x27;How do you do?&amp;#x27;?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utilise-t-on « How do you do?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formal and mainly used when meeting someone for the first time in a professional or very polite context. The usual reply is also &amp;#x27;How do you do?&amp;#x27;.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formel et s&amp;#x27;utilise surtout lors d&amp;#x27;une première rencontre dans un contexte professionnel ou très poli. La réponse habituelle est aussi « How do you do?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Asking for and giving personal information (Demander et donner des informations personnelles)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questions are commonly used to ask for personal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questions sont couramment utilisées pour demander des informations personnelles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&amp;#x27;What&amp;#x27;s your name?&amp;#x27;, &amp;#x27;Where are you from?&amp;#x27;, &amp;#x27;What do you study?&amp;#x27;, &amp;#x27;Where do you live?&amp;#x27;, &amp;#x27;How old are you?&amp;#x27; (be careful, this last one can be sensitive).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What&amp;#x27;s your name? », « Where are you from? », « What do you study? », « Where do you live? », « How old are you? » (attention, cette dernière peut être sensible).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answer politely if I prefer not to give some information?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répondre poliment si je préfère ne pas donner certaines informations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say: &amp;#x27;I&amp;#x27;d rather not say&amp;#x27;, &amp;#x27;That&amp;#x27;s a bit personal&amp;#x27;, or simply smile and change the subject politely.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dire : « I&amp;#x27;d rather not say », « That&amp;#x27;s a bit personal », ou simplement sourire et changer poliment de sujet.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Asking for directions (Demander son chemin)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useful phrases can we use to ask for directions?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phrases utiles pouvons-nous utiliser pour demander notre chemin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&amp;#x27;Excuse me, how can I get to…?&amp;#x27;, &amp;#x27;Is there a… near here?&amp;#x27;, &amp;#x27;Could you tell me the way to…?&amp;#x27;, &amp;#x27;Am I going in the right direction for…?&amp;#x27;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Excuse me, how can I get to…? », « Is there a… near here? », « Could you tell me the way to…? », « Am I going in the right direction for…?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people usually give directions?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les gens donnent-ils généralement des indications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use imperatives and sequence markers: &amp;#x27;Go straight on&amp;#x27;, &amp;#x27;Turn left/right&amp;#x27;, &amp;#x27;Take the second street on the right&amp;#x27;, &amp;#x27;It&amp;#x27;s opposite / next to / between…&amp;#x27;.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utilisent l&amp;#x27;impératif et des marqueurs de séquence : « Go straight on », « Turn left/right », « Take the second street on the right », « It&amp;#x27;s opposite / next to / between…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Shopping language (Le langage des courses)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expressions do we need in a shop?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 quelles expressions avons-nous besoin dans un magasin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&amp;#x27;I&amp;#x27;m looking for…&amp;#x27;, &amp;#x27;Have you got this in size…?&amp;#x27;, &amp;#x27;How much is it?&amp;#x27;, &amp;#x27;Can I try it on?&amp;#x27;, &amp;#x27;I&amp;#x27;ll take it&amp;#x27;, &amp;#x27;Do you take cards?&amp;#x27;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I&amp;#x27;m looking for… », « Have you got this in size…? », « How much is it? », « Can I try it on? », « I&amp;#x27;ll take it », « Do you take cards?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say that something is too expensive?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dire que quelque chose est trop cher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Politely: &amp;#x27;It&amp;#x27;s a bit expensive for me&amp;#x27;, &amp;#x27;Do you have anything cheaper?&amp;#x27;, or &amp;#x27;I&amp;#x27;ll think about it, thank you&amp;#x27;.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Poliment : « It&amp;#x27;s a bit expensive for me », « Do you have anything cheaper? », ou « I&amp;#x27;ll think about it, thank you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Making and changing appointments (Prendre et modifier un rendez-vous)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make an appointment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prend-on un rendez-vous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&amp;#x27;I&amp;#x27;d like to make an appointment with…&amp;#x27;, &amp;#x27;Would it be possible to see the doctor on…?&amp;#x27;, &amp;#x27;What time is available?&amp;#x27;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I&amp;#x27;d like to make an appointment with… », « Would it be possible to see the doctor on…? », « What time is available?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if I need to change or cancel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dois le modifier ou l&amp;#x27;annuler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&amp;#x27;I&amp;#x27;m afraid I need to cancel/reschedule my appointment&amp;#x27;, &amp;#x27;Could we change it to…?&amp;#x27;, &amp;#x27;Something urgent has come up&amp;#x27;. Always apologise and propose a new time if possible.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I&amp;#x27;m afraid I need to cancel/reschedule my appointment », « Could we change it to…? », « Something urgent has come up ». Excusez-vous toujours et proposez un nouveau créneau si possible.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Telephoning basics (Les bases du téléphone)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key phrases for telephoning?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phrases clés pour téléphoner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Starting: &amp;#x27;Hello, this is…&amp;#x27;, &amp;#x27;Could I speak to…?&amp;#x27;. If the person is not there: &amp;#x27;Can I leave a message?&amp;#x27;. Ending: &amp;#x27;Thank you for your help. Goodbye.&amp;#x27;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Début : « Hello, this is… », « Could I speak to…? ». Si la personne n&amp;#x27;est pas là : « Can I leave a message? ». Fin : « Thank you for your help. Goodbye.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ask someone to repeat on the phone?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demander à quelqu&amp;#x27;un de répéter au téléphone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&amp;#x27;Sorry, I didn&amp;#x27;t catch that&amp;#x27;, &amp;#x27;Could you repeat that, please?&amp;#x27;, &amp;#x27;The line is bad, could you speak up a little?&amp;#x27;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Sorry, I didn&amp;#x27;t catch that », « Could you repeat that, please? », « The line is bad, could you speak up a little?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Making requests and offers (Faire des demandes et des offres)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make a polite request?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faire une demande polie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modal verbs: &amp;#x27;Could you…?&amp;#x27;, &amp;#x27;Would you mind…?&amp;#x27;, &amp;#x27;Do you think you could…?&amp;#x27;, &amp;#x27;I was wondering if you could…&amp;#x27;.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les verbes modaux : « Could you…? », « Would you mind…? », « Do you think you could…? », « I was wondering if you could…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offer help?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proposer mon aide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&amp;#x27;Would you like me to…?&amp;#x27;, &amp;#x27;Shall I…?&amp;#x27;, &amp;#x27;I can help you with… if you want&amp;#x27;, &amp;#x27;Let me…&amp;#x27;.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Would you like me to…? », « Shall I…? », « I can help you with… if you want », « Let me…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Accepting and refusing politely (Accepter et refuser poliment)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refuse an invitation without being rude?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refuser une invitation sans être impoli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Thank the person first, then refuse and give a reason if possible: &amp;#x27;That&amp;#x27;s very kind, but I&amp;#x27;m afraid I can&amp;#x27;t…&amp;#x27;, &amp;#x27;I&amp;#x27;d love to, but…&amp;#x27;, &amp;#x27;Maybe another time&amp;#x27;.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Remerciez d&amp;#x27;abord la personne, puis refusez et donnez une raison si possible : « That&amp;#x27;s very kind, but I&amp;#x27;m afraid I can&amp;#x27;t… », « I&amp;#x27;d love to, but… », « Maybe another time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accepting?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accepter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&amp;#x27;Thank you, I&amp;#x27;d love to&amp;#x27;, &amp;#x27;That sounds great&amp;#x27;, &amp;#x27;Yes, please&amp;#x27;, &amp;#x27;With pleasure&amp;#x27;. Show enthusiasm when you accept.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Thank you, I&amp;#x27;d love to », « That sounds great », « Yes, please », « With pleasure ». Montrez de l&amp;#x27;enthousiasme quand vous acceptez.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Apologising and responding to apologies (S&amp;#x27;excuser et répondre aux excuses)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natural ways to apologise?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façons naturelles de s&amp;#x27;excuser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&amp;#x27;I&amp;#x27;m sorry&amp;#x27;, &amp;#x27;I&amp;#x27;m really sorry about…&amp;#x27;, &amp;#x27;I apologise for…&amp;#x27;, &amp;#x27;It was my fault&amp;#x27;, &amp;#x27;I didn&amp;#x27;t mean to…&amp;#x27;.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I&amp;#x27;m sorry », « I&amp;#x27;m really sorry about… », « I apologise for… », « It was my fault », « I didn&amp;#x27;t mean to…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I respond when someone apologises to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répondre quand quelqu&amp;#x27;un s&amp;#x27;excuse auprès de moi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&amp;#x27;That&amp;#x27;s OK&amp;#x27;, &amp;#x27;No problem&amp;#x27;, &amp;#x27;Don&amp;#x27;t worry about it&amp;#x27;, &amp;#x27;It happens&amp;#x27;, &amp;#x27;Apology accepted&amp;#x27;. Avoid sounding too cold or too dramatic.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That&amp;#x27;s OK », « No problem », « Don&amp;#x27;t worry about it », « It happens », « Apology accepted ». Évitez de paraître trop froid ou trop dramatique.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Asking for clarification and repetition (Demander des clarifications et des répétitions)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I say when I don&amp;#x27;t understand?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puis-je dire quand je ne comprends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&amp;#x27;Sorry, I don&amp;#x27;t understand&amp;#x27;, &amp;#x27;Could you explain that again?&amp;#x27;, &amp;#x27;What do you mean by…?&amp;#x27;, &amp;#x27;Could you give an example?&amp;#x27;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Sorry, I don&amp;#x27;t understand », « Could you explain that again? », « What do you mean by…? », « Could you give an example?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pretend I understood?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de faire semblant d&amp;#x27;avoir compris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Asking for clarification is a sign of good communication, not of weakness. It prevents bigger misunderstandings later.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Demander des clarifications est un signe de bonne communication, pas de faiblesse. Cela évite de plus gros malentendus plus tard.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Expressing likes, dislikes and preferences (Exprimer ses goûts, aversions et préférences)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talk about what I like and don&amp;#x27;t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parler de ce que j&amp;#x27;aime et n&amp;#x27;aime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 like / love / enjoy…&amp;#x27;, &amp;#x27;I don&amp;#x27;t like / hate / can&amp;#x27;t stand…&amp;#x27;, &amp;#x27;I&amp;#x27;m interested in…&amp;#x27;, &amp;#x27;I&amp;#x27;m keen on…&amp;#x27;, &amp;#x27;I&amp;#x27;m not very fond of…&amp;#x27;.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like / love / enjoy… », « I don&amp;#x27;t like / hate / can&amp;#x27;t stand… », « I&amp;#x27;m interested in… », « I&amp;#x27;m keen on… », « I&amp;#x27;m not very fond of…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express a preference between two things?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une préférence entre deux choses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 prefer tea to coffee&amp;#x27;, &amp;#x27;I&amp;#x27;d rather stay at home than go out&amp;#x27;, &amp;#x27;I like both, but I prefer…&amp;#x27;.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prefer tea to coffee », « I&amp;#x27;d rather stay at home than go out », « I like both, but I prefer…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Making suggestions and giving advice (Faire des suggestions et donner des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language do we use for suggestions?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langage utilisons-nous pour les suggestions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&amp;#x27;Why don&amp;#x27;t you…?&amp;#x27;, &amp;#x27;How about…?&amp;#x27;, &amp;#x27;You could…&amp;#x27;, &amp;#x27;Have you thought of…?&amp;#x27;, &amp;#x27;It might be a good idea to…&amp;#x27;.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Why don&amp;#x27;t you…? », « How about…? », « You could… », « Have you thought of…? », « It might be a good idea to…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giving advice the same as suggesting?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Donner un conseil est-il la même chose que suggérer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Advice is a bit stronger. We often use &amp;#x27;You should…&amp;#x27;, &amp;#x27;You ought to…&amp;#x27;, &amp;#x27;If I were you, I would…&amp;#x27;. Be careful not to sound bossy.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conseil est un peu plus fort. On utilise souvent « You should… », « You ought to… », « If I were you, I would… ». Attention à ne pas paraître autoritaire.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Dealing with simple problems and complaints (Gérer des problèmes simples et des plaintes)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complain politely in a shop or restaurant?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me plaindre poliment dans un magasin ou un restaurant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politely: &amp;#x27;Excuse me, I&amp;#x27;m afraid there is a problem…&amp;#x27;, &amp;#x27;I think there is a mistake…&amp;#x27;, &amp;#x27;This is not what I ordered&amp;#x27;.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poliment : « Excuse me, I&amp;#x27;m afraid there is a problem… », « I think there is a mistake… », « This is not what I ordered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the other person becomes defensive?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l&amp;#x27;autre personne devient sur la défensive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Stay calm and factual. Repeat the problem clearly and say what you would like: a replacement, a refund, or an apology.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Restez calme et factuel. Répétez clairement le problème et dites ce que vous souhaitez : un remplacement, un remboursement ou des excuses.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Invitations and arrangements (Invitations et arrangements)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invite someone?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invite-t-on quelqu&amp;#x27;un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&amp;#x27;Would you like to…?&amp;#x27;, &amp;#x27;Do you want to come to…?&amp;#x27;, &amp;#x27;We&amp;#x27;re having a… Would you like to join us?&amp;#x27;, &amp;#x27;Are you free on…?&amp;#x27;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Would you like to…? », « Do you want to come to…? », « We&amp;#x27;re having a… Would you like to join us? », « Are you free on…?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fix a time and place?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fixe-t-on une heure et un lieu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&amp;#x27;Shall we meet at…?&amp;#x27;, &amp;#x27;What time suits you?&amp;#x27;, &amp;#x27;Let&amp;#x27;s meet in front of… at 5&amp;#x27;, &amp;#x27;Does 6 o&amp;#x27;clock work for you?&amp;#x27;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Shall we meet at…? », « What time suits you? », « Let&amp;#x27;s meet in front of… at 5 », « Does 6 o&amp;#x27;clock work for you?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Talking about health and feelings (Parler de sa santé et de ses sentiments)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say that I don&amp;#x27;t feel 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dire que je ne me sens pas bien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 don&amp;#x27;t feel well&amp;#x27;, &amp;#x27;I&amp;#x27;ve got a headache / a cold / a sore throat&amp;#x27;, &amp;#x27;I feel tired / sick / dizzy&amp;#x27;, &amp;#x27;I think I&amp;#x27;m getting the flu&amp;#x27;.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don&amp;#x27;t feel well », « I&amp;#x27;ve got a headache / a cold / a sore throat », « I feel tired / sick / dizzy », « I think I&amp;#x27;m getting the flu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people usually respond?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gens répondent-ils habituellement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&amp;#x27;Oh dear, I&amp;#x27;m sorry to hear that&amp;#x27;, &amp;#x27;You should rest&amp;#x27;, &amp;#x27;Get well soon&amp;#x27;, &amp;#x27;Take care of yourself&amp;#x27;.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Oh dear, I&amp;#x27;m sorry to hear that », « You should rest », « Get well soon », « Take care of yourself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Filling in forms and giving official information (Remplir des formulaires et donner des informations officielles)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language is useful when filling in forms or speaking to administration?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langage est utile pour remplir des formulaires ou parler à l&amp;#x27;administration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&amp;#x27;My full name is…&amp;#x27;, &amp;#x27;My date of birth is…&amp;#x27;, &amp;#x27;I was born in…&amp;#x27;, &amp;#x27;My address is…&amp;#x27;, &amp;#x27;My nationality is…&amp;#x27;, &amp;#x27;My student number is…&amp;#x27;.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My full name is… », « My date of birth is… », « I was born in… », « My address is… », « My nationality is… », « My student number is…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ask for help with a 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demander de l&amp;#x27;aide pour un formulaire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&amp;#x27;Excuse me, could you help me with this form?&amp;#x27;, &amp;#x27;I&amp;#x27;m not sure what to write here&amp;#x27;, &amp;#x27;What does this section mean?&amp;#x27;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Excuse me, could you help me with this form? », « I&amp;#x27;m not sure what to write here », « What does this section mean?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Small talk and keeping the conversation light (Le small talk et garder la conversation légère)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small talk and why is it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small talk et pourquoi est-il important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Small talk is light conversation about safe topics: weather, studies, weekend plans, films, food. It helps create a friendly atmosphere before serious topics.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small talk est une conversation légère sur des sujets sûrs : météo, études, projets de week-end, films, nourriture. Il aide à créer une atmosphère amicale avant les sujets sérieux.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topics should we avoid at the beginning?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sujets devons-nous éviter au début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personal questions, politics, religion, money and health problems, unless the other person starts talking about them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questions très personnelles, la politique, la religion, l&amp;#x27;argent et les problèmes de santé, sauf si l&amp;#x27;autre personne en parle en premier.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Practical role-play practice (Pratique par jeux de rôle)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practise all this functional language effectively?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pratiquer efficacement tout ce langage fonctionnel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Through role-plays: one student is the customer, the other is the shop assistant; one is the student, the other is the secretary, etc. Change roles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 des jeux de rôle : un étudiant est le client, l&amp;#x27;autre le vendeur ; un est l&amp;#x27;étudiant, l&amp;#x27;autre le secrétaire, etc. Changez de rôles ensuite.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write the dialogue first?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d&amp;#x27;abord écrire le dialogue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the beginning yes, to feel secure. Later try to speak more freely with only a few keywords. Real communication is rarely 100% prepared.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début oui, pour se sentir en sécurité. Plus tard essayez de parler plus librement avec seulement quelques mots-clés. La vraie communication est rarement préparée à 100 %.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Using English in real life (Conclusion : Utiliser l&amp;#x27;anglais dans la vraie vie)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main goal of learning functional language?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but principal de l&amp;#x27;apprentissage du langage fonctionnel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be able to handle everyday situations with confidence when you need to speak English outside the classroom: in shops, on the phone, at the university, or when travelling.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Pouvoir gérer des situations quotidiennes avec confiance quand vous devez parler anglais hors de la classe : dans les magasins, au téléphone, à l&amp;#x27;université ou en voyage.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advice do you give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conseils pratiques nous donnez-vous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Learn useful phrases by heart, practise them in role-plays, and try to use them whenever you have the chance. Functional language becomes natural only through use.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Apprenez des phrases utiles par cœur, pratiquez-les en jeux de rôle, et essayez de les utiliser dès que vous en avez l&amp;#x27;occasion. Le langage fonctionnel ne devient naturel que par l&amp;#x27;usage.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 for this practical course, 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 pour ce cours pratique,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