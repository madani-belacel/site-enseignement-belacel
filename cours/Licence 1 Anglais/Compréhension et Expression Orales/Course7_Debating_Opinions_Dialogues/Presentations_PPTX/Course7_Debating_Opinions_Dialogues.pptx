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val="FFFFFF"/&gt;</a:solidFill>
              </a:rPr>
              <a:t>Course7 Debating Opinions Dialogues</a:t>
            </a:r>
          </a:p>
          <a:p>
            <a:pPr algn="ctr"/>
            <a:r>
              <a:rPr sz="1800">
                <a:solidFill>val="DFE5EA"/&gt;</a:solidFill>
              </a:rPr>
              <a:t>20 dialogues | EN-FR | Dr. BELACEL Madani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3716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 — Why learn to express opinions in English? (Pourquoi apprendre à exprimer son opinion en anglais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Why is expressing opinions so important in our studies?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Pourquoi exprimer son opinion est-il si important dans nos études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Because at university and in professional life you need to take a position, justify it and respond to other points of view. It is a key academic and social skill.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Parce qu&amp;#x27;à l&amp;#x27;université et dans la vie professionnelle vous devez prendre position, la justifier et répondre à d&amp;#x27;autres points de vue. C&amp;#x27;est une compétence académique et sociale clé.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it only about language or also about thinking?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S&amp;#x27;agit-il seulement de langue ou aussi de pensée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Both. You need the language to express your ideas clearly, and the critical thinking to form and support those ideas.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deux. Vous avez besoin de la langue pour exprimer clairement vos idées, et de la pensée critique pour former et soutenir ces idées.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2 — Useful phrases to give an opinion (Phrases utiles pour donner son opinion)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phrases can we use to introduce our opinion?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Quelles phrases pouvons-nous utiliser pour introduire notre opinion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&amp;#x27;In my opinion…&amp;#x27;, &amp;#x27;I think that…&amp;#x27;, &amp;#x27;From my point of view…&amp;#x27;, &amp;#x27;As far as I&amp;#x27;m concerned…&amp;#x27;, &amp;#x27;I believe…&amp;#x27;, &amp;#x27;It seems to me that…&amp;#x27;.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In my opinion… », « I think that… », « From my point of view… », « As far as I&amp;#x27;m concerned… », « I believe… », « It seems to me that…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Are some of them more formal than others?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Certaines sont-elles plus formelles que d&amp;#x27;autres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&amp;#x27;In my view&amp;#x27; and &amp;#x27;From my perspective&amp;#x27; sound more formal. &amp;#x27;I think&amp;#x27; and &amp;#x27;I feel&amp;#x27; are more neutral and common in class discussions.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« In my view » et « From my perspective » sonnent plus formels. « I think » et « I feel » sont plus neutres et courants dans les discussions en classe.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3 — Agreeing with someone (Être d&amp;#x27;accord avec quelqu&amp;#x27;un)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can we show that we agree?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montrer que nous sommes d&amp;#x27;accord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&amp;#x27;I agree&amp;#x27;, &amp;#x27;You&amp;#x27;re right&amp;#x27;, &amp;#x27;Exactly&amp;#x27;, &amp;#x27;That&amp;#x27;s true&amp;#x27;, &amp;#x27;I couldn&amp;#x27;t agree more&amp;#x27;, &amp;#x27;That&amp;#x27;s a good point&amp;#x27;.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I agree », « You&amp;#x27;re right », « Exactly », « That&amp;#x27;s true », « I couldn&amp;#x27;t agree more », « That&amp;#x27;s a good point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we partially agree?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Pouvons-nous être partiellement d&amp;#x27;accord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Yes: &amp;#x27;I partly agree&amp;#x27;, &amp;#x27;I agree up to a point&amp;#x27;, &amp;#x27;That&amp;#x27;s true, but…&amp;#x27;, &amp;#x27;I see what you mean, however…&amp;#x27;.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 : « I partly agree », « I agree up to a point », « That&amp;#x27;s true, but… », « I see what you mean, however… ».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4 — Disagreeing politely (Exprimer son désaccord poliment)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can I disagree without sounding aggressive?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exprimer mon désaccord sans paraître agressif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Use soft language: &amp;#x27;I&amp;#x27;m not sure I agree&amp;#x27;, &amp;#x27;I see it differently&amp;#x27;, &amp;#x27;I don&amp;#x27;t think that&amp;#x27;s entirely true&amp;#x27;, &amp;#x27;Have you considered…?&amp;#x27;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Utilisez un langage atténué : « I&amp;#x27;m not sure I agree », « I see it differently », « I don&amp;#x27;t think that&amp;#x27;s entirely true », « Have you considered…?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&amp;#x27;You&amp;#x27;re wrong&amp;#x27; acceptable?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You&amp;#x27;re wrong » est-il acceptable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In most classroom and professional contexts it is too direct. Prefer milder alternatives that focus on the idea, not the person.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Dans la plupart des contextes de classe et professionnels c&amp;#x27;est trop direct. Préférez des alternatives plus douces qui se concentrent sur l&amp;#x27;idée, pas sur la personne.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5 — Justifying an opinion (Justifier une opinion)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it enough to say &amp;#x27;I think…&amp;#x27; without explanation?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Suffit-il de dire « I think… » sans explication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No. A good opinion is supported by reasons, examples or evidence. Use &amp;#x27;because…&amp;#x27;, &amp;#x27;for example…&amp;#x27;, &amp;#x27;according to…&amp;#x27;, &amp;#x27;this shows that…&amp;#x27;.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Non. Une bonne opinion est soutenue par des raisons, des exemples ou des preuves. Utilisez « because… », « for example… », « according to… », « this shows that…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many reasons should we give?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Combien de raisons devons-nous donner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In a short contribution, one or two clear reasons are enough. Quality is better than quantity.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Dans une courte intervention, une ou deux raisons claires suffisent. La qualité vaut mieux que la quantité.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6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6 — Asking for other people&amp;#x27;s opinions (Demander l&amp;#x27;opinion des autres)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can I involve other students in the discussion?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puis-je impliquer d&amp;#x27;autres étudiants dans la discussion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&amp;#x27;What do you think?&amp;#x27;, &amp;#x27;Do you agree?&amp;#x27;, &amp;#x27;What&amp;#x27;s your view on this?&amp;#x27;, &amp;#x27;How do you feel about…?&amp;#x27;, &amp;#x27;Would you like to add something?&amp;#x27;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What do you think? », « Do you agree? », « What&amp;#x27;s your view on this? », « How do you feel about…? », « Would you like to add something?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Why is this important?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Pourquoi est-ce important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Because good discussion is interactive. Inviting others shows respect and creates a richer exchange of ideas.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Parce qu&amp;#x27;une bonne discussion est interactive. Inviter les autres montre du respect et crée un échange d&amp;#x27;idées plus riche.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7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7 — Structuring a short oral argument (Structurer un court argument oral)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can I organise a short spoken argument?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organiser un court argument oral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State your opinion clearly, give one or two reasons with examples, then conclude or link back to the main question.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Énoncez clairement votre opinion, donnez une ou deux raisons avec exemples, puis concluez ou revenez à la question principale.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Should I announce the structure?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Dois-je annoncer la structure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helps: &amp;#x27;I think… for two reasons. First… Second… That is why I believe…&amp;#x27;. Signposting makes your argument easier to follow.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Cela aide : « I think… for two reasons. First… Second… That is why I believe… ». Le balisage rend votre argument plus facile à suivre.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8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8 — Using examples and evidence (Utiliser des exemples et des preuves)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kind of examples work well in oral discussions?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 type d&amp;#x27;exemples fonctionne bien dans les discussions orales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Personal experience, simple statistics you remember, historical or current events, and concrete everyday situations. Keep them short and relevant.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L&amp;#x27;expérience personnelle, des statistiques simples dont vous vous souvenez, des événements historiques ou actuels, et des situations quotidiennes concrètes. Gardez-les courts et pertinents.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if I don&amp;#x27;t have strong evidence?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si je n&amp;#x27;ai pas de preuves solides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Be honest. You can say &amp;#x27;I&amp;#x27;m not an expert, but from what I have seen…&amp;#x27; or &amp;#x27;It seems to me that…&amp;#x27;. Avoid inventing facts.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Soyez honnête. Vous pouvez dire « I&amp;#x27;m not an expert, but from what I have seen… » ou « It seems to me that… ». Évitez d&amp;#x27;inventer des faits.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9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9 — Handling counter-arguments (Gérer les contre-arguments)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should I do when someone disagrees with me?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 dois-je faire quand quelqu&amp;#x27;un n&amp;#x27;est pas d&amp;#x27;accord avec moi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Listen carefully, acknowledge their point if possible, then respond: &amp;#x27;I understand your point, but…&amp;#x27;, &amp;#x27;That&amp;#x27;s interesting, however…&amp;#x27;, &amp;#x27;I still think… because…&amp;#x27;.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Écoutez attentivement, reconnaissez leur point si possible, puis répondez : « I understand your point, but… », « That&amp;#x27;s interesting, however… », « I still think… because…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it weak to change my opinion during a discussion?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Est-il faible de changer d&amp;#x27;opinion pendant une discussion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No. Changing your mind when you hear a better argument is a sign of intellectual honesty and critical thinking.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Non. Changer d&amp;#x27;avis quand on entend un meilleur argument est un signe d&amp;#x27;honnêteté intellectuelle et de pensée critique.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10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10 — Simple classroom debates (Débats simples en classe)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is a debate different from a free discussion?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En quoi un débat est-il différent d&amp;#x27;une discussion libre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In a debate there are usually two sides (for and against), clearer rules, and a stronger focus on defending a position with arguments.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Dans un débat il y a généralement deux camps (pour et contre), des règles plus claires, et un focus plus fort sur la défense d&amp;#x27;une position avec des arguments.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 we need a lot of preparation?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Avons-nous besoin de beaucoup de préparation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For classroom debates, short preparation is enough: list two or three arguments for your side and anticipate one or two counter-arguments.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 les débats en classe, une courte préparation suffit : listez deux ou trois arguments pour votre camp et anticipez un ou deux contre-arguments.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11 — Language for clarifying and reformulating (Langage pour clarifier et reformuler)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can I say if I don&amp;#x27;t understand someone&amp;#x27;s argument?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 puis-je dire si je ne comprends pas l&amp;#x27;argument de quelqu&amp;#x27;un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&amp;#x27;Sorry, could you explain that again?&amp;#x27;, &amp;#x27;Do you mean that…?&amp;#x27;, &amp;#x27;So if I understand correctly, you think…?&amp;#x27;, &amp;#x27;Could you give an example?&amp;#x27;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Sorry, could you explain that again? », « Do you mean that…? », « So if I understand correctly, you think…? », « Could you give an example?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Why is reformulating useful?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Pourquoi la reformulation est-elle utile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checks understanding, shows that you are listening, and often helps the other person clarify their own idea.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Elle vérifie la compréhension, montre que vous écoutez, et aide souvent l&amp;#x27;autre personne à clarifier sa propre idée.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12 — Staying polite under pressure (Rester poli sous pression)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if the discussion becomes emotional or heated?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si la discussion devient émotionnelle ou tendue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Stay calm, lower your voice slightly, focus on ideas rather than people, and use polite disagreement language. Never attack the person.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Restez calme, baissez légèrement la voix, concentrez-vous sur les idées plutôt que sur les personnes, et utilisez un langage de désaccord poli. N&amp;#x27;attaquez jamais la personne.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it acceptable to interrupt?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Est-il acceptable d&amp;#x27;interrompre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Generally no. Wait for a pause or say &amp;#x27;Sorry to interrupt, but…&amp;#x27; only if necessary. Respecting turns keeps the discussion civilised.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En général non. Attendez une pause ou dites « Sorry to interrupt, but… » seulement si nécessaire. Respecter les tours de parole garde la discussion civilisée.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13 — Evaluating arguments critically (Évaluer les arguments de façon critique)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can we judge if an argument is strong or weak?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juger si un argument est fort ou faible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Ask: Is there clear evidence? Is the example relevant? Does the conclusion really follow from the reasons? Are there important points missing?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Demandez-vous : Y a-t-il des preuves claires ? L&amp;#x27;exemple est-il pertinent ? La conclusion découle-t-elle vraiment des raisons ? Manque-t-il des points importants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Should we point out weak arguments in class?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Devons-nous signaler les arguments faibles en classe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but politely and constructively: &amp;#x27;I&amp;#x27;m not sure this example supports the point because…&amp;#x27; rather than &amp;#x27;That&amp;#x27;s a bad argument&amp;#x27;.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mais poliment et de façon constructive : « I&amp;#x27;m not sure this example supports the point because… » plutôt que « That&amp;#x27;s a bad argument ».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14 — Expressing uncertainty and nuance (Exprimer l&amp;#x27;incertitude et la nuance)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 we always have to sound very sure of our opinion?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Devons-nous toujours paraître très sûrs de notre opinion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No. Nuance is a sign of maturity. You can say &amp;#x27;I&amp;#x27;m not entirely sure, but…&amp;#x27;, &amp;#x27;It depends…&amp;#x27;, &amp;#x27;There are arguments on both sides…&amp;#x27;.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Non. La nuance est un signe de maturité. Vous pouvez dire « I&amp;#x27;m not entirely sure, but… », « It depends… », « There are arguments on both sides…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Does this weaken our position?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Cela affaiblit-il notre position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Not necessarily. Showing that you see complexity often makes your contribution more credible and thoughtful.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Pas nécessairement. Montrer que vous voyez la complexité rend souvent votre contribution plus crédible et réfléchie.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15 — Topics suitable for first-year debates (Sujets adaptés aux débats de première année)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kinds of topics work well for us at this level?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Quels types de sujets fonctionnent bien pour nous à ce niveau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Topics close to student life: social media, online learning, university fees, part-time jobs, environment, gender roles, technology in education…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Des sujets proches de la vie étudiante : réseaux sociaux, apprentissage en ligne, frais universitaires, jobs étudiants, environnement, rôles de genre, technologie dans l&amp;#x27;éducation…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Should the topics be controversial?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sujets doivent-ils être controversés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They can be, but they should remain respectful and manageable. The goal is to practise language and thinking, not to create conflict.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Ils peuvent l&amp;#x27;être, mais ils doivent rester respectueux et gérables. L&amp;#x27;objectif est de pratiquer la langue et la pensée, pas de créer du conflit.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16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16 — Preparing for a short oral debate (Se préparer à un court débat oral)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a simple preparation method for a debate?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 est une méthode de préparation simple pour un débat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1) Understand the motion. 2) Decide your position. 3) List 2–3 arguments with examples. 4) Anticipate one counter-argument and prepare a reply. 5) Practise saying your points aloud.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1) Comprendre la motion. 2) Décider de votre position. 3) Lister 2–3 arguments avec exemples. 4) Anticiper un contre-argument et préparer une réponse. 5) Pratiquer à voix haute.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long should preparation take?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Combien de temps la préparation doit-elle prendre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For a classroom debate, 10–15 minutes of focused preparation is often enough if the topic is familiar.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 un débat en classe, 10–15 minutes de préparation concentrée suffisent souvent si le sujet est familier.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17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17 — Role of the chair / moderator (Le rôle du président / modérateur)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does the chairperson do in a debate?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 fait le président de séance dans un débat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Introduces the topic, gives the floor, keeps time, ensures everyone can speak, and sometimes summarises at the end. Neutrality is important.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Présente le sujet, donne la parole, gère le temps, s&amp;#x27;assure que tout le monde peut parler, et parfois résume à la fin. La neutralité est importante.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students act as chair?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étudiants peuvent-ils jouer le rôle de président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it is excellent practice. It develops leadership, listening and organisational language.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c&amp;#x27;est un excellent entraînement. Cela développe le leadership, l&amp;#x27;écoute et le langage organisationnel.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18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18 — Giving feedback after a discussion or debate (Donner du feedback après une discussion ou un débat)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should we give feedback to classmates after a debate?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donner du feedback aux camarades après un débat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Start with a positive point, then mention one area for improvement related to language, clarity or argumentation. Be specific and kind.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Commencez par un point positif, puis mentionnez un axe d&amp;#x27;amélioration lié à la langue, à la clarté ou à l&amp;#x27;argumentation. Soyez précis et bienveillant.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Should feedback focus only on language?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feedback doit-il se concentrer seulement sur la langue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No. Content, organisation, interaction and critical thinking are equally important. Balanced feedback is more useful.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Non. Le contenu, l&amp;#x27;organisation, l&amp;#x27;interaction et la pensée critique sont tout aussi importants. Un feedback équilibré est plus utile.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19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19 — Building confidence in argumentative speaking (Développer la confiance dans la prise de parole argumentative)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 am afraid of looking stupid if my argument is weak. What can help?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J&amp;#x27;ai peur de paraître stupide si mon argument est faible. Qu&amp;#x27;est-ce qui peut aider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Remember that the classroom is a learning space. Everyone is practising. Focus on contributing, not on being perfect. Confidence grows with experience.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Souvenez-vous que la classe est un espace d&amp;#x27;apprentissage. Tout le monde s&amp;#x27;entraîne. Concentrez-vous sur la contribution, pas sur la perfection. La confiance grandit avec l&amp;#x27;expérience.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Any practical tip before speaking?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 conseil pratique avant de parler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Take a breath, state your main point in one clear sentence first, then add support. Starting clearly reduces anxiety.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Respirez, énoncez d&amp;#x27;abord votre point principal en une phrase claire, puis ajoutez le soutien. Commencer clairement réduit l&amp;#x27;anxiété.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20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20 — Conclusion: Becoming a thoughtful oral communicator (Conclusion : Devenir un communicateur oral réfléchi)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should we remember from this course on opinions and debate?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 devons-nous retenir de ce cours sur les opinions et le débat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Express opinions clearly, support them with reasons, disagree politely, listen actively, evaluate arguments, and stay respectful even when views differ.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Exprimez clairement vos opinions, soutenez-les par des raisons, désapprouvez poliment, écoutez activement, évaluez les arguments, et restez respectueux même quand les avis divergent.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a good next practical step?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 est une bonne prochaine étape pratique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In the next discussion, try to use at least three new opinion phrases and one polite disagreement phrase. Small deliberate practice builds real skill.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Dans la prochaine discussion, essayez d&amp;#x27;utiliser au moins trois nouvelles phrases d&amp;#x27;opinion et une phrase de désaccord poli. Une petite pratique délibérée construit de vraies compétences.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Thank you, sir. This helps us speak with more confidence and clarity.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Merci, monsieur. Cela nous aide à parler avec plus de confiance et de clarté.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