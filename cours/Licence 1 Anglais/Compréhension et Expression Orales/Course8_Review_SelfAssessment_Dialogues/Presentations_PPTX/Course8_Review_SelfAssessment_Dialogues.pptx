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371600"/>
            <a:ext cx="10362895" cy="1828800"/>
          </a:xfrm>
          <a:prstGeom prst="rect">
            <a:avLst/>
          </a:prstGeom>
          <a:noFill/>
        </p:spPr>
        <p:txBody>
          <a:bodyPr wrap="square">
            <a:spAutoFit/>
          </a:bodyPr>
          <a:lstStyle/>
          <a:p>
            <a:pPr algn="ctr"/>
            <a:r>
              <a:rPr sz="3600" b="1">
                <a:solidFill>val="FFFFFF"/&gt;</a:solidFill>
              </a:rPr>
              <a:t>Course8 Review SelfAssessment Dialogues</a:t>
            </a:r>
          </a:p>
          <a:p>
            <a:pPr algn="ctr"/>
            <a:r>
              <a:rPr sz="1800">
                <a:solidFill>val="DFE5EA"/&gt;</a:solidFill>
              </a:rPr>
              <a:t>20 dialogues | EN-FR | Dr. BELACEL Madani</a:t>
            </a:r>
          </a:p>
        </p:txBody>
      </p:sp>
      <p:sp>
        <p:nvSpPr>
          <p:cNvPr id="990001" name="Pied de page FLE"/>
          <p:cNvSpPr>
            <a:spLocks noGrp="1"/>
          </p:cNvSpPr>
          <p:nvPr/>
        </p:nvSpPr>
        <p:spPr>
          <a:xfrm>
            <a:off x="5562295" y="13716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a:t>
            </a:r>
          </a:p>
          <a:p>
            <a:pPr algn="ctr">
              <a:spcBef>
                <a:spcPts val="1200"/>
              </a:spcBef>
            </a:pPr>
            <a:r>
              <a:rPr sz="2000">
                <a:solidFill>val="DFE5EA"/&gt;</a:solidFill>
              </a:rPr>
              <a:t>🗣️ Dialogue 1 — Looking back at the oral skills course (Retour sur le cours de compétences orales)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main areas have we covered in the oral skills module?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domaines principaux avons-nous couverts dans le module de compétences orales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Listening strategies, fluency and interaction, presentations, everyday functional language, pronunciation and intonation, and expressing opinions in discussions and debates.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Les stratégies d&amp;#x27;écoute, la fluidité et l&amp;#x27;interaction, les présentations, le langage fonctionnel quotidien, la prononciation et l&amp;#x27;intonation, et l&amp;#x27;expression d&amp;#x27;opinions dans les discussions et débats.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Which area do you think is the foundation of all the others?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 domaine pensez-vous être le fondement de tous les autres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Active listening and the courage to speak. Without listening you cannot interact well, and without speaking practice none of the other skills develop fully.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L&amp;#x27;écoute active et le courage de parler. Sans écoute vous ne pouvez pas bien interagir, et sans pratique orale aucune des autres compétences ne se développe pleinement.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a:t>
            </a:r>
          </a:p>
          <a:p>
            <a:pPr algn="ctr">
              <a:spcBef>
                <a:spcPts val="1200"/>
              </a:spcBef>
            </a:pPr>
            <a:r>
              <a:rPr sz="2000">
                <a:solidFill>val="DFE5EA"/&gt;</a:solidFill>
              </a:rPr>
              <a:t>🗣️ Dialogue 2 — What progress looks like (À quoi ressemble le progrès)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we recognise real progress in speaking?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reconnaître un vrai progrès à l&amp;#x27;oral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You hesitate less, you can keep a conversation going longer, you understand more when listening, you use a wider range of phrases, and you feel less anxious.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Vous hésitez moins, vous pouvez maintenir une conversation plus longtemps, vous comprenez plus en écoutant, vous utilisez un éventail plus large de phrases, et vous vous sentez moins anxieux.</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it normal if progress feels slow?</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Est-il normal que le progrès semble lent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Oral skills develop gradually. Small regular improvements accumulate and become visible over weeks and months.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Les compétences orales se développent progressivement. De petites améliorations régulières s&amp;#x27;accumulent et deviennent visibles sur des semaines et des mois.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3</a:t>
            </a:r>
          </a:p>
          <a:p>
            <a:pPr algn="ctr">
              <a:spcBef>
                <a:spcPts val="1200"/>
              </a:spcBef>
            </a:pPr>
            <a:r>
              <a:rPr sz="2000">
                <a:solidFill>val="DFE5EA"/&gt;</a:solidFill>
              </a:rPr>
              <a:t>🗣️ Dialogue 3 — Self-assessment criteria (Critères d&amp;#x27;auto-évaluation)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questions should we ask ourselves to assess our oral level?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Quelles questions devons-nous nous poser pour évaluer notre niveau oral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Can I introduce myself and talk about familiar topics? Can I understand the main points of a clear recording? Can I take part in a simple discussion? Can I deliver a short prepared presentation?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Puis-je me présenter et parler de sujets familiers ? Puis-je comprendre les points principaux d&amp;#x27;un enregistrement clair ? Puis-je participer à une discussion simple ? Puis-je faire une courte présentation préparée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we also assess pronunciation and fluency separately?</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Devons-nous aussi évaluer séparément la prononciation et la fluidité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Ask: Am I generally understood? Do I use basic stress and intonation? Do I speak without too many long unnatural pauses?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Demandez-vous : Suis-je généralement compris ? Utilisé-je l&amp;#x27;accent et l&amp;#x27;intonation de base ? Est-ce que je parle sans trop de longues pauses artificielles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4</a:t>
            </a:r>
          </a:p>
          <a:p>
            <a:pPr algn="ctr">
              <a:spcBef>
                <a:spcPts val="1200"/>
              </a:spcBef>
            </a:pPr>
            <a:r>
              <a:rPr sz="2000">
                <a:solidFill>val="DFE5EA"/&gt;</a:solidFill>
              </a:rPr>
              <a:t>🗣️ Dialogue 4 — Identifying personal strengths (Identifier ses points forts personnels)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is it useful to know our strengths?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est-il utile de connaître nos points forts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strengths give confidence and can be used as a base to improve weaker areas. They also help you choose suitable practice activities.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Parce que les points forts donnent de la confiance et peuvent servir de base pour améliorer les points plus faibles. Ils aident aussi à choisir des activités d&amp;#x27;entraînement adaptées.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can we identify them honestly?</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les identifier honnêtement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Look at feedback from teachers and classmates, listen to your recordings, and notice in which situations you feel most comfortable speaking.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Regardez le feedback des enseignants et des camarades, écoutez vos enregistrements, et remarquez dans quelles situations vous vous sentez le plus à l&amp;#x27;aise pour parler.</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5</a:t>
            </a:r>
          </a:p>
          <a:p>
            <a:pPr algn="ctr">
              <a:spcBef>
                <a:spcPts val="1200"/>
              </a:spcBef>
            </a:pPr>
            <a:r>
              <a:rPr sz="2000">
                <a:solidFill>val="DFE5EA"/&gt;</a:solidFill>
              </a:rPr>
              <a:t>🗣️ Dialogue 5 — Identifying areas for improvement (Identifier les axes d&amp;#x27;amélioration)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should we choose what to improve first?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choisir ce qu&amp;#x27;il faut améliorer en premier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Prioritise problems that most affect communication: difficulty being understood, inability to keep a conversation going, or frequent misunderstanding of listening materials.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Priorisez les problèmes qui affectent le plus la communication : difficulté à être compris, incapacité à maintenir une conversation, ou incompréhension fréquente des documents d&amp;#x27;écoute.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it better to work on one area at a time?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Est-il préférable de travailler un domaine à la fois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for focused practice. Choose one main target for a few weeks (e.g. word stress, or using opinion phrases) while continuing general speaking practice.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pour un entraînement ciblé. Choisissez une cible principale pour quelques semaines (ex. accent de mot, ou utilisation de phrases d&amp;#x27;opinion) tout en continuant la pratique orale générale.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6</a:t>
            </a:r>
          </a:p>
          <a:p>
            <a:pPr algn="ctr">
              <a:spcBef>
                <a:spcPts val="1200"/>
              </a:spcBef>
            </a:pPr>
            <a:r>
              <a:rPr sz="2000">
                <a:solidFill>val="DFE5EA"/&gt;</a:solidFill>
              </a:rPr>
              <a:t>🗣️ Dialogue 6 — Setting realistic oral goals (Fixer des objectifs oraux réalistes)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makes a good learning goal for speaking?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qui fait un bon objectif d&amp;#x27;apprentissage pour l&amp;#x27;oral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should be specific, measurable, achievable, relevant and time-bound (SMART). For example: &amp;#x27;In four weeks I will be able to give a three-minute presentation with only keyword notes&amp;#x27;.</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Il doit être spécifique, mesurable, atteignable, pertinent et limité dans le temps (SMART). Par exemple : « Dans quatre semaines je serai capable de faire une présentation de trois minutes avec seulement des notes mots-clés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goals be only about accuracy?</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Les objectifs doivent-ils porter seulement sur la précision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 Include fluency, confidence, listening comprehension and range of language. A balanced set of goals is more motivating and effective.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Non. Incluez la fluidité, la confiance, la compréhension orale et l&amp;#x27;étendue du langage. Un ensemble d&amp;#x27;objectifs équilibré est plus motivant et efficace.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7</a:t>
            </a:r>
          </a:p>
          <a:p>
            <a:pPr algn="ctr">
              <a:spcBef>
                <a:spcPts val="1200"/>
              </a:spcBef>
            </a:pPr>
            <a:r>
              <a:rPr sz="2000">
                <a:solidFill>val="DFE5EA"/&gt;</a:solidFill>
              </a:rPr>
              <a:t>🗣️ Dialogue 7 — Creating a personal practice plan (Créer un plan d&amp;#x27;entraînement personnel)</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we organise regular oral practice outside class?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organiser une pratique orale régulière hors de la classe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Plan short, frequent sessions: 15 minutes of listening, 10 minutes of speaking (recording or partner), and review of useful phrases. Consistency matters more than long sessions.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Planifiez de courtes sessions fréquentes : 15 minutes d&amp;#x27;écoute, 10 minutes de parole (enregistrement ou partenaire), et révision de phrases utiles. La régularité compte plus que de longues sessions.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if I have very little free time?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si j&amp;#x27;ai très peu de temps libre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Use small moments: listen to a podcast on the bus, practise phrases while walking, record a voice message instead of writing. Every minute counts.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Utilisez les petits moments : écoutez un podcast dans le bus, pratiquez des phrases en marchant, enregistrez un message vocal au lieu d&amp;#x27;écrire. Chaque minute compte.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8</a:t>
            </a:r>
          </a:p>
          <a:p>
            <a:pPr algn="ctr">
              <a:spcBef>
                <a:spcPts val="1200"/>
              </a:spcBef>
            </a:pPr>
            <a:r>
              <a:rPr sz="2000">
                <a:solidFill>val="DFE5EA"/&gt;</a:solidFill>
              </a:rPr>
              <a:t>🗣️ Dialogue 8 — Using authentic materials independently (Utiliser des documents authentiques en autonomie)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Which authentic materials are most useful for independent practice?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documents authentiques sont les plus utiles pour la pratique autonome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Short podcasts, YouTube videos with clear speech, interviews, news in simple English, and series with subtitles that you gradually remove.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De courts podcasts, des vidéos YouTube avec une élocution claire, des interviews, des infos en anglais simple, et des séries avec sous-titres que vous retirez progressivement.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should we work with them?</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travailler avec eux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First listen for gist, then for details, then notice useful language and pronunciation. Finally, summarise orally or discuss the content with a partner.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Écoutez d&amp;#x27;abord pour l&amp;#x27;idée générale, puis pour les détails, puis remarquez le langage utile et la prononciation. Enfin, résumez à l&amp;#x27;oral ou discutez du contenu avec un partenaire.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9</a:t>
            </a:r>
          </a:p>
          <a:p>
            <a:pPr algn="ctr">
              <a:spcBef>
                <a:spcPts val="1200"/>
              </a:spcBef>
            </a:pPr>
            <a:r>
              <a:rPr sz="2000">
                <a:solidFill>val="DFE5EA"/&gt;</a:solidFill>
              </a:rPr>
              <a:t>🗣️ Dialogue 9 — Finding and working with a language partner (Trouver et travailler avec un partenaire linguistique)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useful is a speaking partner?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À quel point un partenaire de conversation est-il utile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Very useful. It provides real interaction, forces you to react spontaneously, and makes practice more enjoyable and motivating.</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Très utile. Il fournit une vraie interaction, vous force à réagir spontanément, et rend la pratique plus agréable et motivante.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if I cannot find a partner in class?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si je ne trouve pas de partenaire en classe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Look for classmates outside class, join university conversation groups, or use online language exchange platforms carefully and safely.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Cherchez des camarades hors de la classe, rejoignez des groupes de conversation à l&amp;#x27;université, ou utilisez des plateformes d&amp;#x27;échange linguistique en ligne avec prudence et sécurité.</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10</a:t>
            </a:r>
          </a:p>
          <a:p>
            <a:pPr algn="ctr">
              <a:spcBef>
                <a:spcPts val="1200"/>
              </a:spcBef>
            </a:pPr>
            <a:r>
              <a:rPr sz="2000">
                <a:solidFill>val="DFE5EA"/&gt;</a:solidFill>
              </a:rPr>
              <a:t>🗣️ Dialogue 10 — Keeping a speaking and listening log (Tenir un journal d&amp;#x27;oral et d&amp;#x27;écoute)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we write in a practice log?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devons-nous écrire dans un journal d&amp;#x27;entraînement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Date, activity (listening or speaking), material used, what went well, difficulties, and one thing to improve next time. Keep entries short.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Date, activité (écoute ou oral), document utilisé, ce qui s&amp;#x27;est bien passé, difficultés, et une chose à améliorer la prochaine fois. Gardez les entrées courtes.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does a log help?</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un journal aide-t-il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It makes progress visible, helps you notice recurring problems, and keeps you accountable to your own goals.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Il rend le progrès visible, vous aide à remarquer les problèmes récurrents, et vous rend responsable de vos propres objectifs.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11</a:t>
            </a:r>
          </a:p>
          <a:p>
            <a:pPr algn="ctr">
              <a:spcBef>
                <a:spcPts val="1200"/>
              </a:spcBef>
            </a:pPr>
            <a:r>
              <a:rPr sz="2000">
                <a:solidFill>val="DFE5EA"/&gt;</a:solidFill>
              </a:rPr>
              <a:t>🗣️ Dialogue 11 — Dealing with lack of motivation (Gérer le manque de motivation)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can we do when we lose motivation to practise?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faire quand on perd la motivation de s&amp;#x27;entraîner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Reconnect with your reasons for learning English, choose more enjoyable materials, practise with a friend, and set very small goals to restart the habit.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Reconnectez-vous à vos raisons d&amp;#x27;apprendre l&amp;#x27;anglais, choisissez des documents plus agréables, pratiquez avec un ami, et fixez de très petits objectifs pour relancer l&amp;#x27;habitude.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it normal to have ups and downs?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Est-il normal d&amp;#x27;avoir des hauts et des bas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Completely normal. Motivation fluctuates. What matters is returning to practice even after a break, without self-criticism.</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Tout à fait normal. La motivation fluctue. Ce qui compte, c&amp;#x27;est de revenir à la pratique même après une pause, sans auto-critique.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12</a:t>
            </a:r>
          </a:p>
          <a:p>
            <a:pPr algn="ctr">
              <a:spcBef>
                <a:spcPts val="1200"/>
              </a:spcBef>
            </a:pPr>
            <a:r>
              <a:rPr sz="2000">
                <a:solidFill>val="DFE5EA"/&gt;</a:solidFill>
              </a:rPr>
              <a:t>🗣️ Dialogue 12 — Preparing for oral exams and continuous assessment (Se préparer aux examens oraux et au contrôle continu)</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should we prepare for oral exams?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nous préparer aux examens oraux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Know the format and criteria, practise typical tasks (presentation, discussion, role-play), record yourself, and simulate exam conditions at least once.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Connaître le format et les critères, pratiquer les tâches typiques (présentation, discussion, jeu de rôle), s&amp;#x27;enregistrer, et simuler les conditions d&amp;#x27;examen au moins une fois.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about continuous assessment in class?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pour le contrôle continu en classe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Participate regularly, prepare when asked, show progress over time, and treat every speaking opportunity as useful practice rather than only evaluation.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Participez régulièrement, préparez-vous quand on le demande, montrez des progrès dans le temps, et traitez chaque occasion de parler comme un entraînement utile plutôt que seulement une évaluation.</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13</a:t>
            </a:r>
          </a:p>
          <a:p>
            <a:pPr algn="ctr">
              <a:spcBef>
                <a:spcPts val="1200"/>
              </a:spcBef>
            </a:pPr>
            <a:r>
              <a:rPr sz="2000">
                <a:solidFill>val="DFE5EA"/&gt;</a:solidFill>
              </a:rPr>
              <a:t>🗣️ Dialogue 13 — Learning from mistakes without fear (Apprendre des erreurs sans peur)</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we stop being afraid of making mistakes when speaking?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arrêter d&amp;#x27;avoir peur de faire des erreurs en parlant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Reframe mistakes as information. Each error shows you something to improve. The students who progress fastest are usually those who speak despite imperfect language.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Recadrez les erreurs comme de l&amp;#x27;information. Chaque erreur vous montre quelque chose à améliorer. Les étudiants qui progressent le plus vite sont généralement ceux qui parlent malgré une langue imparfaite.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we correct every mistake we notice?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Devons-nous corriger chaque erreur que nous remarquons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 During fluency practice, keep speaking. Note one or two recurring problems afterwards and work on them separately.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Non. Pendant la pratique de fluidité, continuez à parler. Notez un ou deux problèmes récurrents après coup et travaillez-les séparément.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14</a:t>
            </a:r>
          </a:p>
          <a:p>
            <a:pPr algn="ctr">
              <a:spcBef>
                <a:spcPts val="1200"/>
              </a:spcBef>
            </a:pPr>
            <a:r>
              <a:rPr sz="2000">
                <a:solidFill>val="DFE5EA"/&gt;</a:solidFill>
              </a:rPr>
              <a:t>🗣️ Dialogue 14 — Balancing accuracy and fluency (Équilibrer précision et fluidité)</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Should we focus more on accuracy or on fluency?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Devons-nous nous concentrer davantage sur la précision ou sur la fluidité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Both are necessary, but not always at the same time. Have fluency sessions where you prioritise communication, and accuracy sessions where you focus on correct forms.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Les deux sont nécessaires, mais pas toujours en même temps. Ayez des sessions de fluidité où vous priorisez la communication, et des sessions de précision où vous vous concentrez sur les formes correctes.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happens if we only focus on accuracy?</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 se passe-t-il si nous ne nous concentrons que sur la précision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You may become hesitant and speak very little. Communication requires the courage to produce language even when it is not perfect.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Vous risquez de devenir hésitant et de parler très peu. La communication exige le courage de produire de la langue même quand elle n&amp;#x27;est pas parfaite.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15</a:t>
            </a:r>
          </a:p>
          <a:p>
            <a:pPr algn="ctr">
              <a:spcBef>
                <a:spcPts val="1200"/>
              </a:spcBef>
            </a:pPr>
            <a:r>
              <a:rPr sz="2000">
                <a:solidFill>val="DFE5EA"/&gt;</a:solidFill>
              </a:rPr>
              <a:t>🗣️ Dialogue 15 — Using technology for oral practice (Utiliser la technologie pour la pratique orale)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Which digital tools are helpful for independent oral practice?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outils numériques sont utiles pour la pratique orale autonome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Voice recording apps, online dictionaries with audio, YouGlish, language exchange apps, AI conversation partners (used critically), and pronunciation apps.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Applications d&amp;#x27;enregistrement vocal, dictionnaires en ligne avec audio, YouGlish, applications d&amp;#x27;échange linguistique, partenaires de conversation IA (utilisés de façon critique), et applications de prononciation.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Any precautions?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Des précautions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Technology is a tool, not a miracle. Combine it with real human interaction when possible, and always evaluate the quality of the feedback you receive.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 technologie est un outil, pas un miracle. Combinez-la avec une vraie interaction humaine quand c&amp;#x27;est possible, et évaluez toujours la qualité du feedback que vous recevez.</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16</a:t>
            </a:r>
          </a:p>
          <a:p>
            <a:pPr algn="ctr">
              <a:spcBef>
                <a:spcPts val="1200"/>
              </a:spcBef>
            </a:pPr>
            <a:r>
              <a:rPr sz="2000">
                <a:solidFill>val="DFE5EA"/&gt;</a:solidFill>
              </a:rPr>
              <a:t>🗣️ Dialogue 16 — Transferring classroom skills to real life (Transférer les compétences de classe à la vraie vie)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we use what we learn in class outside the university?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utiliser ce que nous apprenons en classe en dehors de l&amp;#x27;université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Look for opportunities: speak to international students, help tourists if possible, join English clubs, watch content without subtitles, and use English in online communities related to your interests.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Cherchez des occasions : parlez à des étudiants internationaux, aidez des touristes si possible, rejoignez des clubs d&amp;#x27;anglais, regardez du contenu sans sous-titres, et utilisez l&amp;#x27;anglais dans des communautés en ligne liées à vos centres d&amp;#x27;intérêt.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if opportunities are limited where we live?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si les occasions sont limitées là où nous vivons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Create them digitally and use self-talk, recording and shadowing. Many successful learners have improved with limited face-to-face contact by being disciplined and creative.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Créez-les numériquement et utilisez le self-talk, l&amp;#x27;enregistrement et le shadowing. De nombreux apprenants qui réussissent ont progressé avec peu de contact en face à face en étant disciplinés et créatifs.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17</a:t>
            </a:r>
          </a:p>
          <a:p>
            <a:pPr algn="ctr">
              <a:spcBef>
                <a:spcPts val="1200"/>
              </a:spcBef>
            </a:pPr>
            <a:r>
              <a:rPr sz="2000">
                <a:solidFill>val="DFE5EA"/&gt;</a:solidFill>
              </a:rPr>
              <a:t>🗣️ Dialogue 17 — Long-term mindset for oral improvement (État d&amp;#x27;esprit à long terme pour progresser à l&amp;#x27;oral)</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attitude helps most for long-term oral progress?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 attitude aide le plus pour un progrès oral à long terme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Patience, curiosity, willingness to make mistakes, regular practice, and the belief that speaking skill can be developed at any age with effort.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La patience, la curiosité, la volonté de faire des erreurs, la pratique régulière, et la conviction que la compétence orale peut se développer à tout âge avec de l&amp;#x27;effort.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do we maintain this attitude when progress is invisible?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maintenir cette attitude quand le progrès est invisible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Keep records, celebrate small wins, revisit old recordings to see improvement, and remember that plateaus are normal before the next jump.</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Gardez des traces, célébrez les petites victoires, revisitez de vieux enregistrements pour voir l&amp;#x27;amélioration, et souvenez-vous que les plateaux sont normaux avant le prochain saut.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18</a:t>
            </a:r>
          </a:p>
          <a:p>
            <a:pPr algn="ctr">
              <a:spcBef>
                <a:spcPts val="1200"/>
              </a:spcBef>
            </a:pPr>
            <a:r>
              <a:rPr sz="2000">
                <a:solidFill>val="DFE5EA"/&gt;</a:solidFill>
              </a:rPr>
              <a:t>🗣️ Dialogue 18 — Reviewing key functional and academic phrases (Réviser les phrases fonctionnelles et académiques clés)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Which categories of phrases should we revise regularly?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Quelles catégories de phrases devons-nous réviser régulièrement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Classroom language, opinion and agreement/disagreement, presentation signposting, requests and offers, clarification, and basic discussion management phrases.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 langage de classe, l&amp;#x27;opinion et l&amp;#x27;accord/désaccord, le balisage de présentation, les demandes et offres, la clarification, et les phrases de base de gestion de discussion.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is an effective revision method?</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Quelle est une méthode de révision efficace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Active use: put the phrases on cards, practise them in short role-plays, and deliberately insert them into real conversations or recordings.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L&amp;#x27;usage actif : mettez les phrases sur des fiches, pratiquez-les dans de courts jeux de rôle, et insérez-les délibérément dans de vraies conversations ou enregistrements.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19</a:t>
            </a:r>
          </a:p>
          <a:p>
            <a:pPr algn="ctr">
              <a:spcBef>
                <a:spcPts val="1200"/>
              </a:spcBef>
            </a:pPr>
            <a:r>
              <a:rPr sz="2000">
                <a:solidFill>val="DFE5EA"/&gt;</a:solidFill>
              </a:rPr>
              <a:t>🗣️ Dialogue 19 — Final self-check before the end of the module (Auto-évaluation finale avant la fin du module)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final questions should we ask ourselves?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Quelles questions finales devons-nous nous poser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What can I do now that I could not do at the beginning? What is still difficult? What is my next concrete goal? What practice routine will I follow in the coming month?</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Que puis-je faire maintenant que je ne pouvais pas faire au début ? Qu&amp;#x27;est-ce qui reste difficile ? Quel est mon prochain objectif concret ? Quelle routine d&amp;#x27;entraînement vais-je suivre le mois prochain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we share this reflection with the teacher?</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Devons-nous partager cette réflexion avec l&amp;#x27;enseignant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If possible yes. It helps the teacher support you better and shows that you are taking responsibility for your learning.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Si possible oui. Cela aide l&amp;#x27;enseignant à mieux vous soutenir et montre que vous prenez la responsabilité de votre apprentissage.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20</a:t>
            </a:r>
          </a:p>
          <a:p>
            <a:pPr algn="ctr">
              <a:spcBef>
                <a:spcPts val="1200"/>
              </a:spcBef>
            </a:pPr>
            <a:r>
              <a:rPr sz="2000">
                <a:solidFill>val="DFE5EA"/&gt;</a:solidFill>
              </a:rPr>
              <a:t>🗣️ Dialogue 20 — Conclusion: From classroom learner to independent speaker (Conclusion : De l&amp;#x27;apprenant en classe au locuteur autonome)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the ultimate goal of all these oral courses?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 est le but ultime de tous ces cours d&amp;#x27;oral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To help you become a confident, clear and independent user of spoken English who can continue improving without constant teacher guidance.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Vous aider à devenir un utilisateur confiant, clair et autonome de l&amp;#x27;anglais parlé, capable de continuer à progresser sans guidage constant de l&amp;#x27;enseignant.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final advice do you give us?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Quels conseils finaux nous donnez-vous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Speak often, listen actively, accept mistakes, set clear goals, use authentic materials, and never stop practising. Oral competence is built day by day.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Parlez souvent, écoutez activement, acceptez les erreurs, fixez des objectifs clairs, utilisez des documents authentiques, et n&amp;#x27;arrêtez jamais de pratiquer. La compétence orale se construit jour après jour.</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Thank you for the whole series of courses, sir.</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Merci pour toute la série de cours, monsieur.</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