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Course1 Oral Comprehension Expression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oral comprehension? (Qu&amp;#x27;est-ce que la compréhension orale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What exactly do we mean by oral comprehension?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Que signifie exactement la compréhension orale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Oral comprehension is the ability to understand spoken English: conversations, lectures, podcasts, films, and announcements.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compréhension orale est la capacité à comprendre l&amp;#x27;anglais parlé : conversations, cours, podcasts, films et annonces.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only about understanding every single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de comprendre chaque mot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is about understanding the main ideas, the key details, and the speaker&amp;#x27;s intention, even if you miss a few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Il s&amp;#x27;agit de comprendre les idées principales, les détails importants et l&amp;#x27;intention du locuteur, même si vous manquez quelques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Why is oral expression important? (Pourquoi l&amp;#x27;expression orale est-elle importante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study oral expression in the first year?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étudions-nous l&amp;#x27;expression orale en première année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speaking is one of the four essential language skills. As future teachers or professionals, you must be able to communicate clearly and confidently.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parler est l&amp;#x27;une des quatre compétences langagières essentielles. En tant que futurs enseignants ou professionnels, vous devez pouvoir communiquer clairement et avec confiance.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grammar more important than speaking?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grammaire est-elle plus importante que l&amp;#x27;oral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Both are important. Good grammar helps you speak accurately, but without practice you will never become fluent.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 sont importants. Une bonne grammaire vous aide à parler correctement, mais sans pratique vous ne deviendrez jamais fluide.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four language skills (Les quatre compétences langagières)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remind us of the four language skills?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rappeler les quatre compétences langagières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course: Listening (oral comprehension), Speaking (oral expression), Reading (written comprehension) and Writing (written expression).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 : Listening (compréhension orale), Speaking (expression orale), Reading (compréhension écrite) et Writing (expression écrite).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ones are receptive and which are productive?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Lesquelles sont réceptives et lesquelles sont productives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Listening and Reading are receptive skills. Speaking and Writing are productive skills. We receive information with the first two and produce language with the last two.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Listening et Reading sont des compétences réceptives. Speaking et Writing sont productives. On reçoit de l&amp;#x27;information avec les deux premières et on produit de la langue avec les deux dernières.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Classroom language (Le langage de la classe)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expressions should we use in the classroom?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expressions devons-nous utiliser en classe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Useful phrases are: &amp;#x27;Could you repeat, please?&amp;#x27;, &amp;#x27;I didn&amp;#x27;t catch that&amp;#x27;, &amp;#x27;What does this word mean?&amp;#x27;, &amp;#x27;How do you pronounce this?&amp;#x27;, and &amp;#x27;May I ask a question?&amp;#x27;.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phrases utiles sont : « Could you repeat, please? », « I didn&amp;#x27;t catch that », « What does this word mean? », « How do you pronounce this? » et « May I ask a question?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always speak English in class?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toujours parler anglais en classe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As much as possible, yes. The classroom is a safe place to make mistakes and improve. The more you speak, the faster you progress.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Autant que possible, oui. La classe est un espace sûr pour faire des erreurs et progresser. Plus vous parlez, plus vous progressez vite.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Introducing yourself (Se présenter)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introduce myself correctly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me présenter correctement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simple structure is: &amp;#x27;Hello, my name is… I&amp;#x27;m a first-year English student at… I come from… and I&amp;#x27;m interested in…&amp;#x27;.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structure simple est : « Hello, my name is… I&amp;#x27;m a first-year English student at… I come from… and I&amp;#x27;m interested in…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add personal details?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ajouter des détails personnels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keep it relevant. Mention your hobbies, your goals, or why you chose English. It makes the introduction more natural and interesting.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restez pertinent. Mentionnez vos hobbies, vos objectifs ou pourquoi vous avez choisi l&amp;#x27;anglais. Cela rend la présentation plus naturelle et intéressante.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Active listening (L&amp;#x27;écoute active)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active listening?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l&amp;#x27;écoute active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Active listening means concentrating fully on the speaker, understanding the message, and responding thoughtfully. It is not just hearing sounds.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L&amp;#x27;écoute active signifie se concentrer pleinement sur le locuteur, comprendre le message et y répondre de façon réfléchie. Ce n&amp;#x27;est pas seulement entendre des 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practise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pouvons-nous la pratiquer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By taking notes while listening, asking clarifying questions, and summarising what you heard in your own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prenant des notes pendant l&amp;#x27;écoute, en posant des questions de clarification et en résumant ce que vous avez entendu avec vos propres mots.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Dealing with unknown words (Gérer les mots inconnus)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when I hear a word I don&amp;#x27;t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quand j&amp;#x27;entends un mot que je ne connais pas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Don&amp;#x27;t panic. Try to understand the word from the context. Look at the words around it and the general topic of the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paniquez pas. Essayez de comprendre le mot grâce au contexte. Regardez les mots autour et le sujet général de la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necessary to understand every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nécessaire de comprendre chaque mot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Native speakers themselves don&amp;#x27;t always catch every word. Focus on the key information and the overall meaning.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Les locuteurs natifs eux-mêmes ne saisissent pas toujours chaque mot. Concentrez-vous sur les informations clés et le sens global.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Pronunciation and fluency (Prononciation et fluidité)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perfect pronunciation necessary to be understood?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prononciation parfaite est-elle nécessaire pour être compris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Intelligibility is more important than perfection. Clear pronunciation of key sounds and correct word stress help a 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L&amp;#x27;intelligibilité est plus importante que la perfection. Une prononciation claire des sons clés et un accent tonique correct aident beaucoup.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improve my fluency?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améliorer ma fluidité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Speak regularly, even alone. Record yourself, listen to native speakers, and practise common phrases until they become automatic.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Parlez régulièrement, même seul. Enregistrez-vous, écoutez des locuteurs natifs et pratiquez des expressions courantes jusqu&amp;#x27;à ce qu&amp;#x27;elles deviennent automatiques.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Listening strategies (Stratégies d&amp;#x27;écoute)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special strategies for listening exams?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stratégies particulières pour les examens d&amp;#x27;écoute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Before listening, read the questions carefully. While listening, focus on keywords. After the first listening, check your answers and use the second listening to confirm.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Avant d&amp;#x27;écouter, lisez attentivement les questions. Pendant l&amp;#x27;écoute, concentrez-vous sur les mots-clés. Après la première écoute, vérifiez vos réponses et utilisez la deuxième pour confirmer.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write full sentences?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écrire des phrases complètes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note-taking, no. Use abbreviations and symbols. In the final answer, follow the instructions of the exam.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la prise de notes, non. Utilisez des abréviations et des symboles. Pour la réponse finale, suivez les consignes de l&amp;#x27;examen.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Speaking in pairs and groups (Parler en binôme et en groupe)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work so often in pairs?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travaillons-nous si souvent en binôme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pair work maximises speaking time. In a large class, if only the teacher speaks, students get very little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 travail en binôme maximise le temps de parole. Dans une grande classe, si seul l&amp;#x27;enseignant parle, les étudiants pratiquent très peu.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my partner is stronger than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mon partenaire est plus fort que moi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That&amp;#x27;s an advantage. You can learn from him or her. Don&amp;#x27;t be afraid to make mistakes; your partner is also learning.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 avantage. Vous pouvez apprendre de lui ou d&amp;#x27;elle. N&amp;#x27;ayez pas peur de faire des erreurs ; votre partenaire apprend aussi.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Giving a short oral presentation (Faire une courte présentation orale)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I structure a short oral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dois-je structurer une courte présentation orale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a simple structure: Introduction (who you are + topic), Body (2 or 3 main points), and Conclusion (summary + final idea).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une structure simple : Introduction (qui vous êtes + sujet), Développement (2 ou 3 points principaux) et Conclusion (résumé + idée finale).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memorise the whole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mémoriser tout le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Memorise the structure and key ideas. Speak naturally. Reading a text is not oral expression.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Mémorisez la structure et les idées clés. Parlez naturellement. Lire un texte n&amp;#x27;est pas de l&amp;#x27;expression orale.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Asking for clarification (Demander des clarifications)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I say if I don&amp;#x27;t understand the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puis-je dire si je ne comprends pas l&amp;#x27;enseignant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say: &amp;#x27;Sorry, I didn&amp;#x27;t understand&amp;#x27;, &amp;#x27;Could you explain that again, please?&amp;#x27;, or &amp;#x27;What do you mean by…?&amp;#x27;.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dire : « Sorry, I didn&amp;#x27;t understand », « Could you explain that again, please? » ou « What do you mean by…?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rude to interrupt?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impoli d&amp;#x27;interrompre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Politely asking for clarification is never rude. On the contrary, it shows that you are interested and want to understand.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Demander poliment une clarification n&amp;#x27;est jamais impoli. Au contraire, cela montre que vous êtes intéressé et que vous voulez comprendre.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Expressing opinions (Exprimer son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express my opinion politely?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exprimer mon opinion poliment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Useful expressions: &amp;#x27;In my opinion…&amp;#x27;, &amp;#x27;I think that…&amp;#x27;, &amp;#x27;From my point of view…&amp;#x27;, &amp;#x27;I believe…&amp;#x27;, &amp;#x27;It seems to me that…&amp;#x27;.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Expressions utiles : « In my opinion… », « I think that… », « From my point of view… », « I believe… », « It seems to me that…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disagree without being aggressive?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mon désaccord sans être agressif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Say: &amp;#x27;I see what you mean, but…&amp;#x27;, &amp;#x27;I&amp;#x27;m not sure I agree…&amp;#x27;, or &amp;#x27;That&amp;#x27;s interesting, however I think…&amp;#x27;.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Dites : « I see what you mean, but… », « I&amp;#x27;m not sure I agree… » ou « That&amp;#x27;s interesting, however I think…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Using fillers and natural speech (Utiliser les fillers et le discours naturel)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fillers?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sont les fillers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Fillers are small words or sounds we use while thinking: &amp;#x27;well&amp;#x27;, &amp;#x27;you know&amp;#x27;, &amp;#x27;I mean&amp;#x27;, &amp;#x27;actually&amp;#x27;, &amp;#x27;sort of&amp;#x27;. They make speech more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fillers sont de petits mots ou sons que l&amp;#x27;on utilise en réfléchissant : « well », « you know », « I mean », « actually », « sort of ». Ils rendent le discours plus naturel.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use them in formal presentations?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les utiliser dans les présentations formelles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formal situations, use them less. In everyday conversation and classroom discussions, they are perfectly acceptable and even recommended.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les situations formelles, utilisez-les moins. Dans la conversation quotidienne et les discussions en classe, ils sont parfaitement acceptables et même recommandés.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Improving through self-recording (S&amp;#x27;améliorer grâce à l&amp;#x27;enregistrement)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often tell us to record ourselves.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nous dites souvent de nous enregistrer. Pourquoi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when you listen to your own voice, you notice mistakes in pronunciation, grammar and fluency that you don&amp;#x27;t hear while speaking.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lorsque vous écoutez votre propre voix, vous remarquez des erreurs de prononciation, de grammaire et de fluidité que vous n&amp;#x27;entendez pas en parlant.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often should we do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quelle fréquence devrions-nous le faire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Even five minutes a day is useful. Choose a short topic, speak for one or two minutes, listen, and try again.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Même cinq minutes par jour sont utiles. Choisissez un sujet court, parlez une ou deux minutes, écoutez, puis réessayez.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Authentic materials (Les documents authentiques)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authentic materials?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sont les documents authentiques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real materials not created for language learners: podcasts, YouTube videos, news reports, films, songs, and real conversations.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des documents réels non créés pour les apprenants de langue : podcasts, vidéos YouTube, reportages, films, chansons et vraies conversations.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they not too difficult for first-year students?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sont-ils pas trop difficiles pour des étudiants de première année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the beginning, choose materials with clear speech and subtitles. Gradually increase the difficulty. Authentic materials prepare you for real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début, choisissez des documents avec une élocution claire et des sous-titres. Augmentez progressivement la difficulté. Les documents authentiques vous préparent à la vraie vie.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Building confidence (Développer la confiance)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I&amp;#x27;m shy. How can I become more confident when speaking?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suis timide. Comment devenir plus confiant à l&amp;#x27;oral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small. Speak in pairs first, then in small groups. Prepare what you want to say. Remember that everyone makes mistakes — even teachers.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petit. Parlez d&amp;#x27;abord en binôme, puis en petits groupes. Préparez ce que vous voulez dire. Souvenez-vous que tout le monde fait des erreurs — même les enseignants.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people laugh at my mistakes?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les gens rient de mes erreurs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 good classroom, nobody laughs at mistakes. Mistakes are proof that you are learning. Confidence comes with practice and a positive attitude.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une bonne classe, personne ne rit des erreurs. Les erreurs prouvent que vous apprenez. La confiance vient avec la pratique et une attitude positive.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Evaluation of oral skills (L&amp;#x27;évaluation des compétences orales)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will our oral skills be evaluated?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nos compétences orales seront-elles évaluées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through continuous assessment: participation, pair work, short presentations, and sometimes a final oral exam or interview.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Habituellement par le contrôle continu : participation, travail en binôme, courtes présentations, et parfois un examen oral final ou un entretien.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criteria does the teacher use?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critères utilise l&amp;#x27;enseignant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Fluency, accuracy (grammar and vocabulary), pronunciation, interaction, and the ability to develop ideas. Content and communication matter more than perfection.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fluidité, la précision (grammaire et vocabulaire), la prononciation, l&amp;#x27;interaction et la capacité à développer des idées. Le contenu et la communication comptent plus que la perfection.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Daily practice outside the classroom (La pratique quotidienne hors de la classe)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we do every day to improve our oral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pouvons-nous faire chaque jour pour améliorer notre anglais oral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Listen to a short podcast, watch a video with English subtitles, speak to yourself about your day, or find a language partner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Écoutez un court podcast, regardez une vidéo avec sous-titres anglais, parlez-vous de votre journée, ou trouvez un partenaire linguistique en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fifteen minutes a day enough?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Quinze minutes par jour suffisent-elles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if you do it regularly. Consistency is more important than long study sessions once a week.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si vous le faites régulièrement. La régularité est plus importante que de longues sessions une fois par semaine.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Becoming a confident speaker (Conclusion : Devenir un locuteur confiant)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remember from this first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devons-nous retenir de ce premier cours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that oral skills improve with regular practice, active listening, and the courage to speak even when you make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que les compétences orales s&amp;#x27;améliorent avec une pratique régulière, une écoute active et le courage de parler même quand on fait des erreurs.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first practical step for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première étape pratique pour nous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today: learn five useful classroom expressions, record a one-minute self-introduction, and listen to a short authentic audio. Small steps lead to big progress.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aujourd&amp;#x27;hui : apprenez cinq expressions utiles en classe, enregistrez une présentation d&amp;#x27;une minute, et écoutez un court audio authentique. Les petits pas mènent aux grands progrès.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This was very clear and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C&amp;#x27;était très clair et utile.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