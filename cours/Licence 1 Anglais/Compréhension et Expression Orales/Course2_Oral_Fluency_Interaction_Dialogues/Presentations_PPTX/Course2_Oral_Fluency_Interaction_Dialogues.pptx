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val="FFFFFF"/&gt;</a:solidFill>
              </a:rPr>
              <a:t>Course2 Oral Fluency Interaction Dialogues</a:t>
            </a:r>
          </a:p>
          <a:p>
            <a:pPr algn="ctr"/>
            <a:r>
              <a:rPr sz="1800">
                <a:solidFill>val="DFE5EA"/&gt;</a:solidFill>
              </a:rPr>
              <a:t>20 dialogues | EN-FR | Dr. BELACEL Madani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3716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 — What is fluency? (Qu&amp;#x27;est-ce que la fluidité ?)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Sir, what do we really mean by fluency?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Monsieur, que signifie vraiment la fluidité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Fluency is the ability to speak smoothly, without too many long pauses or hesitations. It does not mean speaking very fast or without any mistakes.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La fluidité est la capacité à parler de façon fluide, sans trop de longues pauses ou d&amp;#x27;hésitations. Cela ne veut pas dire parler très vite ou sans aucune erreur.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accuracy less important than fluency?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La précision est-elle moins importante que la fluidité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Both are important. At the beginning we focus more on fluency so that you dare to speak. Later we work on accuracy.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Les deux sont importantes. Au début on se concentre plus sur la fluidité pour que vous osiez parler. Ensuite on travaille la précision.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2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2 — Turn-taking in conversation (La prise de parole dans la conversation)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do people know when to speak in a conversation?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sait-on quand parler dans une conversation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We use turn-taking signals: finishing a sentence, pausing, looking at the other person, or using phrases like &amp;#x27;What do you think?&amp;#x27;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On utilise des signaux de prise de parole : terminer une phrase, faire une pause, regarder l&amp;#x27;autre personne, ou utiliser des expressions comme « What do you think? 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if someone always interrupts me?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si quelqu&amp;#x27;un m&amp;#x27;interrompt toujours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You can politely say: &amp;#x27;Just a moment, please&amp;#x27; or &amp;#x27;Let me finish my idea&amp;#x27;. Learning to keep your turn is part of oral interaction.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Vous pouvez dire poliment : « Just a moment, please » ou « Let me finish my idea ». Apprendre à garder sa tour de parole fait partie de l&amp;#x27;interaction orale.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3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3 — Starting a conversation (Commencer une conversation)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can I start a conversation with someone I don&amp;#x27;t know well?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puis-je commencer une conversation avec quelqu&amp;#x27;un que je ne connais pas bien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Use simple openers: &amp;#x27;Hi, how are you?&amp;#x27;, &amp;#x27;What do you think of this class?&amp;#x27;, &amp;#x27;Have you finished the homework?&amp;#x27;, or comment on something around you.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Utilisez des formules simples : « Hi, how are you? », « What do you think of this class? », « Have you finished the homework? », ou commentez quelque chose autour de vous.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it better to ask open or closed questions?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Est-il mieux de poser des questions ouvertes ou fermées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Open questions (with What, Why, How…) encourage longer answers and keep the conversation going. Closed questions (yes/no) often stop it.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Les questions ouvertes (avec What, Why, How…) encouragent des réponses plus longues et maintiennent la conversation. Les questions fermées (oui/non) l&amp;#x27;arrêtent souvent.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4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4 — Keeping a conversation going (Maintenir une conversation)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Sometimes the conversation dies after two sentences. What can I do?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Parfois la conversation meurt après deux phrases. Que puis-je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Show interest: &amp;#x27;Really?&amp;#x27;, &amp;#x27;That&amp;#x27;s interesting&amp;#x27;, &amp;#x27;Tell me more&amp;#x27;. Ask follow-up questions and share a short personal reaction.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Montrez de l&amp;#x27;intérêt : « Really? », « That&amp;#x27;s interesting », « Tell me more ». Posez des questions de suivi et partagez une courte réaction personnelle.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Should I talk a lot about myself?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Dois-je beaucoup parler de moi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Balance is important. Speak about yourself, but also show genuine curiosity about the other person. Good conversation is a two-way exchange.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L&amp;#x27;équilibre est important. Parlez de vous, mais montrez aussi une vraie curiosité pour l&amp;#x27;autre personne. Une bonne conversation est un échange à double sens.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5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5 — Agreeing and disagreeing politely (Être d&amp;#x27;accord et pas d&amp;#x27;accord poliment)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can I disagree without sounding rude?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exprimer mon désaccord sans paraître impoli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Use soft language: &amp;#x27;I see your point, but…&amp;#x27;, &amp;#x27;I&amp;#x27;m not sure I agree…&amp;#x27;, &amp;#x27;That&amp;#x27;s one way of looking at it, however…&amp;#x27;, or &amp;#x27;Have you considered…?&amp;#x27;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Utilisez un langage atténué : « I see your point, but… », « I&amp;#x27;m not sure I agree… », « That&amp;#x27;s one way of looking at it, however… », ou « Have you considered…? 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how do I strongly agree?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comment exprimer un fort accord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You can say: &amp;#x27;Exactly!&amp;#x27;, &amp;#x27;I completely agree&amp;#x27;, &amp;#x27;You&amp;#x27;re right&amp;#x27;, &amp;#x27;That&amp;#x27;s so true&amp;#x27;, or &amp;#x27;I couldn&amp;#x27;t agree more&amp;#x27;.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Vous pouvez dire : « Exactly! », « I completely agree », « You&amp;#x27;re right », « That&amp;#x27;s so true », ou « I couldn&amp;#x27;t agree more ».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6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6 — Asking for and giving opinions (Demander et donner son opinion)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are natural ways to ask for someone&amp;#x27;s opinion?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Quelles sont les façons naturelles de demander l&amp;#x27;opinion de quelqu&amp;#x27;un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Try: &amp;#x27;What do you think about…?&amp;#x27;, &amp;#x27;How do you feel about…?&amp;#x27;, &amp;#x27;What&amp;#x27;s your view on…?&amp;#x27;, or &amp;#x27;Do you agree that…?&amp;#x27;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Essayez : « What do you think about…? », « How do you feel about…? », « What&amp;#x27;s your view on…? », ou « Do you agree that…? 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can I give a balanced opinion?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puis-je donner une opinion équilibrée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You can say: &amp;#x27;On the one hand… on the other hand…&amp;#x27;, &amp;#x27;I partly agree…&amp;#x27;, or &amp;#x27;It depends on the situation&amp;#x27;.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Vous pouvez dire : « On the one hand… on the other hand… », « I partly agree… », ou « It depends on the situation ».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7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7 — Describing people and places (Décrire des personnes et des lieux)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 find it hard to describe someone in English. Can you help?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J&amp;#x27;ai du mal à décrire quelqu&amp;#x27;un en anglais. Pouvez-vous m&amp;#x27;aider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Start with basic information: age, appearance, personality. Use adjectives like tall, friendly, hard-working, shy, talkative… and give an example.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Commencez par des informations de base : âge, apparence, personnalité. Utilisez des adjectifs comme tall, friendly, hard-working, shy, talkative… et donnez un exemple.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for places?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pour les lieux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Describe location, size, atmosphere and your personal feeling: &amp;#x27;It&amp;#x27;s a small town near the sea. It&amp;#x27;s quiet and peaceful. I really like it because…&amp;#x27;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Décrivez l&amp;#x27;emplacement, la taille, l&amp;#x27;atmosphère et votre sentiment personnel : « It&amp;#x27;s a small town near the sea. It&amp;#x27;s quiet and peaceful. I really like it because… ».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8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8 — Talking about past experiences (Parler d&amp;#x27;expériences passées)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can I talk about something that happened to me?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puis-je parler de quelque chose qui m&amp;#x27;est arrivé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Use the past simple for the main events and the past continuous for the background: &amp;#x27;I was walking home when I saw…&amp;#x27;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Utilisez le past simple pour les événements principaux et le past continuous pour le contexte : « I was walking home when I saw… 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if I don&amp;#x27;t remember exact details?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si je ne me souviens pas des détails exacts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Use vague language: &amp;#x27;I think it was…&amp;#x27;, &amp;#x27;If I remember correctly…&amp;#x27;, &amp;#x27;It must have been around…&amp;#x27;. It&amp;#x27;s natural and honest.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Utilisez un langage vague : « I think it was… », « If I remember correctly… », « It must have been around… ». C&amp;#x27;est naturel et honnête.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9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9 — Making suggestions and plans (Faire des suggestions et des projets)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do we make suggestions in English?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fait-on des suggestions en anglais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Useful phrases: &amp;#x27;Why don&amp;#x27;t we…?&amp;#x27;, &amp;#x27;How about…?&amp;#x27;, &amp;#x27;Shall we…?&amp;#x27;, &amp;#x27;We could…&amp;#x27;, &amp;#x27;What if we…?&amp;#x27;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Expressions utiles : « Why don&amp;#x27;t we…? », « How about…? », « Shall we…? », « We could… », « What if we…? 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how do I respond to a suggestion?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comment répondre à une suggestion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Positive: &amp;#x27;That&amp;#x27;s a good idea&amp;#x27;, &amp;#x27;Why not?&amp;#x27;, &amp;#x27;I&amp;#x27;d love to&amp;#x27;. Negative but polite: &amp;#x27;I&amp;#x27;m not sure about that&amp;#x27;, &amp;#x27;Maybe another time&amp;#x27;, &amp;#x27;I&amp;#x27;d rather…&amp;#x27;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Positif : « That&amp;#x27;s a good idea », « Why not? », « I&amp;#x27;d love to ». Négatif mais poli : « I&amp;#x27;m not sure about that », « Maybe another time », « I&amp;#x27;d rather… ».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10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10 — Handling misunderstandings (Gérer les malentendus)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should I do if I realise I misunderstood something?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 dois-je faire si je réalise que j&amp;#x27;ai mal compris quelque chose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Clarify immediately: &amp;#x27;Sorry, I think I misunderstood. Do you mean…?&amp;#x27;, or &amp;#x27;Can I just check something?&amp;#x27;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Clarifiez immédiatement : « Sorry, I think I misunderstood. Do you mean…? », ou « Can I just check something? 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it better to pretend I understood?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Est-il préférable de faire semblant d&amp;#x27;avoir compris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No. Pretending often creates bigger problems later. It&amp;#x27;s always better to ask and make sure you understand correctly.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Non. Faire semblant crée souvent de plus gros problèmes plus tard. Il vaut toujours mieux demander et s&amp;#x27;assurer de bien comprendre.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11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11 — Using connectors in speech (Utiliser les connecteurs à l&amp;#x27;oral)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My speech sounds disconnected. How can I link my ideas?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Mon discours semble décousu. Comment relier mes idées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Use simple spoken connectors: &amp;#x27;First… then… after that… finally…&amp;#x27;, &amp;#x27;Also…&amp;#x27;, &amp;#x27;But…&amp;#x27;, &amp;#x27;So…&amp;#x27;, &amp;#x27;Because…&amp;#x27;, &amp;#x27;For example…&amp;#x27;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Utilisez des connecteurs oraux simples : « First… then… after that… finally… », « Also… », « But… », « So… », « Because… », « For example… 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Are the connectors the same as in writing?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Les connecteurs sont-ils les mêmes qu&amp;#x27;à l&amp;#x27;écrit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Many are the same, but in speaking we prefer shorter and more informal ones. Avoid very formal written connectors like &amp;#x27;furthermore&amp;#x27; or &amp;#x27;nevertheless&amp;#x27; in casual talk.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Beaucoup sont les mêmes, mais à l&amp;#x27;oral on préfère des formes plus courtes et informelles. Évitez les connecteurs très formels de l&amp;#x27;écrit comme « furthermore » ou « nevertheless » dans une conversation.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12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12 — Expressing feelings and reactions (Exprimer ses sentiments et réactions)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can I show my feelings naturally when speaking?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puis-je montrer mes sentiments naturellement en parlant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Use adjectives and expressions: &amp;#x27;I was really surprised&amp;#x27;, &amp;#x27;I felt disappointed&amp;#x27;, &amp;#x27;It made me happy&amp;#x27;, &amp;#x27;I couldn&amp;#x27;t believe it&amp;#x27;, &amp;#x27;I was so relieved&amp;#x27;.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Utilisez des adjectifs et expressions : « I was really surprised », « I felt disappointed », « It made me happy », « I couldn&amp;#x27;t believe it », « I was so relieved 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Can I also use intonation?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Puis-je aussi utiliser l&amp;#x27;intonation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Absolutely. Intonation carries a lot of emotion. A flat voice makes even interesting stories sound boring. Practise varying your voice.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Absolument. L&amp;#x27;intonation porte beaucoup d&amp;#x27;émotion. Une voix monocorde rend même les histoires intéressantes ennuyeuses. Entraînez-vous à varier votre voix.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13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13 — Role-plays and simulations (Jeux de rôle et simulations)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Why do we do so many role-plays in class?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Pourquoi faisons-nous autant de jeux de rôle en classe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Role-plays put you in real-life situations: buying something, asking for directions, job interviews, complaining politely… You practise language you will actually need.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Les jeux de rôle vous placent dans des situations réelles : acheter quelque chose, demander son chemin, entretiens d&amp;#x27;embauche, se plaindre poliment… Vous pratiquez la langue dont vous aurez réellement besoin.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 feel silly when I act.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Je me sens ridicule quand je joue.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Everyone feels that at the beginning. The more you do it, the more natural it becomes. Remember: the classroom is a safe place to practise.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Tout le monde se sent comme ça au début. Plus vous le faites, plus cela devient naturel. Souvenez-vous : la classe est un espace sûr pour s&amp;#x27;entraîner.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14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14 — Dealing with nerves before speaking (Gérer le trac avant de parler)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 get very nervous before oral presentations. Any advice?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Je suis très nerveux avant les présentations orales. Des conseils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Prepare well, but don&amp;#x27;t memorise every word. Breathe deeply, speak a little slower than usual, and look at friendly faces in the audience.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Préparez-vous bien, mais ne mémorisez pas chaque mot. Respirez profondément, parlez un peu plus lentement que d&amp;#x27;habitude, et regardez des visages amicaux dans le public.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if my mind goes blank?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si mon esprit devient vide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Pause, smile, and use a filler: &amp;#x27;Let me think for a second…&amp;#x27; or &amp;#x27;What I mean is…&amp;#x27;. A short silence is better than panic.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Faites une pause, souriez, et utilisez un filler : « Let me think for a second… » ou « What I mean is… ». Un court silence vaut mieux que la panique.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15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15 — Giving and receiving feedback (Donner et recevoir du feedback)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should we give feedback to our classmates?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devons-nous donner du feedback à nos camarades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Be kind and specific. Start with something positive, then suggest one improvement: &amp;#x27;I liked your clear introduction. Maybe next time you can add more examples.&amp;#x27;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Soyez bienveillant et précis. Commencez par quelque chose de positif, puis suggérez une amélioration : « I liked your clear introduction. Maybe next time you can add more examples. 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how do I receive criticism?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comment recevoir la critique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Listen without defending yourself immediately. Say &amp;#x27;Thank you for the feedback&amp;#x27; and decide later what is useful for you.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Écoutez sans vous défendre immédiatement. Dites « Thank you for the feedback » et décidez plus tard ce qui vous est utile.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16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16 — Using body language (Utiliser le langage corporel)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Does body language matter when we speak English?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 langage corporel compte-t-il quand on parle anglais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Eye contact, facial expression, posture and gestures all support your message. They also show confidence and engagement.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Le contact visuel, l&amp;#x27;expression du visage, la posture et les gestes soutiennent tous votre message. Ils montrent aussi la confiance et l&amp;#x27;engagement.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should I avoid?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 dois-je éviter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Avoid looking at the floor, crossing your arms tightly, or speaking with a completely frozen face. Natural movement helps both you and your listeners.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Évitez de regarder le sol, de croiser les bras de façon fermée, ou de parler avec un visage complètement figé. Un mouvement naturel aide à la fois vous et vos auditeurs.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17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17 — Summarising what you heard (Résumer ce que l&amp;#x27;on a entendu)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Why do you often ask us to summarise?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Pourquoi nous demandez-vous souvent de résumer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Summarising proves that you understood the main points. It is also an excellent way to practise speaking with clear structure.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Résumer prouve que vous avez compris les points principaux. C&amp;#x27;est aussi un excellent moyen de pratiquer l&amp;#x27;oral avec une structure claire.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long should a good summary be?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Quelle doit être la longueur d&amp;#x27;un bon résumé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Much shorter than the original. Keep only the essential ideas and use your own words. A one-minute summary of a five-minute talk is often perfect.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Beaucoup plus court que l&amp;#x27;original. Gardez seulement les idées essentielles et utilisez vos propres mots. Un résumé d&amp;#x27;une minute d&amp;#x27;un exposé de cinq minutes est souvent parfait.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18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18 — Interacting in group discussions (Interagir dans les discussions de groupe)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In group work some students dominate. What can the others do?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En travail de groupe certains étudiants dominent. Que peuvent faire les autres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You can politely intervene: &amp;#x27;Can I add something?&amp;#x27;, &amp;#x27;I&amp;#x27;d like to hear what Amina thinks&amp;#x27;, or &amp;#x27;Shall we hear from everyone?&amp;#x27;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Vous pouvez intervenir poliment : « Can I add something? », « I&amp;#x27;d like to hear what Amina thinks », ou « Shall we hear from everyone? 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if I am the one who talks too much?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si c&amp;#x27;est moi qui parle trop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Be aware of it. Invite quieter students to speak and practise listening more. Good interaction means balanced participation.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Soyez-en conscient. Invitez les étudiants plus silencieux à parler et entraînez-vous à écouter davantage. Une bonne interaction signifie une participation équilibrée.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19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19 — Self-assessment of oral progress (Auto-évaluation des progrès oraux)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can I know if I am improving?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savoir si je progresse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Record yourself once a month on the same topic. Compare the recordings. Notice if you hesitate less, use more vocabulary, or sound more natural.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Enregistrez-vous une fois par mois sur le même sujet. Comparez les enregistrements. Remarquez si vous hésitez moins, utilisez plus de vocabulaire, ou sonnez plus naturel.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Should I also ask for feedback from others?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Dois-je aussi demander du feedback aux autres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Ask a classmate or your teacher to tell you one strength and one point to improve. Outside perspective is very valuable.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Demandez à un camarade ou à votre enseignant de vous dire un point fort et un point à améliorer. Le regard extérieur est très précieux.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20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20 — Conclusion: From classroom to real life (Conclusion : De la classe à la vraie vie)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is the final goal of all these oral activities?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 est le but final de toutes ces activités orales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 goal is to be able to communicate in real situations outside the classroom: with teachers, friends, future colleagues, or when you travel.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 but est de pouvoir communiquer dans des situations réelles hors de la classe : avec des enseignants, des amis, de futurs collègues, ou quand vous voyagez.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practical advice do you give us for the rest of the year?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Quels conseils pratiques nous donnez-vous pour le reste de l&amp;#x27;année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Speak a little English every day. Accept mistakes as part of learning. Listen actively. Interact with others. Fluency is built step by step.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Parlez un peu d&amp;#x27;anglais chaque jour. Acceptez les erreurs comme faisant partie de l&amp;#x27;apprentissage. Écoutez activement. Interagissez avec les autres. La fluidité se construit étape par étape.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Thank you for these clear dialogues, sir.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Merci pour ces dialogues clairs, monsieur.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