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371600"/>
            <a:ext cx="10362895" cy="1828800"/>
          </a:xfrm>
          <a:prstGeom prst="rect">
            <a:avLst/>
          </a:prstGeom>
          <a:noFill/>
        </p:spPr>
        <p:txBody>
          <a:bodyPr wrap="square">
            <a:spAutoFit/>
          </a:bodyPr>
          <a:lstStyle/>
          <a:p>
            <a:pPr algn="ctr"/>
            <a:r>
              <a:rPr sz="3600" b="1">
                <a:solidFill>val="FFFFFF"/&gt;</a:solidFill>
              </a:rPr>
              <a:t>Course3 Listening Strategies Dialogues</a:t>
            </a:r>
          </a:p>
          <a:p>
            <a:pPr algn="ctr"/>
            <a:r>
              <a:rPr sz="1800">
                <a:solidFill>val="DFE5EA"/&gt;</a:solidFill>
              </a:rPr>
              <a:t>20 dialogues | EN-FR | Dr. BELACEL Madani</a:t>
            </a:r>
          </a:p>
        </p:txBody>
      </p:sp>
      <p:sp>
        <p:nvSpPr>
          <p:cNvPr id="990001" name="Pied de page FLE"/>
          <p:cNvSpPr>
            <a:spLocks noGrp="1"/>
          </p:cNvSpPr>
          <p:nvPr/>
        </p:nvSpPr>
        <p:spPr>
          <a:xfrm>
            <a:off x="5562295" y="13716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a:t>
            </a:r>
          </a:p>
          <a:p>
            <a:pPr algn="ctr">
              <a:spcBef>
                <a:spcPts val="1200"/>
              </a:spcBef>
            </a:pPr>
            <a:r>
              <a:rPr sz="2000">
                <a:solidFill>val="DFE5EA"/&gt;</a:solidFill>
              </a:rPr>
              <a:t>🗣️ Dialogue 1 — Why is listening difficult? (Pourquoi l&amp;#x27;écoute est-elle difficile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Why do many students find listening the most difficult skill?</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Pourquoi beaucoup d&amp;#x27;étudiants trouvent-ils l&amp;#x27;écoute la compétence la plus difficile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Because spoken language is fast, contains reduced forms, different accents, and background noise. You cannot control the speed like in reading.</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Parce que la langue parlée est rapide, contient des formes réduites, différents accents et du bruit de fond. Vous ne pouvez pas contrôler la vitesse comme en lecture.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it normal to understand only part of a recording at the beginning?</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Est-il normal de ne comprendre qu&amp;#x27;une partie d&amp;#x27;un enregistrement au début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Completely normal. Listening improves gradually. The goal is progress, not immediate perfection.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Tout à fait normal. L&amp;#x27;écoute s&amp;#x27;améliore progressivement. L&amp;#x27;objectif est le progrès, pas la perfection immédiate.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a:t>
            </a:r>
          </a:p>
          <a:p>
            <a:pPr algn="ctr">
              <a:spcBef>
                <a:spcPts val="1200"/>
              </a:spcBef>
            </a:pPr>
            <a:r>
              <a:rPr sz="2000">
                <a:solidFill>val="DFE5EA"/&gt;</a:solidFill>
              </a:rPr>
              <a:t>🗣️ Dialogue 2 — Pre-listening strategies (Stratégies avant l&amp;#x27;écoute)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should we do before listening to a recording?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devons-nous faire avant d&amp;#x27;écouter un enregistrement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Read the questions or the title carefully. Predict the topic and possible vocabulary. Activate what you already know about the subject.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Lisez attentivement les questions ou le titre. Prédisez le sujet et le vocabulaire possible. Activez ce que vous savez déjà sur le thème.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Does prediction really help?</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 prédiction aide-t-elle vraiment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When your brain expects certain information, it recognises it more easily during the listening.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Quand votre cerveau s&amp;#x27;attend à certaines informations, il les reconnaît plus facilement pendant l&amp;#x27;écoute.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3</a:t>
            </a:r>
          </a:p>
          <a:p>
            <a:pPr algn="ctr">
              <a:spcBef>
                <a:spcPts val="1200"/>
              </a:spcBef>
            </a:pPr>
            <a:r>
              <a:rPr sz="2000">
                <a:solidFill>val="DFE5EA"/&gt;</a:solidFill>
              </a:rPr>
              <a:t>🗣️ Dialogue 3 — Listening for the main idea (gist) (Écouter pour l&amp;#x27;idée principale (gist))</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does &amp;#x27;listening for gist&amp;#x27; mean?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signifie « listening for gist »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It means understanding the general meaning or the main topic without focusing on every detail.</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Cela signifie comprendre le sens général ou le sujet principal sans se concentrer sur chaque détail.</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do we practise it?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le pratiquons-nous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Listen once without stopping and answer a simple question: What is the recording mainly about? Who is speaking? What is the purpose?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Écoutez une fois sans vous arrêter et répondez à une question simple : De quoi parle principalement l&amp;#x27;enregistrement ? Qui parle ? Quel est le but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4</a:t>
            </a:r>
          </a:p>
          <a:p>
            <a:pPr algn="ctr">
              <a:spcBef>
                <a:spcPts val="1200"/>
              </a:spcBef>
            </a:pPr>
            <a:r>
              <a:rPr sz="2000">
                <a:solidFill>val="DFE5EA"/&gt;</a:solidFill>
              </a:rPr>
              <a:t>🗣️ Dialogue 4 — Listening for specific information (Écouter pour des informations spécifiques)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is listening for specific information different?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En quoi l&amp;#x27;écoute pour des informations spécifiques est-elle différente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You look for particular details: numbers, dates, names, places, prices, or answers to precise questions.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Vous cherchez des détails particuliers : chiffres, dates, noms, lieux, prix, ou réponses à des questions précises.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Should I try to write everything I hear?</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Dois-je essayer d&amp;#x27;écrire tout ce que j&amp;#x27;entends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 Focus only on the information you need. Writing too much makes you miss the next important point.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Non. Concentrez-vous seulement sur les informations dont vous avez besoin. Trop écrire vous fait manquer le point important suivant.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5</a:t>
            </a:r>
          </a:p>
          <a:p>
            <a:pPr algn="ctr">
              <a:spcBef>
                <a:spcPts val="1200"/>
              </a:spcBef>
            </a:pPr>
            <a:r>
              <a:rPr sz="2000">
                <a:solidFill>val="DFE5EA"/&gt;</a:solidFill>
              </a:rPr>
              <a:t>🗣️ Dialogue 5 — Note-taking while listening (Prise de notes pendant l&amp;#x27;écoute)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the best way to take notes during listening?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 est la meilleure façon de prendre des notes pendant l&amp;#x27;écoute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Use abbreviations, symbols and keywords. Do not write full sentences. Leave space to add information during the second listening.</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Utilisez des abréviations, des symboles et des mots-clés. N&amp;#x27;écrivez pas de phrases complètes. Laissez de l&amp;#x27;espace pour ajouter des informations lors de la deuxième écoute.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Can you give examples of useful symbols?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Pouvez-vous donner des exemples de symboles utiles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 means &amp;#x27;leads to&amp;#x27;, ↑ increase, ↓ decrease, = equal, ≠ different, &amp; and, w/ with, w/o without, etc.</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 → signifie « mène à », ↑ augmentation, ↓ diminution, = égal, ≠ différent, &amp; et, w/ avec, w/o sans, etc.</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6</a:t>
            </a:r>
          </a:p>
          <a:p>
            <a:pPr algn="ctr">
              <a:spcBef>
                <a:spcPts val="1200"/>
              </a:spcBef>
            </a:pPr>
            <a:r>
              <a:rPr sz="2000">
                <a:solidFill>val="DFE5EA"/&gt;</a:solidFill>
              </a:rPr>
              <a:t>🗣️ Dialogue 6 — Dealing with unknown vocabulary (Gérer le vocabulaire inconnu)</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I panic when I hear several words I don&amp;#x27;t know. What should I do?</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Je panique quand j&amp;#x27;entends plusieurs mots que je ne connais pas. Que dois-je faire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Stay calm. Use the context: the words before and after, the topic, and the speaker&amp;#x27;s tone. Often you can guess the meaning.</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Restez calme. Utilisez le contexte : les mots avant et après, le sujet et le ton du locuteur. Souvent vous pouvez deviner le sens.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Should I stop listening to think about the unknown word?</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Dois-je arrêter d&amp;#x27;écouter pour réfléchir au mot inconnu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 Keep listening. If you stop, you miss the rest of the message. Come back to difficult words after the listening if necessary.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Non. Continuez à écouter. Si vous vous arrêtez, vous manquez le reste du message. Revenez aux mots difficiles après l&amp;#x27;écoute si nécessaire.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7</a:t>
            </a:r>
          </a:p>
          <a:p>
            <a:pPr algn="ctr">
              <a:spcBef>
                <a:spcPts val="1200"/>
              </a:spcBef>
            </a:pPr>
            <a:r>
              <a:rPr sz="2000">
                <a:solidFill>val="DFE5EA"/&gt;</a:solidFill>
              </a:rPr>
              <a:t>🗣️ Dialogue 7 — Different accents and speeds (Différents accents et débits)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Why do some recordings sound much harder than others?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Pourquoi certains enregistrements semblent-ils beaucoup plus difficiles que d&amp;#x27;autres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Because of accent, speed, and clarity. British, American, Australian and other accents can sound very different. Fast speech also reduces many sounds.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À cause de l&amp;#x27;accent, de la vitesse et de la clarté. Les accents britannique, américain, australien et autres peuvent sonner très différemment. Un débit rapide réduit aussi beaucoup de sons.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can we get used to different accents?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pouvons-nous nous habituer aux différents accents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Expose yourself regularly to variety: BBC, podcasts from different countries, YouTube channels, films. The more you listen, the more flexible your ear becomes.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Exposez-vous régulièrement à la variété : BBC, podcasts de différents pays, chaînes YouTube, films. Plus vous écoutez, plus votre oreille devient flexible.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8</a:t>
            </a:r>
          </a:p>
          <a:p>
            <a:pPr algn="ctr">
              <a:spcBef>
                <a:spcPts val="1200"/>
              </a:spcBef>
            </a:pPr>
            <a:r>
              <a:rPr sz="2000">
                <a:solidFill>val="DFE5EA"/&gt;</a:solidFill>
              </a:rPr>
              <a:t>🗣️ Dialogue 8 — Reduced forms and connected speech (Formes réduites et discours lié)</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I understand words in isolation but not in sentences. Why?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Je comprends les mots isolés mais pas dans les phrases. Pourquoi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Because in natural speech many words are reduced or linked: &amp;#x27;going to&amp;#x27; becomes &amp;#x27;gonna&amp;#x27;, &amp;#x27;want to&amp;#x27; becomes &amp;#x27;wanna&amp;#x27;, &amp;#x27;did you&amp;#x27; becomes &amp;#x27;didja&amp;#x27;.</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Parce que dans le discours naturel beaucoup de mots sont réduits ou liés : « going to » devient « gonna », « want to » devient « wanna », « did you » devient « didja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Should we learn these reduced forms?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Devons-nous apprendre ces formes réduites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at least recognise them. You don&amp;#x27;t have to use them all when speaking, but you must understand them when listening.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au moins les reconnaître. Vous n&amp;#x27;êtes pas obligés de toutes les utiliser en parlant, mais vous devez les comprendre en écoutant.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9</a:t>
            </a:r>
          </a:p>
          <a:p>
            <a:pPr algn="ctr">
              <a:spcBef>
                <a:spcPts val="1200"/>
              </a:spcBef>
            </a:pPr>
            <a:r>
              <a:rPr sz="2000">
                <a:solidFill>val="DFE5EA"/&gt;</a:solidFill>
              </a:rPr>
              <a:t>🗣️ Dialogue 9 — Listening to conversations vs monologues (Écouter des conversations vs des monologues)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Is listening to a conversation harder than listening to a lecture?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Est-il plus difficile d&amp;#x27;écouter une conversation qu&amp;#x27;un cours magistral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It depends. Conversations have interruptions, overlapping speech and informal language. Lectures are more structured but often denser in information.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Cela dépend. Les conversations ont des interruptions, des paroles qui se chevauchent et un langage informel. Les cours sont plus structurés mais souvent plus denses en information.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Which one should we practise more?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Lequel devrions-nous pratiquer davantage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Both. Real life contains both types. Practise interviews, dialogues, podcasts and short talks.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Les deux. La vraie vie contient les deux types. Pratiquez des interviews, des dialogues, des podcasts et de courts exposés.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10</a:t>
            </a:r>
          </a:p>
          <a:p>
            <a:pPr algn="ctr">
              <a:spcBef>
                <a:spcPts val="1200"/>
              </a:spcBef>
            </a:pPr>
            <a:r>
              <a:rPr sz="2000">
                <a:solidFill>val="DFE5EA"/&gt;</a:solidFill>
              </a:rPr>
              <a:t>🗣️ Dialogue 10 — Using the second listening effectively (Utiliser efficacement la deuxième écoute)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should I focus on during the second listening?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Sur quoi dois-je me concentrer pendant la deuxième écoute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Check the answers you were unsure about. Listen for details you missed the first time. Confirm numbers, names and key facts.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Vérifiez les réponses dont vous n&amp;#x27;étiez pas sûrs. Écoutez les détails que vous avez manqués la première fois. Confirmez les chiffres, les noms et les faits clés.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a third listening useful?</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Une troisième écoute est-elle utile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Sometimes yes, especially for difficult recordings or for intensive practice. But in exams you usually have only two.</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Parfois oui, surtout pour les enregistrements difficiles ou pour un entraînement intensif. Mais aux examens vous n&amp;#x27;en avez généralement que deux.</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11</a:t>
            </a:r>
          </a:p>
          <a:p>
            <a:pPr algn="ctr">
              <a:spcBef>
                <a:spcPts val="1200"/>
              </a:spcBef>
            </a:pPr>
            <a:r>
              <a:rPr sz="2000">
                <a:solidFill>val="DFE5EA"/&gt;</a:solidFill>
              </a:rPr>
              <a:t>🗣️ Dialogue 11 — Predicting from context and intonation (Prédire grâce au contexte et à l&amp;#x27;intonation)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intonation help me understand?</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l&amp;#x27;intonation peut-elle m&amp;#x27;aider à comprendre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Rising intonation often signals a question or uncertainty. Falling intonation signals certainty or the end of an idea. Strong stress highlights important words.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Une intonation montante signale souvent une question ou une incertitude. Une intonation descendante signale la certitude ou la fin d&amp;#x27;une idée. Un fort accent met en valeur les mots importants.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Can the speaker&amp;#x27;s tone show attitude?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Le ton du locuteur peut-il montrer une attitude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Sarcasm, enthusiasm, doubt or boredom are often clearer from the tone than from the words alone.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Le sarcasme, l&amp;#x27;enthousiasme, le doute ou l&amp;#x27;ennui sont souvent plus clairs grâce au ton qu&amp;#x27;aux seuls mots.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12</a:t>
            </a:r>
          </a:p>
          <a:p>
            <a:pPr algn="ctr">
              <a:spcBef>
                <a:spcPts val="1200"/>
              </a:spcBef>
            </a:pPr>
            <a:r>
              <a:rPr sz="2000">
                <a:solidFill>val="DFE5EA"/&gt;</a:solidFill>
              </a:rPr>
              <a:t>🗣️ Dialogue 12 — Listening to authentic materials (Écouter des documents authentiques)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You recommend authentic materials. Where should we start?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Vous recommandez les documents authentiques. Par où commencer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Start with clear and relatively slow sources: graded podcasts, news in simple English, short YouTube videos with good subtitles, then gradually remove the subtitles.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Commencez par des sources claires et relativement lentes : podcasts gradués, infos en anglais simple, courtes vidéos YouTube avec de bons sous-titres, puis retirez progressivement les sous-titres.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it useful to listen to the same recording several times?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Est-il utile d&amp;#x27;écouter plusieurs fois le même enregistrement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The first time for gist, the second for details, the third to notice language and pronunciation. Repetition builds both comprehension and confidence.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La première fois pour l&amp;#x27;idée générale, la deuxième pour les détails, la troisième pour remarquer la langue et la prononciation. La répétition construit à la fois la compréhension et la confiance.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13</a:t>
            </a:r>
          </a:p>
          <a:p>
            <a:pPr algn="ctr">
              <a:spcBef>
                <a:spcPts val="1200"/>
              </a:spcBef>
            </a:pPr>
            <a:r>
              <a:rPr sz="2000">
                <a:solidFill>val="DFE5EA"/&gt;</a:solidFill>
              </a:rPr>
              <a:t>🗣️ Dialogue 13 — Common listening exam question types (Types de questions courants aux examens d&amp;#x27;écoute)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kinds of questions appear in listening exams?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types de questions apparaissent dans les examens d&amp;#x27;écoute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Multiple choice, gap-filling, true/false, matching, short answers, and completing tables or forms.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Choix multiples, textes à trous, vrai/faux, appariement, réponses courtes, et compléter des tableaux ou des formulaires.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Any special advice for multiple-choice questions?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Des conseils particuliers pour les questions à choix multiples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Read all options before listening. Be careful with distractors: words you hear but that are not the correct answer. Always check the whole meaning.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Lisez toutes les options avant d&amp;#x27;écouter. Attention aux distracteurs : des mots que vous entendez mais qui ne sont pas la bonne réponse. Vérifiez toujours le sens global.</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14</a:t>
            </a:r>
          </a:p>
          <a:p>
            <a:pPr algn="ctr">
              <a:spcBef>
                <a:spcPts val="1200"/>
              </a:spcBef>
            </a:pPr>
            <a:r>
              <a:rPr sz="2000">
                <a:solidFill>val="DFE5EA"/&gt;</a:solidFill>
              </a:rPr>
              <a:t>🗣️ Dialogue 14 — Improving concentration while listening (Améliorer la concentration pendant l&amp;#x27;écoute)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I often lose concentration after one minute. How can I improve?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Je perds souvent ma concentration après une minute. Comment m&amp;#x27;améliorer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Train progressively. Start with very short recordings (30–60 seconds) and slowly increase the length. Also eliminate distractions around you.</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Entraînez-vous progressivement. Commencez par de très courts enregistrements (30–60 secondes) et augmentez lentement la durée. Éliminez aussi les distractions autour de vous.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Does taking notes help concentration?</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 prise de notes aide-t-elle à la concentration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When your hand is active and you look for specific information, your mind stays more focused on the recording.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Quand votre main est active et que vous cherchez des informations précises, votre esprit reste plus concentré sur l&amp;#x27;enregistrement.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15</a:t>
            </a:r>
          </a:p>
          <a:p>
            <a:pPr algn="ctr">
              <a:spcBef>
                <a:spcPts val="1200"/>
              </a:spcBef>
            </a:pPr>
            <a:r>
              <a:rPr sz="2000">
                <a:solidFill>val="DFE5EA"/&gt;</a:solidFill>
              </a:rPr>
              <a:t>🗣️ Dialogue 15 — Listening and pronunciation link (Le lien entre écoute et prononciation)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Is there a connection between listening and pronunciation?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Y a-t-il un lien entre l&amp;#x27;écoute et la prononciation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 strong one. If you cannot hear a sound clearly, you will have difficulty producing it. Good listening trains your ear for better pronunciation.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Un lien fort. Si vous ne pouvez pas entendre clairement un son, vous aurez du mal à le produire. Une bonne écoute entraîne votre oreille pour une meilleure prononciation.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practising pronunciation can also help listening?</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Donc pratiquer la prononciation peut aussi aider l&amp;#x27;écoute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Exactly. When you know how a word is pronounced, you recognise it more easily when you hear it.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Exactement. Quand vous savez comment un mot se prononce, vous le reconnaissez plus facilement quand vous l&amp;#x27;entendez.</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16</a:t>
            </a:r>
          </a:p>
          <a:p>
            <a:pPr algn="ctr">
              <a:spcBef>
                <a:spcPts val="1200"/>
              </a:spcBef>
            </a:pPr>
            <a:r>
              <a:rPr sz="2000">
                <a:solidFill>val="DFE5EA"/&gt;</a:solidFill>
              </a:rPr>
              <a:t>🗣️ Dialogue 16 — Self-study listening routine (Routine d&amp;#x27;écoute en autonomie)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Can you suggest a simple weekly listening routine?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Pouvez-vous suggérer une routine d&amp;#x27;écoute hebdomadaire simple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Yes. Three short sessions of 15–20 minutes: one for gist, one for detailed listening with questions, and one free listening for pleasure (song, video, podcast).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Oui. Trois courtes sessions de 15–20 minutes : une pour l&amp;#x27;idée générale, une pour l&amp;#x27;écoute détaillée avec questions, et une écoute libre pour le plaisir (chanson, vidéo, podcast).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Should I always use transcripts?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Dois-je toujours utiliser les transcriptions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Use them after listening, not during. First try to understand alone, then check with the transcript to see what you missed.</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Utilisez-les après l&amp;#x27;écoute, pas pendant. Essayez d&amp;#x27;abord de comprendre seul, puis vérifiez avec la transcription pour voir ce que vous avez manqué.</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17</a:t>
            </a:r>
          </a:p>
          <a:p>
            <a:pPr algn="ctr">
              <a:spcBef>
                <a:spcPts val="1200"/>
              </a:spcBef>
            </a:pPr>
            <a:r>
              <a:rPr sz="2000">
                <a:solidFill>val="DFE5EA"/&gt;</a:solidFill>
              </a:rPr>
              <a:t>🗣️ Dialogue 17 — Evaluating your own listening level (Évaluer son propre niveau d&amp;#x27;écoute)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I know if my listening is improving?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savoir si mon écoute s&amp;#x27;améliore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Keep a simple log: date, material used, what you understood, difficulties. After a few weeks compare your notes. You will see progress.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Tenez un journal simple : date, document utilisé, ce que vous avez compris, difficultés. Après quelques semaines comparez vos notes. Vous verrez les progrès.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Are official listening tests useful for self-evaluation?</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Les tests d&amp;#x27;écoute officiels sont-ils utiles pour l&amp;#x27;auto-évaluation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Sample papers from Cambridge, IELTS or other exams give you a clear idea of your current level and of the skills still missing.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Les sujets d&amp;#x27;exemple de Cambridge, IELTS ou d&amp;#x27;autres examens vous donnent une idée claire de votre niveau actuel et des compétences encore manquantes.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18</a:t>
            </a:r>
          </a:p>
          <a:p>
            <a:pPr algn="ctr">
              <a:spcBef>
                <a:spcPts val="1200"/>
              </a:spcBef>
            </a:pPr>
            <a:r>
              <a:rPr sz="2000">
                <a:solidFill>val="DFE5EA"/&gt;</a:solidFill>
              </a:rPr>
              <a:t>🗣️ Dialogue 18 — Listening in real academic situations (L&amp;#x27;écoute dans les situations académiques réelles)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is classroom listening different from exam listening?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En quoi l&amp;#x27;écoute en classe est-elle différente de l&amp;#x27;écoute d&amp;#x27;examen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In class you can ask the teacher to repeat or clarify. In exams you cannot. That is why we train you to catch information the first and second time.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En classe vous pouvez demander à l&amp;#x27;enseignant de répéter ou de clarifier. Aux examens vous ne le pouvez pas. C&amp;#x27;est pourquoi nous vous entraînons à saisir l&amp;#x27;information dès la première et la deuxième fois.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about listening to university lectures later?</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pour écouter des cours universitaires plus tard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Lectures are longer and denser. Good note-taking, recognising discourse markers (first, however, in conclusion…) and reviewing notes after class become essential.</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Les cours sont plus longs et plus denses. Une bonne prise de notes, la reconnaissance des marqueurs de discours (first, however, in conclusion…) et la relecture des notes après le cours deviennent essentielles.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19</a:t>
            </a:r>
          </a:p>
          <a:p>
            <a:pPr algn="ctr">
              <a:spcBef>
                <a:spcPts val="1200"/>
              </a:spcBef>
            </a:pPr>
            <a:r>
              <a:rPr sz="2000">
                <a:solidFill>val="DFE5EA"/&gt;</a:solidFill>
              </a:rPr>
              <a:t>🗣️ Dialogue 19 — Common mistakes in listening practice (Erreurs courantes dans la pratique de l&amp;#x27;écoute)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mistakes should we avoid when practising listening?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Quelles erreurs devons-nous éviter en pratiquant l&amp;#x27;écoute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Translating everything into French in your head, stopping at every unknown word, and never checking your answers with a transcript or key.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Tout traduire en français dans votre tête, s&amp;#x27;arrêter à chaque mot inconnu, et ne jamais vérifier vos réponses avec une transcription ou un corrigé.</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translating really a problem?</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 traduction est-elle vraiment un problème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because it is too slow. Train yourself to understand directly in English. Meaning comes first, translation later if needed.</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parce que c&amp;#x27;est trop lent. Entraînez-vous à comprendre directement en anglais. Le sens vient d&amp;#x27;abord, la traduction plus tard si nécessaire.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20</a:t>
            </a:r>
          </a:p>
          <a:p>
            <a:pPr algn="ctr">
              <a:spcBef>
                <a:spcPts val="1200"/>
              </a:spcBef>
            </a:pPr>
            <a:r>
              <a:rPr sz="2000">
                <a:solidFill>val="DFE5EA"/&gt;</a:solidFill>
              </a:rPr>
              <a:t>🗣️ Dialogue 20 — Conclusion: Becoming a better listener (Conclusion : Devenir un meilleur auditeur)</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are the most important points to remember from this course?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sont les points les plus importants à retenir de ce cours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Prepare before listening, listen for gist then for details, take smart notes, stay calm with unknown words, and practise regularly with authentic materials.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Préparez-vous avant d&amp;#x27;écouter, écoutez d&amp;#x27;abord pour l&amp;#x27;idée générale puis pour les détails, prenez des notes intelligentes, restez calme face aux mots inconnus, et pratiquez régulièrement avec des documents authentiques.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is the next practical step for us?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Quelle est la prochaine étape pratique pour nous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Choose one short authentic audio this week. Listen three times with different purposes (gist, details, language) and write a three-line summary. Small regular practice brings real improvement.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Choisissez un court audio authentique cette semaine. Écoutez-le trois fois avec des objectifs différents (idée générale, détails, langue) et écrivez un résumé de trois lignes. Une petite pratique régulière apporte de vrais progrès.</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Thank you, sir. These strategies are very clear.</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Merci, monsieur. Ces stratégies sont très claires.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