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Course4 Oral Presentations Dialogues</a:t>
            </a:r>
          </a:p>
          <a:p>
            <a:pPr algn="ctr"/>
            <a:r>
              <a:rPr sz="1800">
                <a:solidFill>val="DFE5EA"/&gt;</a:solidFill>
              </a:rPr>
              <a:t>20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What makes a good oral presentation? (Qu&amp;#x27;est-ce qui fait une bonne présentation orale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are the main qualities of a good oral presentation?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sont les principales qualités d&amp;#x27;une bonne présentation orale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clear structure, interesting content, confident delivery, good eye contact, and language that the audience can easily follow.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Une structure claire, un contenu intéressant, une présentation confiante, un bon contact visuel et un langage que le public peut facilement suivre.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it more important to have perfect English or to communicate the message?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Est-il plus important d&amp;#x27;avoir un anglais parfait ou de communiquer le message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Communicating the message clearly is more important. Accuracy helps, but clarity and confidence matter most at this stage.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Communiquer clairement le message est plus important. La précision aide, mais la clarté et la confiance comptent le plus à ce stade.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The basic structure of a presentation (La structure de base d&amp;#x27;une présentation)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should we organise a short presentation?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devons-nous organiser une courte présentation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Use three parts: Introduction (hook + topic + outline), Body (2 or 3 main points with examples), and Conclusion (summary + final message).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Utilisez trois parties : Introduction (accroche + sujet + plan), Développement (2 ou 3 points principaux avec exemples) et Conclusion (résumé + message final).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long should each part be?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doit être la durée de chaque partie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For a five-minute talk: about 45 seconds for the introduction, 3–3.5 minutes for the body, and 30–45 seconds for the conclusion.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 un exposé de cinq minutes : environ 45 secondes pour l&amp;#x27;introduction, 3 à 3,5 minutes pour le développement, et 30 à 45 secondes pour la conclusion.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Writing an effective introduction (Rédiger une introduction efficace)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I start my presentation in an interesting way?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puis-je commencer ma présentation de façon intéressante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Use a hook: a question, a surprising fact, a short personal story, or a relevant quotation. Then introduce your topic and say what you will talk about.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Utilisez une accroche : une question, un fait surprenant, une courte histoire personnelle ou une citation pertinente. Ensuite présentez votre sujet et dites de quoi vous allez parler.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Should I say &amp;#x27;Today I am going to talk about…&amp;#x27;?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Dois-je dire « Today I am going to talk about… »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it is clear and useful for beginners. Later you can vary the language, but clarity always comes first.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c&amp;#x27;est clair et utile pour les débutants. Plus tard vous pourrez varier le langage, mais la clarté passe toujours en premier.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Developing the body of the presentation (Développer le corps de la présentation)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I make the body clear and easy to follow?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rendre le développement clair et facile à suivre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Announce each point: &amp;#x27;First…&amp;#x27;, &amp;#x27;Second…&amp;#x27;, &amp;#x27;Finally…&amp;#x27;. Give one main idea per point, support it with an example or explanation, then move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Annoncez chaque point : « First… », « Second… », « Finally… ». Donnez une idée principale par point, appuyez-la avec un exemple ou une explication, puis passez à la suite.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if I have too much information?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si j&amp;#x27;ai trop d&amp;#x27;informations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Select only the most important points. It is better to explain three ideas well than to rush through ten ideas badly.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Sélectionnez seulement les points les plus importants. Il vaut mieux bien expliquer trois idées que de survoler dix idées mal.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Ending with a strong conclusion (Terminer avec une conclusion forte)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should I finish my presentation?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dois-je terminer ma présentation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Summarise the main points briefly, give a final thought or recommendation, and thank the audience. Avoid adding new information at the 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Résumez brièvement les points principaux, donnez une pensée finale ou une recommandation, et remerciez le public. Évitez d&amp;#x27;ajouter de nouvelles informations à la fin.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it good to ask &amp;#x27;Any questions?&amp;#x27; at the end?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Est-il bien de demander « Any questions? » à la fin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if there is time. It shows openness and allows interaction. Just be ready to answer simply and clearly.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s&amp;#x27;il y a du temps. Cela montre de l&amp;#x27;ouverture et permet l&amp;#x27;interaction. Soyez simplement prêts à répondre de façon simple et claire.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Useful language for signposting (Langage utile pour baliser le discours)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language helps the audience follow my talk?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 langage aide le public à suivre mon exposé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Signposting language: &amp;#x27;Let me begin with…&amp;#x27;, &amp;#x27;The next point is…&amp;#x27;, &amp;#x27;For example…&amp;#x27;, &amp;#x27;In other words…&amp;#x27;, &amp;#x27;To sum up…&amp;#x27;, &amp;#x27;As I said earlier…&amp;#x27;.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langage de balisage : « Let me begin with… », « The next point is… », « For example… », « In other words… », « To sum up… », « As I said earlier…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is this language so important?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ce langage est-il si important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listeners cannot go back like readers. Signposts guide them through your ideas and reduce confusion.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que les auditeurs ne peuvent pas revenir en arrière comme les lecteurs. Les balises les guident à travers vos idées et réduisent la confusion.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Managing nerves before and during the talk (Gérer le trac avant et pendant l&amp;#x27;exposé)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always feel very nervous before presenting. What can help?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Je me sens toujours très nerveux avant de présenter. Qu&amp;#x27;est-ce qui peut aider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Prepare well, practise out loud several times, breathe deeply, and remember that the audience wants you to succeed. Nervousness is normal.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Préparez-vous bien, pratiquez à voix haute plusieurs fois, respirez profondément, et souvenez-vous que le public veut que vous réussissiez. Le trac est normal.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if my hands shake or my voice trembles?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si mes mains tremblent ou si ma voix tremble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Hold your notes firmly, speak a little slower, and focus on one friendly face. The physical signs usually decrease after the first minute.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Tenez fermement vos notes, parlez un peu plus lentement, et concentrez-vous sur un visage amical. Les signes physiques diminuent généralement après la première minute.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Body language and eye contact (Langage corporel et contact visuel)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body language should we use during a presentation?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 langage corporel devons-nous utiliser pendant une présentation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Stand straight but relaxed, use natural hand gestures, smile when appropriate, and look at different parts of the audience.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Tenez-vous droit mais détendu, utilisez des gestes de main naturels, souriez quand c&amp;#x27;est approprié, et regardez différentes parties du public.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it bad to look at my notes?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Est-il mauvais de regarder mes notes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No, but do not read them continuously. Look at your notes for a second, then look up and speak to the audience. Notes are a support, not a script.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Non, mais ne les lisez pas en continu. Regardez vos notes une seconde, puis relevez les yeux et parlez au public. Les notes sont un soutien, pas un script.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Using notes and cue cards (Utiliser des notes et des fiches)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Should we write the full text of the presentation?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Devons-nous écrire le texte complet de la présentation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For preparation yes, but for delivery use short notes or cue cards with keywords and examples only. Reading a full text sounds unnatural.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 la préparation oui, mais pour la présentation utilisez de courtes notes ou fiches avec seulement des mots-clés et des exemples. Lire un texte complet sonne artificiel.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many cue cards are enough?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Combien de fiches suffisent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Usually one card for the introduction, one or two for each main point, and one for the conclusion. Number them so you do not lose the order.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Habituellement une fiche pour l&amp;#x27;introduction, une ou deux pour chaque point principal, et une pour la conclusion. Numérotez-les pour ne pas perdre l&amp;#x27;ordre.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Visual aids (PowerPoint, posters, etc.) (Supports visuels (PowerPoint, affiches, etc.))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visual aids necessary for short presentations?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supports visuels sont-ils nécessaires pour les courtes présentations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Not always, but they can help. If you use slides, keep them simple: few words, large font, clear images, and never read the slides word for word.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Pas toujours, mais ils peuvent aider. Si vous utilisez des diapositives, gardez-les simples : peu de mots, grande police, images claires, et ne lisez jamais les diapositives mot à mot.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biggest mistake with PowerPoint?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est la plus grande erreur avec PowerPoint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Putting too much text on the slides and turning your back to the audience to read them. The slides support you; they should not replace you.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Mettre trop de texte sur les diapositives et tourner le dos au public pour les lire. Les diapositives vous soutiennent ; elles ne doivent pas vous remplacer.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Timing and speaking speed (Gestion du temps et débit de parole)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I respect the time limit?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puis-je respecter le temps imparti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Practise with a timer. Mark approximate times on your notes. If you are over time, cut an example rather than rushing through everything.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Entraînez-vous avec un chronomètre. Indiquez des temps approximatifs sur vos notes. Si vous dépassez, coupez un exemple plutôt que de tout précipiter.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it better to speak fast or slow?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Est-il préférable de parler vite ou lentement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moderate speed is best. Slightly slower than normal conversation helps the audience. Pause briefly between main points.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débit modéré est le meilleur. Un peu plus lent que la conversation normale aide le public. Faites de brèves pauses entre les points principaux.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Handling questions from the audience (Gérer les questions du public)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should I do if someone asks a question I cannot answer?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dois-je faire si quelqu&amp;#x27;un pose une question à laquelle je ne sais pas répondre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 honest: &amp;#x27;That&amp;#x27;s an interesting question. I&amp;#x27;m not sure about the exact answer, but I think…&amp;#x27; or &amp;#x27;I will check and tell you later.&amp;#x27;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Soyez honnête : « That&amp;#x27;s an interesting question. I&amp;#x27;m not sure about the exact answer, but I think… » ou « I will check and tell you later.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I make sure I understood the question?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m&amp;#x27;assurer que j&amp;#x27;ai bien compris la question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You can reformulate: &amp;#x27;If I understand correctly, you are asking about… Is that right?&amp;#x27; This also gives you a few seconds to think.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Vous pouvez reformuler : « If I understand correctly, you are asking about… Is that right? » Cela vous donne aussi quelques secondes pour réfléchir.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Practising and rehearsing (S&amp;#x27;entraîner et répéter)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many times should I rehearse my presentation?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Combien de fois dois-je répéter ma présentation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At least three or four times out loud. Rehearse alone first, then in front of a friend or roommate, and finally if possible in conditions similar to the real presentation.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Au moins trois ou quatre fois à voix haute. Répétez d&amp;#x27;abord seul, puis devant un ami ou colocataire, et enfin si possible dans des conditions similaires à la vraie présentation.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recording myself useful?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Est-il utile de m&amp;#x27;enregistrer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Very useful. You will notice problems with speed, clarity, fillers (&amp;#x27;euh&amp;#x27;, &amp;#x27;you know&amp;#x27;) and body language that you do not notice while speaking.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Très utile. Vous remarquerez des problèmes de débit, de clarté, de fillers (« euh », « you know ») et de langage corporel que vous ne remarquez pas en parlant.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14 — Common mistakes to avoid (Erreurs courantes à éviter)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are the most frequent mistakes in student presentations?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sont les erreurs les plus fréquentes dans les présentations des étudiants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Reading the whole text, speaking too fast, looking only at the teacher or the floor, having no clear structure, and exceeding the time limit.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Lire tout le texte, parler trop vite, regarder seulement l&amp;#x27;enseignant ou le sol, n&amp;#x27;avoir aucune structure claire, et dépasser le temps imparti.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we avoid reading?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éviter de lire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Prepare cue cards with keywords only and practise until you can speak from those keywords. Knowing your content well is the best solution.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Préparez des fiches avec seulement des mots-clés et pratiquez jusqu&amp;#x27;à pouvoir parler à partir de ces mots-clés. Bien connaître son contenu est la meilleure solution.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15 — Adapting language to the audience (Adapter le langage au public)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Should we use the same language for classmates and for a formal jury?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Devons-nous utiliser le même langage pour les camarades et pour un jury formel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structure stays similar, but the level of formality changes. With classmates you can be slightly more relaxed. With a jury, use clearer and more careful language.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structure reste similaire, mais le niveau de formalité change. Avec les camarades vous pouvez être un peu plus détendu. Avec un jury, utilisez un langage plus clair et plus soigné.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humour acceptable?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L&amp;#x27;humour est-il acceptable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Light, relevant humour can help, but only if it feels natural and does not offend. When in doubt, stay clear and friendly rather than funny.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humour léger et pertinent peut aider, mais seulement s&amp;#x27;il paraît naturel et n&amp;#x27;offense personne. En cas de doute, restez clair et amical plutôt que drôle.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16 — Group presentations (Les présentations en groupe)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should we organise a group presentation?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organiser une présentation de groupe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Divide the parts clearly, decide who speaks when, prepare transitions between speakers, and rehearse together so the presentation feels unified.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Divisez clairement les parties, décidez qui parle quand, préparez les transitions entre les intervenants, et répétez ensemble pour que la présentation paraisse unifiée.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if one member does not prepare well?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si un membre ne prépare pas bien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Talk early and kindly. Offer help. If the problem continues, inform the teacher. Good group work requires shared responsibility.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Parlez-en tôt et gentiment. Proposez de l&amp;#x27;aide. Si le problème continue, informez l&amp;#x27;enseignant. Un bon travail de groupe exige une responsabilité partagée.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17 — Evaluating a presentation (Évaluer une présentation)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criteria do teachers usually use to mark oral presentations?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critères les enseignants utilisent-ils généralement pour noter les présentations orales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Content and organisation, language (grammar, vocabulary, pronunciation), delivery (fluency, eye contact, confidence), and sometimes interaction with the audience.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contenu et l&amp;#x27;organisation, la langue (grammaire, vocabulaire, prononciation), la présentation (fluidité, contact visuel, confiance), et parfois l&amp;#x27;interaction avec le public.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pronunciation heavily penalised?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prononciation est-elle lourdement pénalisée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Only if it seriously affects understanding. Clear communication is more important than a perfect accent.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Seulement si elle affecte sérieusement la compréhension. Une communication claire est plus importante qu&amp;#x27;un accent parfait.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18 — Learning from other presentations (Apprendre des autres présentations)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watching classmates help us improve?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regarder les camarades peut-il nous aider à progresser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Observe what works well: clear structure, good examples, confident posture. Also notice problems and think how you would avoid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Observez ce qui fonctionne bien : structure claire, bons exemples, posture confiante. Remarquez aussi les problèmes et réfléchissez à la façon de les éviter.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Should we give feedback to each other?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Devons-nous nous donner du feedback les uns aux autres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if the teacher organises it. Always start with a positive point, then suggest one concrete improvement. Be kind and specific.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si l&amp;#x27;enseignant l&amp;#x27;organise. Commencez toujours par un point positif, puis suggérez une amélioration concrète. Soyez bienveillant et précis.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19 — Building long-term confidence (Construire une confiance à long terme)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Will I always be nervous when speaking in public?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Serai-je toujours nerveux en prenant la parole en public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Some nervousness often remains, even for experienced speakers. But with practice it becomes manageable and can even give you positive energy.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Une certaine nervosité reste souvent, même pour les orateurs expérimentés. Mais avec la pratique elle devient gérable et peut même vous donner une énergie positive.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best long-term advice?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 est le meilleur conseil à long terme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Accept every opportunity to speak, prepare seriously, reflect after each presentation, and remember that confidence is built through repeated experience.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Acceptez chaque occasion de parler, préparez-vous sérieusement, réfléchissez après chaque présentation, et souvenez-vous que la confiance se construit par l&amp;#x27;expérience répétée.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20 — Conclusion: From student presenter to confident speaker (Conclusion : De l&amp;#x27;étudiant présentateur à l&amp;#x27;orateur confiant)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should we take away from this course on presentations?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devons-nous retenir de ce cours sur les présentations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clear structure, careful preparation, controlled nerves, good contact with the audience, and the courage to speak even when you feel imperfect.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Une structure claire, une préparation soignée, des nerfs contrôlés, un bon contact avec le public, et le courage de parler même quand on se sent imparfait.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practical task do you recommend now?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tâche pratique recommandez-vous maintenant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Prepare a three-minute presentation on a topic you know well. Rehearse it twice, record yourself once, and be ready to deliver it in the next class.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Préparez une présentation de trois minutes sur un sujet que vous connaissez bien. Répétez-la deux fois, enregistrez-vous une fois, et soyez prêts à la présenter au prochain cours.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Thank you, sir. This course gives us a clear method.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Merci, monsieur. Ce cours nous donne une méthode claire.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