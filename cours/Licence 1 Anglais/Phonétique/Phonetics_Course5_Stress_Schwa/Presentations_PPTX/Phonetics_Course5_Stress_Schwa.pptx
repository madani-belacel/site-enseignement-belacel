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Phonetics Course5 Stress Schwa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word stress? (Qu&amp;#x27;est-ce que l&amp;#x27;accent de mot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What exactly is word stress?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Qu&amp;#x27;est-ce que l&amp;#x27;accent de mot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special force we give to one syllable in a word. That syllable is longer, louder and higher in pitch. In "English" /ˈɪŋɡlɪʃ/, the first syllable is stressed.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la force particulière que nous donnons à une syllabe d&amp;#x27;un mot. Cette syllabe est plus longue, plus forte et plus aiguë. Dans « English» /ˈɪŋɡlɪʃ/, la première syllabe est accentuée.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happens to the other syllables?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deviennent les autres syllabes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become shorter and weaker. The unstressed vowel usually turns into the schwa /ə/ or /ɪ/. That is why English sounds so regular in rhythm.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Elles deviennent plus courtes et plus faibles. La voyelle atone devient généralement le schwa /ə/ ou /ɪ/. C&amp;#x27;est pourquoi l&amp;#x27;anglais sonne si régulier dans son rythme.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How can I hear stress? (Comment entendre l&amp;#x27;accent tonique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find the stressed syllable of a word?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trouver la syllabe accentuée d&amp;#x27;un mot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Say the word aloud and exaggerate the contrast: DE-sert versus de-SERT. The stressed syllable can stand alone: "SIR-en" no, it is "SIR-ren"... let me say "CIN-e-ma" — you hear "cin" strongly.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Prononcez le mot à voix haute et exagérez le contraste : DE-sert par rapport à de-SERT. La syllabe accentuée peut se détacher : « CIN-e-ma » — vous entendez « cin » fortement.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can clap or tap the stress?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peux donc taper ou frapper l&amp;#x27;accent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Clap loudly on the stressed syllable and softly on the others: teacher /ˈtiːtʃə/, beautiful /ˈbjuːtɪfʊl/, information /ˌɪnfəˈmeɪʃn/. Rhythm makes pronunciation natural.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Frappez fort sur la syllabe accentuée et doucement sur les autres : teacher /ˈtiːtʃə/, beautiful /ˈbjuːtɪfʊl/, information /ˌɪnfəˈmeɪʃn/. Le rythme rend la prononciation naturelle.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Two-syllable nouns and verbs (Noms et verbes de deux syllabes)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heard that the same word can have different stress. Is that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entendu dire que le même mot peut avoir un accent différent. Est-ce vrai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with many two-syllable words. Nouns often stress the first syllable, and verbs stress the second. "Record" is a noun /ˈrekɔːd/ but a verb /rɪˈkɔːd/.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avec beaucoup de mots de deux syllabes. Les noms accentuent souvent la première syllabe, et les verbes la seconde. « Record» est un nom /ˈrekɔːd/ mais un verbe /rɪˈkɔːd/.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Other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D&amp;#x27;autres exemples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"Present" /ˈpreznt/ as a noun, /prɪˈzent/ as a verb. "Object" /ˈɒbdʒɪkt/ and /əbˈdʒekt/. "Produce" /ˈprɒdjuːs/ and /prəˈdjuːs/. The stress shows the part of speech.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Present» /ˈpreznt/ comme nom, /prɪˈzent/ comme verbe. « Object» /ˈɒbdʒɪkt/ et /əbˈdʒekt/. « Produce» /ˈprɒdjuːs/ et /prəˈdjuːs/. L&amp;#x27;accent indique la nature du mot.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Stress and suffixes (L&amp;#x27;accent et les suffixes)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suffixes change the stress?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suffixes changent-ils l&amp;#x27;accent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Some suffixes attract the stress to themselves: -ee, -ese, -eer, -ition. "Employ" /ɪmˈplɔɪ/ becomes "employee" /ˌɪmplɔɪˈiː/, and "Japan" /dʒəˈpæn/ becomes "Japanese" /ˌdʒæpəˈniːz/.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Certains suffixes attirent l&amp;#x27;accent : -ee, -ese, -eer, -ition. « Employ» /ɪmˈplɔɪ/ devient « employee» /ˌɪmplɔɪˈiː/, et « Japan» /dʒəˈpæn/ devient « Japanese» /ˌdʒæpəˈniːz/.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other suffixes move it backwards?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d&amp;#x27;autres suffixes le déplacent en arrière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Suffixes like -ity, -graphy and -tion move the stress to the syllable just before them: "possible" /ˈpɒsɪbl/ → "possibility" /ˌpɒsəˈbɪləti/. The whole word changes rhythm.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suffixes comme -ity, -graphy et -tion déplacent l&amp;#x27;accent sur la syllabe qui les précède : « possible» /ˈpɒsɪbl/ → « possibility» /ˌpɒsəˈbɪləti/. Tout le mot change de rythme.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Stress in compound words (L&amp;#x27;accent dans les mots composés)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compound words like "blackboard"?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mots composés comme « blackboard»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Most noun compounds stress the first part: "blackboard" /ˈblækbɔːd/, "toothbrush" /ˈtuːθbrʌʃ/, "fireman" /ˈfaɪəmən/. The second part is weaker.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plupart des composés nominaux accentuent la première partie : « blackboard» /ˈblækbɔːd/, « toothbrush» /ˈtuːθbrʌʃ/, « fireman» /ˈfaɪəmən/. La seconde partie est plus faible.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 difference between "blackboard" and "black board"?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une différence entre « blackboard» et « black board»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Yes! "A blackboard" /ˈblækbɔːd/ is a school object. "A black board" /ˌblæk ˈbɔːd/ is any board that is black. Stress can create meaning.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! « A blackboard» /ˈblækbɔːd/ est un objet scolaire. « A black board» /ˌblæk ˈbɔːd/ est n&amp;#x27;importe quelle planche de couleur noire. L&amp;#x27;accent peut créer du sens.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schwa in unstressed syllables (Le schwa dans les syllabes atones)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the schwa. Why is it in almost every word?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le schwa. Pourquoi est-il dans presque chaque mot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every unstressed syllable in English tends towards /ə/. "Banana" /bəˈnɑːnə/ has two schwas; "potato" /pəˈteɪtəʊ/ has two; "computer" /kəmˈpjuːtə/ has two as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toute syllabe atone en anglais tend vers /ə/. « Banana» /bəˈnɑːnə/ a deux schwas ; « potato» /pəˈteɪtəʊ/ en a deux ; « computer» /kəmˈpjuːtə/ en a aussi deux.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means I must not pronounce every letter 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signifie que je ne dois pas prononcer chaque lettre entièrement.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schwa is very short and central. Say "police" /pəˈliːs/: the "po" is barely heard. Relax and reduce the weak syllables.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 schwa est très court et central. Dites « police» /pəˈliːs/ : le « po» s&amp;#x27;entend à peine. Détendez-vous et réduisez les syllabes faibles.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The schwa is not always written (Le schwa n&amp;#x27;est pas toujours écrit)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the schwa appear with any spelling?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schwa peut-il apparaître avec n&amp;#x27;importe quelle orthographe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that is its secret. The "a" in "about", the "e" in "system" /ˈsɪstəm/, the "i" in "pencil" /ˈpensl/, the "o" in "today" /təˈdeɪ/ and the "u" in "suppose" /səˈpəʊz/ can all be /ə/.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c&amp;#x27;est son secret. Le « a» de « about», le « e» de « system» /ˈsɪstəm/, le « i» de « pencil» /ˈpensl/, le « o» de « today» /təˈdeɪ/ et le « u» de « suppose» /səˈpəʊz/ peuvent tous être /ə/.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a "lazy" vowel.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donc une voyelle « paresseuse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good way to say it. It is the unstressed, neutral vowel. When you are not sure of a weak vowel, the dictionary will usually show /ə/.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bonne façon de le dire. C&amp;#x27;est la voyelle atone et neutre. Lorsque vous n&amp;#x27;êtes pas sûr d&amp;#x27;une voyelle faible, le dictionnaire indiquera généralement /ə/.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Word stress and the schwa work together (L&amp;#x27;accent de mot et le schwa travaillent ensemble)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stress creates the schwa?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L&amp;#x27;accent crée donc le schwa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In a word, the stressed syllable keeps its full vowel, and the unstressed syllables are reduced. Look at "photograph" /ˈfəʊtəɡrɑːf/ and "photography" /fəˈtɒɡrəfi/.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Dans un mot, la syllabe accentuée garde sa voyelle pleine, et les syllabes atones sont réduites. Regardez « photograph» /ˈfəʊtəɡrɑːf/ et « photography» /fəˈtɒɡrəfi/.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vowels changed completely!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voyelles ont complètement changé !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"photo" is /ˈfəʊtəʊ/ in the first word but /fə/ in the second. When the stress moves, the old strong vowel becomes a schwa. This is the dance of English rhythm.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« photo» est /ˈfəʊtəʊ/ dans le premier mot mais /fə/ dans le second. Lorsque l&amp;#x27;accent se déplace, l&amp;#x27;ancienne voyelle forte devient un schwa. C&amp;#x27;est la danse du rythme anglais.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Weak forms of function words (Les formes faibles des mots grammaticaux)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said "a" can be /ə/ in a sentence. Is that a weak form?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dit que « a» peut être /ə/ dans une phrase. Est-ce une forme faible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Function words like "a", "an", "the", "to", "for", "and", "of" and "but" have a strong form and a weak form. Normally we use the weak 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mots grammaticaux comme « a», « an», « the», « to», « for», « and», « of» et « but» ont une forme forte et une forme faible. Normalement, nous utilisons la forme faible.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 "I want to go", how do we say "to"?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« I want to go», comment dit-on « to»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say /tə/, not /tuː/: /aɪ wɒnt tə ɡəʊ/. And "I want a drink" gives /aɪ wɒnt ə drɪŋk/. The strong form sounds unnatural in normal speech.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disons /tə/, pas /tuː/ : /aɪ wɒnt tə ɡəʊ/. Et « I want a drink» donne /aɪ wɒnt ə drɪŋk/. La forme forte paraît artificielle dans la parole normale.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The weak form of "and" (La forme faible de « and»)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"and" pronounced in natural speech?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« and» se prononce-t-il dans la parole naturelle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often as /ən/ or even just /n/: "bread and butter" is /bred ən bʌtə/ or /bred n bʌtə/. The strong form /ænd/ is only used for emphasis.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souvent comme /ən/ ou même simplement /n/ : « bread and butter» est /bred ən bʌtə/ ou /bred n bʌtə/. La forme forte /ænd/ n&amp;#x27;est utilisée que pour insister.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should listen for these reduced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dois donc écouter ces mots réduits.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also produce them. If you always say /ænd/ and /tuː/, your speech sounds stiff. Reduction is the secret of fluent English.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aussi les produire. Si vous dites toujours /ænd/ et /tuː/, votre parole paraît raide. La réduction est le secret de l&amp;#x27;anglais coulant.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The weak forms of have, has and had (Les formes faibles de have, has et had)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"have", "has" and "had"?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have», « has» et « had»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normal speech they are weak: "I have seen" /aɪ həv siːn/, "she has left" /ʃi həz left/, "we had finished" /wi həd fɪnɪʃt/. Only the auxiliary is usually weak.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la parole normale, ils sont faibles : « I have seen» /aɪ həv siːn/, « she has left» /ʃi həz left/, « we had finished» /wi həd fɪnɪʃt/. Seul l&amp;#x27;auxiliaire est généralement faible.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contracted forms "I&amp;#x27;ve", "she&amp;#x27;s"?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formes contractées « I&amp;#x27;ve», « she&amp;#x27;s»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the same sounds, just written: /aɪv/ and /ʃiːz/. Understanding weak forms helps you understand contractions and understand fast native speech.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les mêmes sons, simplement écrits : /aɪv/ et /ʃiːz/. Comprendre les formes faibles vous aide à comprendre les contractions et la parole native rapide.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Sentence stress (L&amp;#x27;accent de phrase)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sentence stress.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l&amp;#x27;accent de phrase.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an English sentence, we stress the content words — nouns, verbs, adjectives — and reduce the function words. The rhythm is regular, like a heartbeat.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une phrase anglaise, nous accentuons les mots de contenu — noms, verbes, adjectifs — et nous réduisons les mots grammaticaux. Le rythme est régulier, comme un battement de cœur.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TEACHer was READing a BOOK" — we stress teacher, reading and book. "The", "was" and "a" are weak: /ðə ˈtiːtʃə wəz ˈriːdɪŋ ə bʊk/.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The TEACHer was READing a BOOK» — nous accentuons teacher, reading et book. « The», « was» et « a» sont faibles : /ðə ˈtiːtʃə wəz ˈriːdɪŋ ə bʊk/.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tap only on the strong words?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ne tape donc que sur les mots forts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Tap: TEACH - READ - BOOK. The weak words fit in between. This beat makes English clear and musical, unlike syllable-timed languages like French.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Tapez : TEACH - READ - BOOK. Les mots faibles se glissent entre eux. Cette pulsation rend l&amp;#x27;anglais clair et musical, contrairement aux langues à syllabes régulières comme le français.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Stress for meaning (L&amp;#x27;accent pour le sens)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stress a different word to change the meaning?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accentuer un mot différent pour changer le sens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 course. "She LOVES coffee" means she loves it (not hates it). "SHE loves coffee" means she, not her sister. The stressed word carries the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sûr. « She LOVES coffee» signifie qu&amp;#x27;elle l&amp;#x27;aime (et non qu&amp;#x27;elle le déteste). « SHE loves coffee» signifie elle, pas sa sœur. Le mot accentué porte le message.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a powerful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 outil puissant.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In your oral exams, stress the important word and reduce the rest. Native listeners understand better and your speech sounds natural and confident.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Dans vos examens oraux, accentuez le mot important et réduisez le reste. Les auditeurs natifs comprennent mieux et votre parole semble naturelle et confiante.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practice (Résumé et pratique)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summarise today&amp;#x27;s lesson.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résumer la leçon d&amp;#x27;aujourd&amp;#x27;hui.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 ahead: word stress gives one strong syllable per word; unstressed syllables become /ə/ or /ɪ/; function words have weak forms; and sentence stress beats only on content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Allez-y : l&amp;#x27;accent de mot donne une syllabe forte par mot ; les syllabes atones deviennent /ə/ ou /ɪ/ ; les mots grammaticaux ont des formes faibles ; et l&amp;#x27;accent de phrase ne frappe que les mots de contenu.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try a sentence: "I have bought a present for my mother."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essayer une phrase : « I have bought a present for my mother.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