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Phonetics Course2 IPA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the IPA? (Qu&amp;#x27;est-ce que l&amp;#x27;API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We use these strange symbols: /ʃ/, /θ/, /ə/. What do you call this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Nous utilisons ces symboles étranges : /ʃ/, /θ/, /ə/. Comment appelez-vous ce système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International Phonetic Alphabet, the IPA. It was created in 1888 so that every language could be written with the same set of sound symbols.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l&amp;#x27;Alphabet Phonétique International, l&amp;#x27;API. Il a été créé en 1888 afin que chaque langue puisse être écrite avec le même ensemble de symboles sonores.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One alphabet for all languages?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alphabet pour toutes les langues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same symbol always represents the same sound, whether the language is English, French, Arabic or Chinese.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même symbole représente toujours le même son, que la langue soit l&amp;#x27;anglais, le français, l&amp;#x27;arabe ou le chinois.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Why do we need a phonetic alphabet? (Pourquoi avons-nous besoin d&amp;#x27;un alphabet phonétique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can&amp;#x27;t we just use the ordinary English alphabet?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ne pouvons-nous pas simplement utiliser l&amp;#x27;alphabet anglais ordinaire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English has 44 phonemes but only 26 letters. The letters are not enough, and their values change: "c" sounds like /k/ in "cat" but /s/ in "city".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l&amp;#x27;anglais a 44 phonèmes mais seulement 26 lettres. Les lettres ne suffisent pas, et leurs valeurs changent : « c » sonne /k/ dans « cat » mais /s/ dans « city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IPA separates the written form from the spoken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Ainsi, l&amp;#x27;API sépare la forme écrite de la forme parlée.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When you read /kæt/, you know the sound immediately, without guessing the spelling rules.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Lorsque vous lisez /kæt/, vous connaissez le son immédiatement, sans deviner les règles d&amp;#x27;orthographe.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Slashes and brackets (Barres obliques et crochets)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sometimes see /ʃɪp/ and sometimes [ʃɪp]. Is there a difference?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 parfois /ʃɪp/ et parfois [ʃɪp]. Y a-t-il une différence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 subtle one. Slashes / / enclose phonemes, the sounds that distinguish meaning. Square brackets [ ] show the actual phonetic sounds a speaker produces.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une différence subtile. Les barres / / encadrent les phonèmes, les sons qui distinguent le sens. Les crochets [ ] montrent les sons phonétiques réellement produits par un locuteur.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Could you give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word "ten" is /ten/ phonemically. But in rapid speech, the n might be pronounced at the teeth, and we write [tʰen] or [t̪en] to show those details. For beginners, slashes are enough.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mot « ten » est /ten/ au niveau phonémique. Mais en parole rapide, le n peut être prononcé contre les dents, et nous écrivons [tʰen] ou [t̪en] pour montrer ces détails. Pour les débutants, les barres obliques suffisent.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Reading vowel symbols (Lire les symboles vocaliques)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vowel symbols look strange: /ɪ/, /æ/, /ɒ/, /ɜː/. Do they have special names?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symboles vocaliques semblent étranges : /ɪ/, /æ/, /ɒ/, /ɜː/. Ont-ils des noms spéciaux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/ɪ/ is called "small capital I" or "iota", /æ/ is "ash", /ɒ/ is "open o", and /ɜː/ is called "reversed epsilon". You just need to recognise their shapes.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/ɪ/ s&amp;#x27;appelle « petit I majuscule » ou « iota », /æ/ s&amp;#x27;appelle « ash », /ɒ/ est « o ouvert », et /ɜː/ s&amp;#x27;appelle « epsilon inversé ». Vous devez simplement reconnaître leurs formes.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/ə/? I hear it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/ə/? Je l&amp;#x27;entends partout.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/ə/ is the schwa, the most common vowel sound in English. It appears in unstressed syllables, like the "a" in "about" /əˈbaʊt/ and the "er" in "teacher" /ˈtiːtʃə/.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/ə/ est le schwa, le son vocalique le plus courant de l&amp;#x27;anglais. Il apparaît dans les syllabes atones, comme le « a » de « about » /əˈbaʊt/ et le « er » de « teacher » /ˈtiːtʃə/.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Reading consonant symbols (Lire les symboles consonantiques)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Some consonants look normal, like /p/, /b/, /t/. Others are new for 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Certaines consonnes paraissent normales, comme /p/, /b/, /t/. D&amp;#x27;autres sont nouvelles pour moi.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will meet /ʃ/ as in "shop" /ʃɒp/, /ʒ/ as in "vision" /ˈvɪʒn/, /θ/ as in "think" /θɪŋk/, /ð/ as in "this" /ðɪs/ and /ŋ/ as in "sing" /sɪŋ/.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rencontrerez /ʃ/ comme dans « shop » /ʃɒp/, /ʒ/ comme dans « vision » /ˈvɪʒn/, /θ/ comme dans « think » /θɪŋk/, /ð/ comme dans « this» /ðɪs/ et /ŋ/ comme dans « sing » /sɪŋ/.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these the sounds that do not exist in French?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Sont-ce là les sons qui n&amp;#x27;existent pas en français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Some do not, like /θ/ and /ð/. French speakers often replace them with /s/ or /z/, which changes the word. We will practise them in later courses.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Certains n&amp;#x27;existent pas, comme /θ/ et /ð/. Les francophones les remplacent souvent par /s/ ou /z/, ce qui change le mot. Nous les pratiquerons dans les cours suivants.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The colon for long sounds (Les deux-points pour les sons longs)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see a symbol like a colon: /iː/, /ɑː/. What does it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 un symbole comme deux points : /iː/, /ɑː/. Que signifie-t-il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colon-like mark /ː/ means the vowel is long. Compare "ship" /ʃɪp/ and "sheep" /ʃiːp/, or "cot" /kɒt/ and "caught" /kɔːt/.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signe ressemblant à deux points /ː/ signifie que la voyelle est longue. Comparez « ship» /ʃɪp/ et « sheep» /ʃiːp/, ou « cot » /kɒt/ et « caught » /kɔːt/.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length of the vowel is part of the sound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Ainsi, la longueur de la voyelle fait partie du son lui-même.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Sometimes length alone changes the meaning: "full" /fʊl/ versus "fool" /fuːl/.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Parfois, la longueur seule change le sens : « full » /fʊl/ par rapport à « fool » /fuːl/.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The stress mark (Le signe d&amp;#x27;accent tonique)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also noticed a little vertical line before some syllables, like /ˈtiːtʃə/.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aussi remarqué une petite ligne verticale avant certaines syllabes, comme /ˈtiːtʃə/.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is the stress mark. It shows which syllable is pronounced more strongly. In "teacher" /ˈtiːtʃə/, the first syllable "tea" is stressed.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signe d&amp;#x27;accent tonique. Il montre quelle syllabe est prononcée plus fortement. Dans « teacher » /ˈtiːtʃə/, la première syllabe « tea » est accentuée.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happens if I stress the wrong syllable?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se passe-t-il si j&amp;#x27;accentue la mauvaise syllabe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word may sound strange or change meaning. Compare "record" as a noun /ˈrekɔːd/ and as a verb /rɪˈkɔːd/. Stress is essential.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mot peut sembler étrange ou changer de sens. Comparez « record » comme nom /ˈrekɔːd/ et comme verbe /rɪˈkɔːd/. L&amp;#x27;accent tonique est essentiel.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Transcribing a simple word: cat (Transcrire un mot simple : cat)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us transcribe a word together. How do I transcribe "cat"?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Transcrire un mot ensemble. Comment transcrire « cat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Listen: /k/... /æ/... /t/. You write each sound with its symbol: /kæt/. The letter "c" becomes the symbol /k/.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Écoutez : /k/... /æ/... /t/. Vous écrivez chaque son avec son symbole : /kæt/. La lettre « c » devient le symbole /k/.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seems simple for regular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semble simple pour les mots réguliers.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is. The rule is: write the sounds you hear, not the letters you see. For example, "phone" is pronounced /fəʊn/, not /phɒne/.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effet. La règle est : écrivez les sons que vous entendez, pas les lettres que vous voyez. Par exemple, « phone » se prononce /fəʊn/, et non /phɒne/.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Transcribing: ship and sheep (Transcrire : ship et sheep)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transcribe "ship" and "sheep"?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transcrire « ship » et « sheep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"Ship" is /ʃɪp/: the sound /ʃ/, the short vowel /ɪ/, and /p/. "Sheep" is /ʃiːp/: the long vowel /iː/ in the middle.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Ship » est /ʃɪp/ : le son /ʃ/, la voyelle courte /ɪ/, et /p/. « Sheep » est /ʃiːp/ : la voyelle longue /iː/ au milieu.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only difference is the vowel 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seule différence est la longueur de la voyelle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that changes a boat into an animal! Practise the pair aloud: ship /ʃɪp/, sheep /ʃiːp/, ship, sheep.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cela transforme un bateau en animal ! Entraînez-vous à voix haute : ship /ʃɪp/, sheep /ʃiːp/, ship, sheep.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Transcribing: thin and then (Transcrire : thin et then)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the sounds written "th"? How do I transcribe "thin" and "then"?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sons écrits « th » ? Comment transcrire « thin » et « then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"Thin" has the voiceless /θ/ : /θɪn/. "Then" has the voiced /ð/ : /ðen/. The spelling is the same, but the phonemes are different.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Thin » comporte le son sourd /θ/ : /θɪn/. « Then» comporte le son voisé /ð/ : /ðen/. L&amp;#x27;orthographe est la même, mais les phonèmes sont différents.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feel the difference?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sentir la différence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Put your tongue between your teeth and blow air without voice for /θ/. Now add voice, make the cords vibrate, for /ð/. Feel the vibration with your hand.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Mettez la langue entre les dents et soufflez de l&amp;#x27;air sans voix pour /θ/. Ajoutez maintenant la voix, faites vibrer les cordes, pour /ð/. Sentez la vibration avec votre main.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Transcribing a whole sentence (Transcrire une phrase entière)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transcribe a whole sentence?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transcrire une phrase entière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Let us try: "This is a book" becomes /ðɪs ɪz ə bʊk/. Notice "a" is the weak sound /ə/, not the letter "eɪ".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Essayons : « This is a book » devient /ðɪs ɪz ə bʊk/. Remarquez que « a » est le son faible /ə/, pas la lettre « eɪ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Words change their sound inside a sentence?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mots changent-ils de son dans une phrase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that is normal connected speech. Function words like "a", "an", "the" and "to" are usually weak. We will study this in detail in Course 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c&amp;#x27;est normal dans la parole enchaînée. Les mots grammaticaux comme « a », « an », « the» et « to » sont généralement faibles. Nous étudierons cela en détail au cours 5.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Common transcription mistakes (Erreurs de transcription courantes)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should we avoid when we transcribe?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devons-nous éviter lorsque nous transcrivons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Do not transcribe the spelling: "knight" is /naɪt/, not /knɪɡht/. Do not forget the stress mark: "photograph" /ˈfəʊtəɡrɑːf/ but "photography" /fəˈtɒɡrəfi/.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transcrivez pas l&amp;#x27;orthographe : « knight » est /naɪt/, pas /knɪɡht/. N&amp;#x27;oubliez pas le signe d&amp;#x27;accent tonique : « photograph » /ˈfəʊtəɡrɑːf/ mais « photography » /fəˈtɒɡrəfi/.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schwa?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schwa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watch the weak syllables: "banana" /bəˈnɑːnə/ has two schwas. Check every unstressed vowel before you write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surveillez les syllabes faibles : « banana » /bəˈnɑːnə/ contient deux schwas. Vérifiez chaque voyelle atone avant de l&amp;#x27;écrire.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Where to find the IPA (Où trouver l&amp;#x27;API)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can I find the transcription of any word?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puis-je trouver la transcription de n&amp;#x27;importe quel mot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a good learner&amp;#x27;s dictionary, every word is followed by its IPA transcription, like "beautiful" /ˈbjuːtɪfʊl/. Online dictionaries also play the pronunciation.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un bon dictionnaire pour apprenants, chaque mot est suivi de sa transcription API, comme « beautiful » /ˈbjuːtɪfʊl/. Les dictionnaires en ligne jouent aussi la prononciation.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always write the transcription of new words in my notebook?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toujours écrire la transcription des nouveaux mots dans mon cahier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Absolutely. Write the word, its transcription, and its meaning. This habit will correct your pronunciation faster than any class.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Absolument. Écrivez le mot, sa transcription, et son sens. Cette habitude corrigera votre prononciation plus vite que n&amp;#x27;importe quel cours.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practice (Résumé et pratique)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summarise: the IPA gives one symbol per sound, and slashes show phonemes.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résumer : l&amp;#x27;API donne un symbole par son, et les barres obliques montrent les phonèmes.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good. Remember: the stress mark /ˈ/ goes before the stressed syllable, and /ː/ makes a vowel long. Those are your first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bien. Rappelez-vous : le signe d&amp;#x27;accent /ˈ/ se place avant la syllabe accentuée, et /ː/ rend une voyelle longue. Ce sont vos premiers outils.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try one more: "English" — /ˈɪŋɡlɪʃ/?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en essayer un autre : « English » — /ˈɪŋɡlɪʃ/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