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Phonetics Course4 English Consonants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How many consonants does English have? (Combien de consonnes l&amp;#x27;anglais a-t-il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How many consonant sounds are there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Combien y a-t-il de sons consonantiques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Twenty-four. We can classify them by voicing, by the place of articulation, and by the manner of articulation.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Vingt-quatre. Nous pouvons les classer par voisement, par le point d&amp;#x27;articulation, et par le mode d&amp;#x27;articulation.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take these three ideas one by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Prenons ces trois notions une par une.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plan. Today we will build a complete map of the English consonant system.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 plan. Aujourd&amp;#x27;hui nous allons construire une carte complète du système consonantique anglais.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Voiced and voiceless consonants (Consonnes sonores et sourdes)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First, what is "voicing"?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D&amp;#x27;abord, qu&amp;#x27;est-ce que le « voisement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Voicing is the vibration of the vocal cords. If the cords vibrate, the sound is voiced; if they are open and quiet, the sound is voiceless.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voisement est la vibration des cordes vocales. Si les cordes vibrent, le son est voisé ; si elles sont ouvertes et silencieuses, le son est sourd.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 pair to feel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une paire pour le sentir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Say /s/ then /z/. Both are made at the same place, but /s/ is voiceless and /z/ is voiced. Touch your throat: /s/... /z/... Do you feel the vibration?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Dites /s/ puis /z/. Les deux sont produits au même endroit, mais /s/ est sourd et /z/ est voisé. Touchez votre gorge : /s/... /z/... Sentez-vous la vibration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Yes! It vibrates with /z/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! Elle vibre uniquement avec /z/.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Excellent. English pairs exist like this: /p b/, /t d/, /k ɡ/, /f v/, /s z/, /ʃ ʒ/, /tʃ dʒ/ and /θ ð/.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Excellent. L&amp;#x27;anglais a des paires de ce type : /p b/, /t d/, /k ɡ/, /f v/, /s z/, /ʃ ʒ/, /tʃ dʒ/ et /θ ð/.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Place of articulation (Le point d&amp;#x27;articulation)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place of articulation?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point d&amp;#x27;articulation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part of the mouth where the sound is made. For example, /p/ and /b/ are made by the lips, so they are bilabial sounds.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la partie de la bouche où le son est produit. Par exemple, /p/ et /b/ sont produits par les lèvres, ce sont donc des sons bilabiaux.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we have names like "bilabial", "dental", "alveolar"?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y a donc des noms comme « bilabial », « dental », « alvéolaire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English places are: bilabial /p b m w/, labiodental /f v/, dental /θ ð/, alveolar /t d s z n l r/, post-alveolar /ʃ ʒ tʃ dʒ/, palatal /j/ and velar /k ɡ ŋ/.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points anglais sont : bilabial /p b m w/, labio-dental /f v/, dental /θ ð/, alvéolaire /t d s z n l r/, post-alvéolaire /ʃ ʒ tʃ dʒ/, palatal /j/ et vélaire /k ɡ ŋ/.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Manner of articulation (Le mode d&amp;#x27;articulation)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manner of articulation?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mode d&amp;#x27;articulation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describes how the air passes through. A plosive stops the air completely, a fricative squeezes it, a nasal sends it through the nose, and an approximant lets it flow freely.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décrit comment l&amp;#x27;air passe. Une plosive bloque complètement l&amp;#x27;air, une fricative le resserre, une nasale l&amp;#x27;envoie par le nez, et une approximante le laisse circuler librement.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each consonant has a name like "voiceless bilabial plosive"?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consonne a donc un nom comme « plosive bilabiale sourde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Yes! For example /p/ is a voiceless bilabial plosive. That long name tells you everything about how to produce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! Par exemple /p/ est une plosive bilabiale sourde. Ce long nom vous dit tout sur la façon de la produire.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The plosives /p b t d k ɡ/ (Les plosives /p b t d k ɡ/)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start with the plosives. What is special about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les plosives. Qu&amp;#x27;ont-elles de spécial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air is completely stopped and then released with a small explosion. There are six: /p b/ at the lips, /t d/ at the teeth ridge, and /k ɡ/ at the soft palate.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L&amp;#x27;air est complètement bloqué puis relâché avec une petite explosion. Il y en a six : /p b/ aux lèvres, /t d/ au niveau des alvéoles, et /k ɡ/ au palais mou.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Example words?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"pen" /pen/, "bed" /bed/, "ten" /ten/, "dog" /dɒɡ/, "cat" /kæt/ and "go" /ɡəʊ/. In English, an initial /p t k/ also has a small puff of air called aspiration.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Pen » /pen/, « bed» /bed/, « ten» /ten/, « dog» /dɒɡ/, « cat» /kæt/ et « go» /ɡəʊ/. En anglais, un /p t k/ initial comporte aussi une petite bouffée d&amp;#x27;air appelée aspiration.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Like a strong breath?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une forte expiration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Put your hand in front of your mouth and say "pin": you feel the puff. It is weaker in French, so English words can sound different to native 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Mettez votre main devant votre bouche et dites « pin» : vous sentez la bouffée. Elle est plus faible en français, les mots anglais peuvent donc sonner différemment aux oreilles des natifs.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fricatives /f v s z/ (Les fricatives /f v s z/)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the fricatives. How do we make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les fricatives. Comment les produisons-nous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air is squeezed through a narrow gap, creating friction. /f v/ use the upper teeth and lower lip; /s z/ use the tip of the tongue against the teeth ridge.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L&amp;#x27;air est comprimé à travers un espace étroit, créant une friction. /f v/ utilisent les dents du haut et la lèvre inférieure ; /s z/ utilisent la pointe de la langue contre les alvéoles.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"Fish" and "visit" are good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Fish» et « visit» sont de bons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good: "fish" /fɪʃ/ and "visit" /ˈvɪzɪt/. Watch the voicing: "face" /feɪs/ has voiceless /f s/, while "vase" /vɑːz/ has voiced /v z/.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bien : « fish» /fɪʃ/ et « visit» /ˈvɪzɪt/. Surveillez le voisement : « face» /feɪs/ a des /f s/ sourds, tandis que « vase» /vɑːz/ a des /v z/ voisés.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fricatives /θ/ and /ð/ (Les fricatives /θ/ et /ð/)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the hardest sounds for us: /θ/ and /ð/.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les sons les plus difficiles pour nous : /θ/ et /ð/.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Put the tip of your tongue lightly between your upper and lower teeth, and blow air. Without voice you get /θ/, as in "think" /θɪŋk/ and "three" /θriː/.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Placez la pointe de la langue légèrement entre les dents du haut et du bas, et soufflez. Sans voix, vous obtenez /θ/, comme dans « think» /θɪŋk/ et « three» /θriː/.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with voice it becomes /ð/?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avec la voix, il devient /ð/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/ð/ is in "this" /ðɪs/, "mother" /ˈmʌðə/ and "with" /wɪð/. Add the vibration of the vocal cords while keeping the tongue between the teeth.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/ð/ se trouve dans « this» /ðɪs/, « mother» /ˈmʌðə/ et « with» /wɪð/. Ajoutez la vibration des cordes vocales tout en gardant la langue entre les 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Algerians often replace them with /s/ and /z/ or /t/ and /d/.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Algériens les remplacent souvent par /s/ et /z/ ou /t/ et /d/.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is common, but it changes the word. "Thin" /θɪn/ must not become "sin" /sɪn/. Practise slowly in front of a mirror every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courant, mais cela change le mot. « Thin» /θɪn/ ne doit pas devenir « sin» /sɪn/. Entraînez-vous lentement devant un miroir chaque jour.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The fricatives /ʃ/ and /ʒ/ (Les fricatives /ʃ/ et /ʒ/)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/ʃ/ and /ʒ/? They exist in French.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/ʃ/ et /ʒ/ ? Ils existent en français.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French has them in "chic" and "je". In English, /ʃ/ is in "ship" /ʃɪp/ and "wash" /wɒʃ/, and /ʒ/ appears in "measure" /ˈmeʒə/ and "television" /ˈtelɪvɪʒn/.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le français les a dans « chic» et « je ». En anglais, /ʃ/ est dans « ship» /ʃɪp/ et « wash» /wɒʃ/, et /ʒ/ apparaît dans « measure» /ˈmeʒə/ et « television» /ˈtelɪvɪʒn/.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French speakers are lucky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francophones ont de la chance ici.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Indeed, but be careful: English /ʃ/ is more relaxed than French "ch", and the spelling is unpredictable, as in "sure" /ʃɔː/ and "station" /ˈsteɪʃn/.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effet, mais attention : le /ʃ/ anglais est plus relâché que le « ch » français, et l&amp;#x27;orthographe est imprévisible, comme dans « sure» /ʃɔː/ et « station» /ˈsteɪʃn/.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affricates /tʃ/ and /dʒ/ (Les affriquées /tʃ/ et /dʒ/)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an affricate?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qu&amp;#x27;une affriquée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starts as a plosive and finishes as a fricative. /tʃ/ is like the "tch" in "watch" /wɒtʃ/ and "cheese" /tʃiːz/.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commence comme une plosive et finit comme une fricative. /tʃ/ est comme le « tch » de « watch» /wɒtʃ/ et « cheese» /tʃiːz/.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/dʒ/ is its voiced partner?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/dʒ/ est sa partenaire voisée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/dʒ/ is in "jam" /dʒæm/, "bridge" /brɪdʒ/ and "job" /dʒɒb/. In Algeria, students often confuse "chip" /tʃɪp/ and "cheap" /tʃiːp/ — one vowel only separates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/dʒ/ est dans « jam» /dʒæm/, « bridge» /brɪdʒ/ et « job» /dʒɒb/. En Algérie, les étudiants confondent souvent « chip» /tʃɪp/ et « cheap» /tʃiːp/ — une seule voyelle les sépare.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nasals /m n ŋ/ (Les nasales /m n ŋ/)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the nasals. Air goes through the nose, right?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les nasales. L&amp;#x27;air passe par le nez, n&amp;#x27;est-ce pas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/m/ is made with the lips, as in "man" /mæn/. /n/ uses the tongue against the teeth ridge, as in "no" /nəʊ/. /ŋ/ uses the back of the tongue on the soft palate.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/m/ est produit avec les lèvres, comme dans « man» /mæn/. /n/ utilise la langue contre les alvéoles, comme dans « no» /nəʊ/. /ŋ/ utilise l&amp;#x27;arrière de la langue sur le palais mou.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/ŋ/ appears at the end of "ing" words?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/ŋ/ apparaît à la fin des mots en « ing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Exactly: "sing" /sɪŋ/, "song" /sɒŋ/ and "morning" /ˈmɔːnɪŋ/. Be careful not to add a /ɡ/ at the end: "sing" is /sɪŋ/, not /sɪŋɡ/.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 : « sing» /sɪŋ/, « song» /sɒŋ/ et « morning» /ˈmɔːnɪŋ/. Attention à ne pas ajouter de /ɡ/ à la fin : « sing» est /sɪŋ/, pas /sɪŋɡ/.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Algerian Arabic, the sound /ŋ/ does not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arabe algérien, le son /ŋ/ n&amp;#x27;existe pas.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 practise it consciously: "long" /lɒŋ/, "strong" /strɒŋ/. Let the air flow out of your nose without releasing the /ɡ/.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Entraînez-vous donc consciemment : « long» /lɒŋ/, « strong» /strɒŋ/. Laissez l&amp;#x27;air sortir par le nez sans relâcher le /ɡ/.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The lateral /l/ (La latérale /l/)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/l/? It seems simple.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/l/ ? Il semble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/l/ has two versions in English. In "love" /lʌv/ it is a clear /l/ with the tongue tip up. At the end of a word, like "milk" /mɪlk/, it is a darker, velarised /l/.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/l/ a deux versions en anglais. Dans « love» /lʌv/, c&amp;#x27;est un /l/ clair avec la pointe de la langue relevée. En fin de mot, comme dans « milk» /mɪlk/, c&amp;#x27;est un /l/ plus sombre, vélarisé.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make the dark /l/?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produire le /l/ sombre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Lower the middle of the tongue while keeping the tip up, like a French /l/ but deeper. Compare "light" /laɪt/ and "hill" /hɪl/. The vowel before it also changes.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Abaissez le milieu de la langue tout en gardant la pointe relevée, comme un /l/ français mais plus profond. Comparez « light» /laɪt/ et « hill» /hɪl/. La voyelle qui précède change aussi.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The approximants /w/ and /j/ (Les approximantes /w/ et /j/)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approximants?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les approximantes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very open consonants, almost like vowels. /w/ rounds the lips, as in "water" /ˈwɔːtə/ and "we" /wiː/. /j/ is the "y" sound in "yes" /jes/ and "you" /juː/.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des consonnes très ouvertes, presque comme des voyelles. /w/ arrondit les lèvres, comme dans « water» /ˈwɔːtə/ et « we» /wiː/. /j/ est le son « y » de « yes» /jes/ et « you» /juː/.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Algerians have trouble with /w/?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Algériens ont-ils du mal avec /w/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they often say French "ou" or Arabic "waw", which is too strong. English /w/ is light and quick. Compare "we" /wiː/ and Arabic "wi" — it should be softer.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qu&amp;#x27;ils disent souvent le « ou » français ou le « waw» arabe, qui est trop fort. Le /w/ anglais est léger et rapide. Comparez « we» /wiː/ et le « wi » arabe — il doit être plus doux.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The fricative /h/ and the rhotic /r/ (La fricative /h/ et la rhotique /r/)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Two last consonants: /h/ and /r/. They are special in English.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Deux dernières consonnes : /h/ et /r/. Elles sont spéciales en anglais.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/h/ is a soft breath in "hat" /hæt/ and "who" /huː/. It is voiceless and never silent in British English. And /r/ is only pronounced before a vowel.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/h/ est un souffle doux dans « hat» /hæt/ et « who» /huː/. Il est sourd et jamais muet en anglais britannique. Et /r/ n&amp;#x27;est prononcé que devant une voyelle.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in "car" the /r/ is silent?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Ainsi, dans « car», le /r/ est muet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in British English "car" is /kɑː/. The /r/ appears in "car is" /ˈkɑːr ɪz/, when the next word starts with a vowel. We will study this linking in Course 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en anglais britannique « car» est /kɑː/. Le /r/ apparaît dans « car is» /ˈkɑːr ɪz/, lorsque le mot suivant commence par une voyelle. Nous étudierons cet enchaînement au cours 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Arabic /r/ is different from English /r/.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/r/ arabe est différent du /r/ anglais.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different. The English /r/ is not rolled. The tongue tip curls back slightly but does not tap. Practise "right" /raɪt/ and "rain" /reɪn/ without rolling.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différent. Le /r/ anglais n&amp;#x27;est pas roulé. La pointe de la langue se recourbe légèrement sans frapper. Entraînez-vous sur « right» /raɪt/ et « rain» /reɪn/ sans rouler.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practice (Résumé et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 the consonant families.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 les familles de consonnes.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 ahead. Plosives: /p b t d k ɡ/. Fricatives: /f v θ ð s z ʃ ʒ h/. Affricates: /tʃ dʒ/.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Nasals: /m n ŋ/. Approximants: /l r w j/. Allez-y. Plosives : /p b t d k ɡ/. Fricatives : /f v θ ð s z ʃ ʒ h/. Affriquées : /tʃ dʒ/. Nasales : /m n ŋ/. Approximantes : /l r w j/.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makes 24. Let me practise a tricky pair: "thin" /θɪn/ and "tin" /tɪn/.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fait 24. Laissez-moi pratiquer une paire difficile : « thin» /θɪn/ et « tin» /tɪn/.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