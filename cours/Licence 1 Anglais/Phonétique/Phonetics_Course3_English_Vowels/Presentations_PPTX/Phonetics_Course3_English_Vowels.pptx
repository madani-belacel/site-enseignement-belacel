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Phonetics Course3 English Vowels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How many vowel sounds does English have? (Combien de voyelles l&amp;#x27;anglais a-t-il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We have only five vowels in the alphabet: a, e, i, o, u. But you say English has twenty vowel sounds.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Nous n&amp;#x27;avons que cinq voyelles dans l&amp;#x27;alphabet : a, e, i, o, u. Mais vous dites que l&amp;#x27;anglais a vingt sons vocaliques.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five letters produce many different sounds. Today we study the twenty vowels of British English in three groups: short, long and diphthongs.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cinq lettres produisent de nombreux sons différents. Aujourd&amp;#x27;hui nous étudions les vingt voyelles de l&amp;#x27;anglais britannique en trois groupes : courtes, longues et diphtongues.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name the three groups?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nommer les trois groupes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Seven short vowels: /ɪ e æ ʌ ɒ ʊ ə/. Five long vowels: /iː ɑː ɔː uː ɜː/. Eight diphthongs: /eɪ aɪ ɔɪ aʊ əʊ ɪə eə ʊə/. That makes twenty.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Sept voyelles courtes : /ɪ e æ ʌ ɒ ʊ ə/. Cinq voyelles longues : /iː ɑː ɔː uː ɜː/. Huit diphtongues : /eɪ aɪ ɔɪ aʊ əʊ ɪə eə ʊə/. Cela fait vingt.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Short vowels versus long vowels (Voyelles courtes et voyelles longues)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a short and a long vowel?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une voyelle courte et une voyelle longue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long vowel is held longer in time, and it is written with the length mark /ː/.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Compare "bit" /bɪt/ and "beat" /biːt/. Une voyelle longue est tenue plus longtemps dans le temps, et elle s&amp;#x27;écrit avec le signe de longueur /ː/. Comparez « bit » /bɪt/ et « beat » /biːt/.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length change the meaning?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longueur change-t-elle le sens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often. "Hit" /hɪt/ and "heat" /hiːt/ are different words. This is why you must hear the difference and produce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souvent. « Hit » /hɪt/ et « heat » /hiːt/ sont des mots différents. C&amp;#x27;est pourquoi vous devez entendre la différence et la produire.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short vowels /ɪ/ and /e/ (Les voyelles courtes /ɪ/ et /e/)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the short vowels. What is /ɪ/?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les voyelles courtes. Qu&amp;#x27;est-ce que /ɪ/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/ɪ/ is the relaxed sound in "sit" /sɪt/, "big" /bɪɡ/ and "wish" /wɪʃ/. Your lips are spread and your tongue is slightly relaxed, not tense.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/ɪ/ est le son relâché de « sit » /sɪt/, « big » /bɪɡ/ et « wish » /wɪʃ/. Vos lèvres sont étirées et votre langue est légèrement relâchée, pas tendue.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French speakers confuse it with /i/. How can I avoid that?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francophones le confondent avec /i/. Comment éviter cela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French "i" is tense and long, like English /iː/. For /ɪ/, relax: think of a shorter, lower sound. Listen: ship /ʃɪp/, not sheep /ʃiːp/.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« i » français est tendu et long, comme /iː/ anglais. Pour /ɪ/, détendez-vous : pensez à un son plus court et plus bas. Écoutez : ship /ʃɪp/, pas sheep /ʃiːp/.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/e/?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/e/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/e/ is the sound in "bed" /bed/, "ten" /ten/ and "head" /hed/. It is close to French "é" but a little more open. Remember, "head" rhymes with "bed", not with "heed" /hiːd/.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/e/ est le son de « bed » /bed/, « ten » /ten/ et « head » /hed/. Il est proche du « é » français mais un peu plus ouvert. Rappelez-vous : « head » rime avec « bed », pas avec « heed » /hiːd/.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short vowel /æ/ (La voyelle courte /æ/)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/æ/. I have never seen this letter in French.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/æ/. Je n&amp;#x27;ai jamais vu cette lettre en français.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/æ/ is the open sound in "cat" /kæt/, "bag" /bæɡ/ and "man" /mæn/. Open your mouth wide, lower your jaw, and smile slightly.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/æ/ est le son ouvert de « cat » /kæt/, « bag » /bæɡ/ et « man » /mæn/. Ouvrez grand la bouche, abaissez la mâchoire, et souriez légèrement.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French speakers often pronounce it like French "è" or "a".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francophones le prononcent souvent comme le « è » ou le « a » français.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careful. "Man" /mæn/ must not become "men" /men/ or French "manne".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Practise: bad /bæd/, bed /bed/, bad, bed. Attention. « Man » /mæn/ ne doit pas devenir « men » /men/ ou « manne » en français. Entraînez-vous : bad /bæd/, bed /bed/, bad, bed.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short vowel /ʌ/ (La voyelle courte /ʌ/)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/ʌ/? It looks like a small "v".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/ʌ/ ? Il ressemble à un petit « v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/ʌ/ is the sound in "cup" /kʌp/, "love" /lʌv/ and "sun" /sʌn/. It is a short, central sound, similar to the French "e" in "je" but deeper and more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/ʌ/ est le son de « cup » /kʌp/, « love » /lʌv/ et « sun » /sʌn/. C&amp;#x27;est un son court et central, proche du « e » de « je » en français mais plus profond et plus ouvert.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not the French "a" in "cup"?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n&amp;#x27;est donc pas le « a » français dans « cup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Many Algerians pronounce "cup" as /kæp/ or /kɑp/. Relax the throat and keep the tongue in the centre: /kʌp/.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Beaucoup d&amp;#x27;Algériens prononcent « cup » comme /kæp/ ou /kɑp/. Détendez la gorge et gardez la langue au centre : /kʌp/.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short vowels /ɒ/ and /ʊ/ (Les voyelles courtes /ɒ/ et /ʊ/)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/ɒ/? It is a turned "a".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/ɒ/ ? C&amp;#x27;est un « a » retourné.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/ɒ/ is the British sound in "hot" /hɒt/, "dog" /dɒɡ/ and "box" /bɒks/. Round your lips slightly and keep the vowel short. Americans often say /ɑː/ instead, but we follow British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/ɒ/ est le son britannique de « hot » /hɒt/, « dog » /dɒɡ/ et « box » /bɒks/. Arrondissez légèrement les lèvres et gardez la voyelle courte. Les Américains disent souvent /ɑː/ à la place, mais nous suivons l&amp;#x27;anglais britannique.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/ʊ/? Is it the same as French "ou"?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/ʊ/ ? Est-il le même son que le « ou » français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/ʊ/ is the relaxed sound in "put" /pʊt/, "book" /bʊk/ and "good" /ɡʊd/. French "ou" is tense and long, like English /uː/. Compare "look" /lʊk/ and "Luke" /luːk/ — length changes the meaning!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/ʊ/ est le son relâché de « put » /pʊt/, « book » /bʊk/ et « good » /ɡʊd/. Le « ou » français est tendu et long, comme /uː/ anglais. Comparez « look » /lʊk/ et « Luke » /luːk/ — la longueur change le sens !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schwa /ə/ (Le schwa /ə/)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famous schwa /ə/. Why is it so special?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 fameux schwa /ə/. Pourquoi est-il si spécial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is the most common vowel in English. It is the weak sound in unstressed syllables: "about" /əˈbaʊt/, "sofa" /ˈsəʊfə/, "pencil" /ˈpensl/.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c&amp;#x27;est la voyelle la plus courante de l&amp;#x27;anglais. C&amp;#x27;est le son faible des syllabes atones : « about » /əˈbaʊt/, « sofa » /ˈsəʊfə/, « pencil » /ˈpensl/.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Any vowel letter can become a schwa?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N&amp;#x27;importe quelle lettre voyelle peut devenir un schwa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Yes! The "a" in "about", the "o" in "London" /ˈlʌndən/ and the "u" in "support" /səˈpɔːt/ are all pronounced /ə/. That is why English sounds smooth.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! Le « a » de « about », le « o » de « London » /ˈlʌndən/ et le « u » de « support » /səˈpɔːt/ se prononcent tous /ə/. C&amp;#x27;est pourquoi l&amp;#x27;anglais paraît coulant.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long vowel /iː/ (La voyelle longue /iː/)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move to the long vowels. How do I pronounce /iː/?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Passons aux voyelles longues. Comment prononcer /iː/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/iː/ is the tense, long sound in "see" /siː/, "team" /tiːm/ and "green" /ɡriːn/. It is close to French "i" but held longer.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/iː/ est le son tendu et long de « see » /siː/, « team » /tiːm/ et « green » /ɡriːn/. Il est proche du « i » français mais tenu plus longtemps.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use my French "i" 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peux donc utiliser mon « i » français ici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Almost. Keep it long and tense: "sheep" /ʃiːp/. But do not use it in "ship" /ʃɪp/. The pair /ɪ/ and /iː/ is one of your most important challenges.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Presque. Gardez-le long et tendu : « sheep » /ʃiːp/. Mais ne l&amp;#x27;utilisez pas dans « ship » /ʃɪp/. La paire /ɪ/ et /iː/ est l&amp;#x27;un de vos défis les plus importants.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long vowels /ɑː ɔː uː/ (Les voyelles longues /ɑː ɔː uː/)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study /ɑː/, /ɔː/ and /uː/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étudier /ɑː/, /ɔː/ et /uː/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idea. /ɑː/ is the deep sound in "car" /kɑː/ and "after" /ˈɑːftə/: open wide and pull the tongue back. In Algeria, the long Arabic "alif" is close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Bonne idée. /ɑː/ est le son profond de « car » /kɑː/ et « after » /ˈɑːftə/ : ouvrez grand et tirez la langue en arrière. En Algérie, le « alif » arabe long en est proche.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/ɔː/ and /uː/?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/ɔː/ et /uː/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/ɔː/ is the long open sound in "door" /dɔː/ and "more" /mɔː/, with rounded lips. /uː/ is the long tense sound in "blue" /bluː/ and "food" /fuːd/, like your French "ou" but longer.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/ɔː/ est le son ouvert et long de « door » /dɔː/ et « more » /mɔː/, avec les lèvres arrondies. /uː/ est le son long et tendu de « blue » /bluː/ et « food » /fuːd/, comme votre « ou » français mais plus long.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/ɑː/ and /æ/ are different, 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/ɑː/ et /æ/ sont différents, n&amp;#x27;est-ce pas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"Man" /mæn/ is not "maan" /mɑːn/. And "short" /ʃɔːt/ must not sound like "shoe" /ʃuː/. Length and openness both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Man » /mæn/ n&amp;#x27;est pas « maan » /mɑːn/. Et « short » /ʃɔːt/ ne doit pas sonner comme « shoe » /ʃuː/. La longueur et l&amp;#x27;ouverture comptent toutes deux.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long vowel /ɜː/ (La voyelle longue /ɜː/)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/ɜː/ is strange. Where can I find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/ɜː/ est étrange. Où puis-je le trouver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/ɜː/ is the long central sound in "bird" /bɜːd/, "girl" /ɡɜːl/ and "work" /wɜːk/. It is a long version of the schwa, but it always carries the stress.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/ɜː/ est le son central et long de « bird » /bɜːd/, « girl » /ɡɜːl/ et « work » /wɜːk/. C&amp;#x27;est une version longue du schwa, mais il porte toujours l&amp;#x27;accent.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a stressed schwa?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donc un schwa accentué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French speakers tend to say /ɛʁ/ in "bird". Relax the tongue, keep it central, and hold the sound: /bɜːd/. Do not roll the /r/.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francophones ont tendance à dire /ɛʁ/ dans « bird ». Détendez la langue, gardez-la centrale, et tenez le son : /bɜːd/. Ne roulez pas le /r/.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What is a diphthong? (Qu&amp;#x27;est-ce qu&amp;#x27;une diphtongue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diphthongs. What exactly is a diphthong?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les diphtongues. Qu&amp;#x27;est-ce qu&amp;#x27;une diphtongue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diphthong is a vowel that moves: your tongue glides from one position to another. "Eight" /eɪt/ starts like /e/ and ends like /ɪ/.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diphtongue est une voyelle qui bouge : votre langue glisse d&amp;#x27;une position à une autre. « Eight » /eɪt/ commence comme /e/ et finit comme /ɪ/.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two vowels in one syllable?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donc deux voyelles en une seule syllabe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in one single syllable. English has eight of them. If you do not glide, "I" /aɪ/ can sound like French "aille".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en une seule et même syllabe. L&amp;#x27;anglais en a huit. Si vous ne glissez pas, « I » /aɪ/ peut sonner comme « aille » en français.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diphthongs /eɪ/ and /aɪ/ (Les diphtongues /eɪ/ et /aɪ/)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practise /eɪ/ and /aɪ/?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pratiquer /eɪ/ et /aɪ/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/eɪ/ is the sound in "day" /deɪ/, "name" /neɪm/ and "play" /pleɪ/. Start with /e/ and glide to /ɪ/. It is similar to French "é" but longer and gliding.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/eɪ/ est le son de « day » /deɪ/, « name » /neɪm/ et « play » /pleɪ/. Commencez par /e/ et glissez vers /ɪ/. Il est semblable au « é » français mais plus long et glissant.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/aɪ/?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/aɪ/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/aɪ/ is in "my" /maɪ/, "time" /taɪm/ and "night" /naɪt/. Start open with /a/ and glide up to /ɪ/. In Algeria, students often say French "ai" for "I". Say /aɪ/!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/aɪ/ se trouve dans « my » /maɪ/, « time » /taɪm/ et « night » /naɪt/. Commencez ouvert avec /a/ et glissez vers /ɪ/. En Algérie, les étudiants disent souvent le « ai » français pour « I ». Dites /aɪ/ !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The diphthongs /ɔɪ aʊ əʊ/ (Les diphtongues /ɔɪ aʊ əʊ/)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continue with /ɔɪ/, /aʊ/ and /əʊ/.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Continuons avec /ɔɪ/, /aʊ/ et /əʊ/.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/ɔɪ/ is in "boy" /bɔɪ/, "toy" /tɔɪ/ and "voice" /vɔɪs/: glide from /ɔː/ to /ɪ/. /aʊ/ is in "house" /haʊs/, "now" /naʊ/ and "town" /taʊn/: glide from /a/ to /ʊ/.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/ɔɪ/ se trouve dans « boy » /bɔɪ/, « toy » /tɔɪ/ et « voice » /vɔɪs/ : glissez de /ɔː/ vers /ɪ/. /aʊ/ se trouve dans « house » /haʊs/, « now » /naʊ/ et « town » /taʊn/ : glissez de /a/ vers /ʊ/.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/əʊ/?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/əʊ/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/əʊ/ is the British sound in "go" /ɡəʊ/, "home" /həʊm/ and "no" /nəʊ/. Start with a schwa and glide to /ʊ/, rounding the lips. Say "no" as /nəʊ/, not like French "non".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/əʊ/ est le son britannique de « go » /ɡəʊ/, « home » /həʊm/ et « no » /nəʊ/. Commencez par un schwa et glissez vers /ʊ/, en arrondissant les lèvres. Dites « no » comme /nəʊ/, pas comme « non » en français.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The centring diphthongs /ɪə eə ʊə/ (Les diphtongues centralisantes /ɪə eə ʊə/)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last group ends with /ə/. What are these sounds?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dernier groupe se termine par /ə/. Quels sont ces sons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the centring diphthongs, which glide towards the schwa. /ɪə/ in "ear" /ɪə/ and "here" /hɪə/, /eə/ in "air" /eə/ and "hair" /heə/, /ʊə/ in "tour" /tʊə/ and "poor" /pʊə/.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les diphtongues centralisantes, qui glissent vers le schwa. /ɪə/ dans « ear » /ɪə/ et « here » /hɪə/, /eə/ dans « air » /eə/ et « hair » /heə/, /ʊə/ dans « tour » /tʊə/ et « poor » /pʊə/.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modern British English, some of these are disappearing, I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 britannique moderne, certaines d&amp;#x27;entre elles disparaissent, ai-je lu.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Many speakers now say "sure" /ʃɔː/ and "poor" /pɔː/, without the glide. But knowing /ɪə eə ʊə/ helps you understand the history of the language.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Exact. Beaucoup de locuteurs disent maintenant « sure » /ʃɔː/ et « poor » /pɔː/, sans le glissé. Mais connaître /ɪə eə ʊə/ vous aide à comprendre l&amp;#x27;histoire de la langue.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and practice (Résumé et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review all the vowels quickly?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revoir toutes les voyelles rapidement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Short: sit /sɪt/, bed /bed/, cat /kæt/, cup /kʌp/, hot /hɒt/, put /pʊt/, about /əˈbaʊt/. Long: sheep /ʃiːp/, car /kɑː/, door /dɔː/, food /fuːd/, bird /bɜːd/.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Courtes : sit /sɪt/, bed /bed/, cat /kæt/, cup /kʌp/, hot /hɒt/, put /pʊt/, about /əˈbaʊt/. Longues : sheep /ʃiːp/, car /kɑː/, door /dɔː/, food /fuːd/, bird /bɜːd/.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eight diphthongs: day, my, boy, house, go, ear, air, 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huit diphtongues : day, my, boy, house, go, ear, air, tour.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