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val="34495E"/&gt;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val="FFFFFF"/&gt;</a:solidFill>
              </a:rPr>
              <a:t>Written Course4 Summarising Paraphrasing Dialogues</a:t>
            </a:r>
          </a:p>
          <a:p>
            <a:pPr algn="ctr"/>
            <a:r>
              <a:rPr sz="1800">
                <a:solidFill>val="DFE5EA"/&gt;</a:solidFill>
              </a:rPr>
              <a:t>20 dialogues | EN-FR | Dr. BELACEL Madani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3716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1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1 — Why summarising and paraphrasing matter (Pourquoi résumer et paraphraser sont importants)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Why do we need to summarise and paraphrase at university?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Pourquoi devons-nous résumer et paraphraser à l&amp;#x27;université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Because academic work constantly requires you to report what others have written without copying their words. These skills are central to essays, reports and research.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Parce que le travail académique exige constamment de rapporter ce que d&amp;#x27;autres ont écrit sans copier leurs mots. Ces compétences sont centrales pour les essais, rapports et recherches.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Are they only useful for exams?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Sont-elles utiles seulement pour les examens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No. They are lifelong skills for studying, working and communicating ideas clearly and honestly.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Non. Ce sont des compétences pour la vie, utiles pour étudier, travailler et communiquer des idées clairement et honnêtement.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2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2 — What is a summary? (Qu&amp;#x27;est-ce qu&amp;#x27;un résumé ?)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What exactly is a summary?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Qu&amp;#x27;est-ce qu&amp;#x27;un résumé exactement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A summary is a shortened version of a text that keeps the main ideas and the overall meaning, written in your own words and much shorter than the original.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Un résumé est une version raccourcie d&amp;#x27;un texte qui garde les idées principales et le sens global, écrite avec vos propres mots et beaucoup plus courte que l&amp;#x27;original.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Should a summary include my opinion?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Un résumé doit-il inclure mon opinion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No. A pure summary is objective. It reports what the author says without adding your personal views.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Non. Un résumé pur est objectif. Il rapporte ce que dit l&amp;#x27;auteur sans ajouter vos points de vue personnels.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3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3 — Steps to write a good summary (Étapes pour écrire un bon résumé)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How should we proceed to summarise a text?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Comment procéder pour résumer un texte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1) Read the text carefully. 2) Identify the main idea and key supporting points. 3) Note them in your own words. 4) Write the summary. 5) Check length, accuracy and language.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1) Lire le texte attentivement. 2) Identifier l&amp;#x27;idée principale et les points de soutien clés. 3) Les noter avec vos propres mots. 4) Écrire le résumé. 5) Vérifier longueur, exactitude et langue.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How short should a summary be?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Quelle doit être la longueur d&amp;#x27;un résumé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It depends on the task, but often about one quarter to one third of the original length, or even less for very condensed summaries.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Cela dépend de la tâche, mais souvent environ un quart à un tiers de la longueur originale, ou même moins pour des résumés très condensés.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4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4 — Identifying main ideas for a summary (Identifier les idées principales pour un résumé)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How can I distinguish main ideas from details?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Comment distinguer les idées principales des détails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Ask: If I remove this information, does the overall meaning of the text change? Main ideas are essential; examples and minor details can often be left out.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Demandez-vous : Si j&amp;#x27;enlève cette information, le sens global du texte change-t-il ? Les idées principales sont essentielles ; les exemples et détails mineurs peuvent souvent être omis.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What about examples in the original text?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Et les exemples dans le texte original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Usually omit them unless the example is central to the author&amp;#x27;s argument. Summaries focus on general points.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Omettez-les généralement sauf si l&amp;#x27;exemple est central à l&amp;#x27;argument de l&amp;#x27;auteur. Les résumés se concentrent sur les points généraux.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5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5 — What is paraphrasing? (Qu&amp;#x27;est-ce que la paraphrase ?)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How is paraphrasing different from summarising?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En quoi la paraphrase est-elle différente du résumé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A paraphrase restates a specific passage in your own words and is usually about the same length as the original. A summary condenses a longer text to its main points.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Une paraphrase reformule un passage précis avec vos propres mots et a généralement à peu près la même longueur que l&amp;#x27;original. Un résumé condense un texte plus long à ses points principaux.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When do we paraphrase instead of summarise?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Quand paraphraser plutôt que résumer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When you need to report a particular idea, definition or short argument in detail while still using your own wording.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Quand vous devez rapporter une idée, définition ou court argument particulier en détail tout en utilisant votre propre formulation.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6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6 — Techniques for effective paraphrasing (Techniques pour une paraphrase efficace)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What techniques help us paraphrase well?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Quelles techniques aident à bien paraphraser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Change vocabulary (synonyms), change sentence structure, change word class (noun to verb, etc.), and break or combine sentences. Always keep the original meaning.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Changer le vocabulaire (synonymes), changer la structure de phrase, changer la classe de mot (nom en verbe, etc.), et couper ou combiner des phrases. Gardez toujours le sens original.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Is changing a few words enough?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Changer quelques mots suffit-il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No. That is still too close to the original and can be considered plagiarism. You need genuine rewording and restructuring.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Non. C&amp;#x27;est encore trop proche de l&amp;#x27;original et peut être considéré comme du plagiat. Il faut une vraie reformulation et restructuration.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7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7 — Keeping the original meaning (Garder le sens original)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What is the biggest risk when paraphrasing?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Quel est le plus grand risque en paraphrasant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Distorting the author&amp;#x27;s meaning. A paraphrase must be faithful. If you change the idea, it is no longer a paraphrase.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Déformer le sens de l&amp;#x27;auteur. Une paraphrase doit être fidèle. Si vous changez l&amp;#x27;idée, ce n&amp;#x27;est plus une paraphrase.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How can we check accuracy?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Comment vérifier l&amp;#x27;exactitude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Compare your version with the original side by side. Ask: Does my sentence say essentially the same thing? Have I added or omitted important elements?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Comparez votre version avec l&amp;#x27;original côte à côte. Demandez-vous : Ma phrase dit-elle essentiellement la même chose ? Ai-je ajouté ou omis des éléments importants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8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8 — What is plagiarism? (Qu&amp;#x27;est-ce que le plagiat ?)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Can you define plagiarism clearly?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Pouvez-vous définir clairement le plagiat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Plagiarism is presenting someone else&amp;#x27;s words, ideas or work as your own, whether intentionally or not. It includes copying without quotation marks and without acknowledgement.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Le plagiat consiste à présenter les mots, idées ou travaux de quelqu&amp;#x27;un d&amp;#x27;autre comme les vôtres, intentionnellement ou non. Cela inclut copier sans guillemets et sans mention de la source.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Is it only about copying whole paragraphs?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S&amp;#x27;agit-il seulement de copier des paragraphes entiers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No. Copying a sentence, closely paraphrasing without credit, or using someone else&amp;#x27;s structure and ideas without acknowledgement can also be plagiarism.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Non. Copier une phrase, paraphraser de près sans crédit, ou utiliser la structure et les idées de quelqu&amp;#x27;un d&amp;#x27;autre sans mention peut aussi être du plagiat.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9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9 — Why plagiarism is serious (Pourquoi le plagiat est grave)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Why do universities treat plagiarism so strictly?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Pourquoi les universités traitent-elles le plagiat si strictement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Because academic work is based on honesty and trust. Plagiarism undermines learning, fairness and the value of degrees. It is considered a form of academic dishonesty.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Parce que le travail académique repose sur l&amp;#x27;honnêteté et la confiance. Le plagiat sape l&amp;#x27;apprentissage, l&amp;#x27;équité et la valeur des diplômes. Il est considéré comme une forme de malhonnêteté académique.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What can be the consequences?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Quelles peuvent être les conséquences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Depending on the institution: a zero for the assignment, failure of the module, disciplinary action, or in serious cases exclusion.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Selon l&amp;#x27;institution : un zéro pour le devoir, l&amp;#x27;échec du module, une sanction disciplinaire, ou dans les cas graves l&amp;#x27;exclusion.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10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10 — Common forms of plagiarism (Formes courantes de plagiat)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What forms of plagiarism should we be careful about?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Quelles formes de plagiat devons-nous surveiller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Direct copying, mosaic plagiarism (patching phrases from sources), inadequate paraphrasing, missing citations, and submitting someone else&amp;#x27;s work.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La copie directe, le plagiat en mosaïque (assembler des phrases de sources), la paraphrase insuffisante, les citations manquantes, et soumettre le travail de quelqu&amp;#x27;un d&amp;#x27;autre.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Is using ideas from class notes without citing a problem?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Utiliser des idées des notes de cours sans citer est-il un problème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General knowledge from lectures is usually fine. But if you use a specific distinctive idea or wording from a handout or article, you should acknowledge it.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Les connaissances générales des cours sont généralement acceptables. Mais si vous utilisez une idée distinctive ou une formulation d&amp;#x27;un polycopié ou d&amp;#x27;un article, vous devez la mentionner.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11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11 — How to use sources honestly (Comment utiliser les sources honnêtement)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What are the correct ways to use a source?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Quelles sont les façons correctes d&amp;#x27;utiliser une source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Quote (exact words in quotation marks + citation), paraphrase (your words + citation), or summarise (condensed main ideas + citation). Always give credit.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Citer (mots exacts entre guillemets + référence), paraphraser (vos mots + référence), ou résumer (idées principales condensées + référence). Donnez toujours le crédit.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Do we need a citation even when we paraphrase?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Avons-nous besoin d&amp;#x27;une référence même quand nous paraphrasons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Yes. The words are yours, but the idea still belongs to the original author. Citation is required.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Oui. Les mots sont les vôtres, mais l&amp;#x27;idée appartient toujours à l&amp;#x27;auteur original. La référence est obligatoire.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12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12 — Quoting correctly (Citer correctement)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When should we use a direct quotation?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Quand utiliser une citation directe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When the exact wording is important, memorable, or difficult to paraphrase without losing precision. Do not overuse quotations.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Quand la formulation exacte est importante, mémorable, ou difficile à paraphraser sans perdre en précision. Ne surutilisez pas les citations.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How do we present a quotation?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Comment présenter une citation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Use quotation marks, keep the original wording, and add a citation. For longer quotations, follow the formatting rules of your department (often indented block quotes).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Utilisez des guillemets, gardez le libellé original, et ajoutez une référence. Pour les citations plus longues, suivez les règles de formatage de votre département (souvent des citations en bloc indentées).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13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13 — Introducing and integrating sources (Introduire et intégrer les sources)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How can we introduce a paraphrase or quotation smoothly?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Comment introduire une paraphrase ou une citation de façon fluide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Use reporting verbs and phrases: &amp;#x27;According to X…&amp;#x27;, &amp;#x27;X argues that…&amp;#x27;, &amp;#x27;As X points out…&amp;#x27;, &amp;#x27;X suggests that…&amp;#x27;.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Utilisez des verbes et expressions de report : « According to X… », « X argues that… », « As X points out… », « X suggests that… ».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Why is integration important?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Pourquoi l&amp;#x27;intégration est-elle importante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It shows that you control the material and that the source supports your own argument rather than replacing it.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Elle montre que vous maîtrisez le matériel et que la source soutient votre propre argument plutôt que de le remplacer.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14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14 — Basic citation principles (Principes de base de la citation)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What information do we usually need in a citation?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Quelles informations faut-il généralement dans une référence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Author&amp;#x27;s name, year of publication, and for direct quotes often the page number. Full details appear in the bibliography or reference list.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Le nom de l&amp;#x27;auteur, l&amp;#x27;année de publication, et pour les citations directes souvent le numéro de page. Les détails complets apparaissent dans la bibliographie ou la liste de références.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Do different departments use different styles?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Les différents départements utilisent-ils des styles différents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Yes (APA, MLA, Harvard, etc.). Always follow the style required by your teachers. Consistency is essential.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Oui (APA, MLA, Harvard, etc.). Suivez toujours le style exigé par vos enseignants. La cohérence est essentielle.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15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15 — Summarising vs copying: practical check (Résumer vs copier : vérification pratique)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How can I check that my summary is not too close to the original?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Comment vérifier que mon résumé n&amp;#x27;est pas trop proche de l&amp;#x27;original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Put the original away, write from your notes only, then compare. If many phrases are identical, rewrite them. The language should clearly be yours.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Mettez l&amp;#x27;original de côté, écrivez seulement à partir de vos notes, puis comparez. Si de nombreuses phrases sont identiques, réécrivez-les. La langue doit clairement être la vôtre.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Is it useful to wait a little before writing the summary?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Est-il utile d&amp;#x27;attendre un peu avant d&amp;#x27;écrire le résumé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Yes. A short break helps you remember the ideas rather than the exact wording.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Oui. Une courte pause vous aide à vous souvenir des idées plutôt que du libellé exact.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16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16 — Practising paraphrase with short sentences (Pratiquer la paraphrase avec de courtes phrases)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What is a good way to train paraphrasing?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Quelle est une bonne façon de s&amp;#x27;entraîner à la paraphrase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Take one or two sentences from a text, cover them, and rewrite the meaning in different words and structure. Then check accuracy and originality.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Prenez une ou deux phrases d&amp;#x27;un texte, cachez-les, et réécrivez le sens avec d&amp;#x27;autres mots et une autre structure. Puis vérifiez l&amp;#x27;exactitude et l&amp;#x27;originalité.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Should we use a thesaurus?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Devons-nous utiliser un thésaurus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Carefully. Synonyms must fit the context. Blind synonym replacement often produces unnatural or incorrect sentences.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Avec prudence. Les synonymes doivent convenir au contexte. Le remplacement aveugle de synonymes produit souvent des phrases peu naturelles ou incorrectes.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17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17 — Using multiple sources (Utiliser plusieurs sources)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How do we combine ideas from several sources?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Comment combiner des idées de plusieurs sources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Summarise or paraphrase each relevant idea, cite each source, and show the relationship between them (agreement, contrast, development).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Résumez ou paraphraser chaque idée pertinente, citez chaque source, et montrez la relation entre elles (accord, contraste, développement).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Is it better to use many quotations?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Est-il préférable d&amp;#x27;utiliser beaucoup de citations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No. Too many quotations make the text look patched together. Prefer paraphrase and summary, and reserve quotations for special cases.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Non. Trop de citations donnent l&amp;#x27;impression d&amp;#x27;un texte assemblé. Préférez la paraphrase et le résumé, et réservez les citations aux cas particuliers.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18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18 — Tools and detection of plagiarism (Outils et détection du plagiat)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Do universities use software to detect plagiarism?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Les universités utilisent-elles des logiciels pour détecter le plagiat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Yes, many do. These tools compare submitted work with large databases of texts. Close matches are flagged for the teacher to examine.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Oui, beaucoup le font. Ces outils comparent le travail soumis à de vastes bases de textes. Les correspondances proches sont signalées pour que l&amp;#x27;enseignant les examine.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Does that mean we should only worry about software?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Cela signifie-t-il que nous ne devons nous soucier que des logiciels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No. The real issue is academic honesty. Even if software does not catch something, copying remains wrong and harms your learning.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Non. Le vrai enjeu est l&amp;#x27;honnêteté académique. Même si un logiciel ne détecte pas quelque chose, copier reste incorrect et nuit à votre apprentissage.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19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19 — Developing good habits early (Développer de bonnes habitudes tôt)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What habits help us avoid plagiarism from the start?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Quelles habitudes aident à éviter le plagiat dès le début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Take clear notes that distinguish your ideas from source ideas, always record the source, paraphrase from notes rather than from the open text, and cite systematically.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Prenez des notes claires qui distinguent vos idées des idées des sources, enregistrez toujours la source, paraphraser à partir des notes plutôt que du texte ouvert, et citez systématiquement.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Is it better to over-cite than under-cite?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Est-il préférable de sur-citer que de sous-citer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Yes. When in doubt, give a citation. It is safer and shows academic care.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Oui. En cas de doute, donnez une référence. C&amp;#x27;est plus sûr et montre un soin académique.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20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20 — Conclusion: Honest and skilled use of sources (Conclusion : Usage honnête et habile des sources)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What should we remember from this course?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Que devons-nous retenir de ce cours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Summarise main ideas concisely, paraphrase by genuinely rewording and restructuring, quote sparingly and correctly, and always acknowledge sources. Honesty and skill go together.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Résumez les idées principales de façon concise, paraphraser en reformulant et restructurant réellement, citez avec parcimonie et correctement, et reconnaissez toujours les sources. Honnêteté et compétence vont ensemble.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What practical exercise do you suggest?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Quel exercice pratique suggérez-vous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Take a short paragraph from an article. Write a summary of the whole paragraph and a paraphrase of one key sentence. Then check both for accuracy and originality.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Prenez un court paragraphe d&amp;#x27;un article. Écrivez un résumé de tout le paragraphe et une paraphrase d&amp;#x27;une phrase clé. Puis vérifiez les deux pour l&amp;#x27;exactitude et l&amp;#x27;originalité.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Thank you, sir. These skills feel essential now.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Merci, monsieur. Ces compétences semblent essentielles maintenant.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