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Written Course6 Editing Proofreading Dialogues</a:t>
            </a:r>
          </a:p>
          <a:p>
            <a:pPr algn="ctr"/>
            <a:r>
              <a:rPr sz="1800">
                <a:solidFill>val="DFE5EA"/&gt;</a:solidFill>
              </a:rPr>
              <a:t>20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Why editing and proofreading matter (Pourquoi la révision et la relecture comptent)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a first draft ever good enough to submit?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premier brouillon est-il jamais assez bon pour être rendu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Almost never. Even strong writers need to revise. Editing and proofreading turn a rough draft into a clear, accurate and readable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Presque jamais. Même les bons scripteurs ont besoin de réviser. La révision et la relecture transforment un brouillon en un texte clair, exact et lisible.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difference between editing and proofreading?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la différence entre révision (editing) et relecture (proofreading)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Editing focuses on content, organisation, clarity and style. Proofreading focuses on surface errors: spelling, grammar, punctuation and typos.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révision se concentre sur le contenu, l&amp;#x27;organisation, la clarté et le style. La relecture se concentre sur les erreurs de surface : orthographe, grammaire, ponctuation et fautes de frappe.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The order of revision (L&amp;#x27;ordre de la révision)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In which order should we revise a text?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Dans quel ordre réviser un texte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From large to small: first content and organisation, then paragraph and sentence clarity, then style and word choice, and finally proofreading for accuracy.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Du large au détail : d&amp;#x27;abord contenu et organisation, puis clarté des paragraphes et phrases, puis style et choix de mots, et enfin relecture pour l&amp;#x27;exactitude.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not start with grammar?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ne pas commencer par la grammaire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you may delete or rewrite whole sentences later. Correcting grammar first can waste time on text that will change.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que vous pourriez supprimer ou réécrire des phrases entières plus tard. Corriger d&amp;#x27;abord la grammaire peut faire perdre du temps sur un texte qui changera.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Checking content and relevance (Vérifier le contenu et la pertinence)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should we check at the content level?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vérifier au niveau du contenu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Does the text answer the question? Is the thesis clear? Are the main points relevant and sufficiently developed? Have unnecessary ideas been removed?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texte répond-il à la question ? La thèse est-elle claire ? Les points principaux sont-ils pertinents et suffisamment développés ? Les idées inutiles ont-elles été enlevées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we see content problems more easily?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voir plus facilement les problèmes de contenu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Write a reverse outline: one short phrase per paragraph. If the outline is unclear or incomplete, the text needs structural work.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Faites un plan inversé : une courte phrase par paragraphe. Si le plan est peu clair ou incomplet, le texte a besoin d&amp;#x27;un travail structurel.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Improving organisation (Améliorer l&amp;#x27;organisation)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organisational problems appear most often?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problèmes d&amp;#x27;organisation apparaissent le plus souvent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Ideas in the wrong order, paragraphs that mix several points, weak or missing transitions, and conclusions that introduce new ideas.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Des idées dans le mauvais ordre, des paragraphes qui mélangent plusieurs points, des transitions faibles ou absentes, et des conclusions qui introduisent de nouvelles idées.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we fix weak organisation?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corriger une organisation faible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Move sentences or whole paragraphs, split mixed paragraphs, add clear topic sentences and transitions, and ensure the conclusion only closes the argument.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Déplacez des phrases ou des paragraphes entiers, divisez les paragraphes mélangés, ajoutez des phrases thématiques et transitions claires, et assurez-vous que la conclusion ne fait que clore l&amp;#x27;argument.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Editing for clarity (Réviser pour la clarté)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makes a sentence unclear?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qui rend une phrase peu claire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Too many ideas in one sentence, vague words, unclear pronouns, complicated structure, and unnecessary jargon or length.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Trop d&amp;#x27;idées dans une phrase, des mots vagues, des pronoms peu clairs, une structure compliquée, et du jargon ou une longueur inutiles.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a practical way to increase clarity?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une façon pratique d&amp;#x27;augmenter la clarté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Read the sentence aloud. If you hesitate or need to reread, simplify: shorten, split, or replace vague words with precise ones.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Lisez la phrase à voix haute. Si vous hésitez ou devez relire, simplifiez : raccourcissez, divisez, ou remplacez les mots vagues par des mots précis.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Cutting unnecessary words (Couper les mots inutiles)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should we remove unnecessary words?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enlever les mots inutiles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concise writing is easier to read and stronger. Extra words hide the main message and tire the reader.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qu&amp;#x27;une écriture concise est plus facile à lire et plus forte. Les mots en trop cachent le message principal et fatiguent le lecteur.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kinds of words are often unnecessary?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types de mots sont souvent inutiles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Empty fillers (&amp;#x27;really&amp;#x27;, &amp;#x27;very&amp;#x27;, &amp;#x27;in order to&amp;#x27;), redundant pairs (&amp;#x27;each and every&amp;#x27;), and long phrases that can be replaced by one word (&amp;#x27;due to the fact that&amp;#x27; → &amp;#x27;because&amp;#x27;).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remplisseurs vides (« really », « very », « in order to »), les paires redondantes (« each and every »), et les longues expressions remplaçables par un mot (« due to the fact that » → « because »).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Improving word choice (Améliorer le choix des mots)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we choose better words?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choisir de meilleurs mots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Prefer precise verbs and nouns, avoid vague words like &amp;#x27;thing&amp;#x27;, &amp;#x27;good&amp;#x27;, &amp;#x27;bad&amp;#x27;, &amp;#x27;nice&amp;#x27;, and check that formal texts use appropriately formal vocabulary.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Préférez des verbes et noms précis, évitez les mots vagues comme « thing », « good », « bad », « nice », et vérifiez que les textes formels utilisent un vocabulaire approprié.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using advanced vocabulary always better?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Utiliser un vocabulaire avancé est-il toujours mieux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Clear and accurate words are better than impressive but incorrect or unnatural ones. Precision and naturalness matter more than rarity.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Des mots clairs et exacts valent mieux que des mots impressionnants mais incorrects ou peu naturels. La précision et le naturel comptent plus que la rareté.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Sentence-level editing (Révision au niveau de la phrase)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should we check in each sentence?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vérifier dans chaque phrase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Is it complete? Is the subject-verb agreement correct? Is the structure clear? Does it connect well to the previous sentence? Can it be simplified?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Est-elle complète ? L&amp;#x27;accord sujet-verbe est-il correct ? La structure est-elle claire ? Se connecte-t-elle bien à la phrase précédente ? Peut-elle être simplifiée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we deal with very long sentences?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traiter les phrases très longues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Split them into two, or reduce subordinate clauses. One clear idea per sentence is often safer at first-year level.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Divisez-les en deux, ou réduisez les subordonnées. Une idée claire par phrase est souvent plus sûre au niveau de la première année.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Common grammar points to proofread (Points de grammaire courants à relire)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Which grammar errors should we look for carefully?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erreurs de grammaire devons-nous chercher avec soin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Subject-verb agreement, verb tenses, articles (a/an/the), prepositions, countable/uncountable nouns, and basic sentence structure (fragments and run-ons).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L&amp;#x27;accord sujet-verbe, les temps verbaux, les articles (a/an/the), les prépositions, les noms comptables/non comptables, et la structure de phrase de base (fragments et run-ons).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it useful to keep a personal error list?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Est-il utile de tenir une liste d&amp;#x27;erreurs personnelles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Note the mistakes you make repeatedly and check specifically for them when proofreading. This accelerates improvement.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Notez les erreurs que vous faites régulièrement et cherchez-les spécifiquement lors de la relecture. Cela accélère le progrès.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Spelling and punctuation (Orthographe et ponctuation)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we catch spelling mistakes more effectively?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attraper plus efficacement les fautes d&amp;#x27;orthographe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 a spell-checker, then read slowly. Be careful with words that sound the same but are spelled differently (their/there/they&amp;#x27;re, its/it&amp;#x27;s).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Utilisez un correcteur orthographique, puis lisez lentement. Attention aux mots qui sonnent pareil mais s&amp;#x27;écrivent différemment (their/there/they&amp;#x27;re, its/it&amp;#x27;s).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Which punctuation problems are most common?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problèmes de ponctuation sont les plus courants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Missing commas in lists, incorrect use of commas with linking words, missing full stops, and confusion between colons and semicolons.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Virgules manquantes dans les listes, usage incorrect des virgules avec les mots de liaison, points manquants, et confusion entre deux-points et points-virgules.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Proofreading strategies (Stratégies de relecture)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practical strategies help with proofreading?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stratégies pratiques aident à la relecture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Read aloud, read from the end sentence by sentence, print the text if possible, take a short break before the final check, and focus on one type of error at a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Lire à voix haute, lire à partir de la fin phrase par phrase, imprimer le texte si possible, faire une courte pause avant la vérification finale, et se concentrer sur un type d&amp;#x27;erreur à la fois.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read from the end?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lire à partir de la fin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breaks the flow of meaning so you notice surface errors more easily instead of reading what you expect to see.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Cela casse le flux du sens pour que vous remarquiez plus facilement les erreurs de surface au lieu de lire ce que vous vous attendez à voir.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Improving style: variety and rhythm (Améliorer le style : variété et rythme)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style in academic writing?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que le style dans l&amp;#x27;écriture académique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 the way you combine clarity, precision, sentence variety, appropriate formality and smooth rhythm. Good style serves the message; it does not draw attention to itself.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la façon dont vous combinez clarté, précision, variété des phrases, formalité appropriée et rythme fluide. Un bon style sert le message ; il n&amp;#x27;attire pas l&amp;#x27;attention sur lui-même.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we improve sentence variety?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améliorer la variété des phrases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Mix short and longer sentences, use different openings, and combine simple, compound and complex structures without overcomplicating.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Mélangez phrases courtes et plus longues, utilisez des débuts différents, et combinez structures simples, composées et complexes sans trop compliquer.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Avoiding informal style in academic texts (Éviter le style informel dans les textes académiques)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Which informal features should we remove from academic writing?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traits informels devons-nous enlever de l&amp;#x27;écriture académique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Contractions (don&amp;#x27;t, can&amp;#x27;t), slang, chat-style abbreviations, excessive use of &amp;#x27;you&amp;#x27;, and overly emotional or conversational expressions.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contractions (don&amp;#x27;t, can&amp;#x27;t), l&amp;#x27;argot, les abréviations de type chat, l&amp;#x27;usage excessif de « you », et les expressions trop émotionnelles ou conversationnelles.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&amp;#x27;I&amp;#x27; always informal?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I » est-il toujours informel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In opinion essays and reflective writing it is often acceptable. In highly formal reports some teachers prefer impersonal constructions. Follow the required style.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Dans les essais d&amp;#x27;opinion et l&amp;#x27;écriture réflexive il est souvent acceptable. Dans les rapports très formels certains enseignants préfèrent des constructions impersonnelles. Suivez le style exigé.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Using tools wisely (Utiliser les outils avec sagesse)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helpful are grammar and spell checkers?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À quel point les correcteurs de grammaire et d&amp;#x27;orthographe sont-ils utiles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They are useful for catching many surface errors, but they are not perfect. They miss some mistakes and sometimes suggest wrong changes. Always review their suggestions.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Ils sont utiles pour attraper de nombreuses erreurs de surface, mais ils ne sont pas parfaits. Ils manquent certaines fautes et suggèrent parfois de mauvais changements. Examinez toujours leurs suggestions.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automatic translators and AI tools?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traducteurs automatiques et outils d&amp;#x27;IA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They can help with ideas or wording, but the final text must be yours. Over-reliance prevents learning and can produce unnatural or incorrect English.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Ils peuvent aider pour des idées ou des formulations, mais le texte final doit être le vôtre. Une dépendance excessive empêche l&amp;#x27;apprentissage et peut produire un anglais peu naturel ou incorrect.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15 — Peer editing (La révision par les pairs)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classmates help with editing?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les camarades peuvent-ils aider à la révision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They can check clarity, organisation and whether the argument is easy to follow. They may also notice errors you no longer see in your own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Ils peuvent vérifier la clarté, l&amp;#x27;organisation et si l&amp;#x27;argument est facile à suivre. Ils peuvent aussi remarquer des erreurs que vous ne voyez plus dans votre propre texte.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makes peer feedback useful?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qui rend le feedback des pairs utile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Specific comments, a balance of strengths and weaknesses, and a respectful tone. Vague praise or harsh criticism helps less.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Des commentaires précis, un équilibre entre points forts et faibles, et un ton respectueux. Les louanges vagues ou les critiques dures aident moins.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16 — Creating a personal editing checklist (Créer une checklist de révision personnelle)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should a personal checklist include?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doit inclure une checklist personnelle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Your frequent errors, plus general points: thesis clarity, paragraph unity, linking, sentence completeness, agreement, articles, spelling and punctuation.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Vos erreurs fréquentes, plus des points généraux : clarté de la thèse, unité des paragraphes, liaisons, complétude des phrases, accords, articles, orthographe et ponctuation.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often should we update the checklist?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À quelle fréquence mettre à jour la checklist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After each corrected assignment. Remove problems you have mastered and add new recurring ones.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Après chaque devoir corrigé. Enlevez les problèmes que vous avez maîtrisés et ajoutez les nouveaux récurrents.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17 — Editing under time pressure (Réviser sous pression de temps)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much time should we leave for editing in an exam?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Combien de temps laisser pour la révision dans un examen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At least 5–10 minutes for a short essay. Use them for a quick content check, then a fast proofreading pass for the most damaging errors.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Au moins 5–10 minutes pour un court essai. Utilisez-les pour une vérification rapide du contenu, puis une passe de relecture rapide pour les erreurs les plus dommageables.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should we prioritise if time is very short?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prioriser si le temps est très court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Clarity of the thesis, obvious organisation problems, and major grammar mistakes that block understanding. Small style issues can wait.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clarté de la thèse, les problèmes d&amp;#x27;organisation évidents, et les fautes de grammaire majeures qui bloquent la compréhension. Les petits problèmes de style peuvent attendre.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18 — Learning from corrected work (Apprendre des travaux corrigés)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should we do when we receive a corrected essay?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faire quand nous recevons un essai corrigé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Read all comments carefully, rewrite the weakest parts, and record the main error types in your checklist. Do not just look at the mark.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Lisez tous les commentaires attentivement, réécrivez les parties les plus faibles, et notez les principaux types d&amp;#x27;erreurs dans votre checklist. Ne regardez pas seulement la note.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rewriting the whole essay useful?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Réécrire tout l&amp;#x27;essai est-il utile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Sometimes yes, especially if organisation or argument was weak. At least rewrite the most problematic paragraphs.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Parfois oui, surtout si l&amp;#x27;organisation ou l&amp;#x27;argument était faible. Réécrivez au moins les paragraphes les plus problématiques.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19 — Building an editing habit (Construire une habitude de révision)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we make editing a regular habit?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faire de la révision une habitude régulière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Never submit a first draft. Always plan a short editing stage. Use the same checklist each time so the process becomes automatic.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Ne rendez jamais un premier brouillon. Planifiez toujours une courte étape de révision. Utilisez la même checklist à chaque fois pour que le processus devienne automatique.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editing become faster with practice?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révision devient-elle plus rapide avec la pratique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As you internalise good patterns and know your typical errors, you revise more quickly and more effectively.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À mesure que vous intériorisez de bons schémas et connaissez vos erreurs typiques, vous révisez plus rapidement et plus efficacement.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20 — Conclusion: From draft to polished text (Conclusion : Du brouillon au texte soigné)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should we remember from this course?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devons-nous retenir de ce cours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Edit from large to small, cut unnecessary words, improve clarity and organisation, proofread systematically, and learn from every corrected text. Good writing is rewriting.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Révisez du large au détail, coupez les mots inutiles, améliorez la clarté et l&amp;#x27;organisation, relisez systématiquement, et apprenez de chaque texte corrigé. Une bonne écriture est une réécriture.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practical step do you recommend now?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étape pratique recommandez-vous maintenant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Take a recent paragraph or short essay. Apply a full editing pass (content → organisation → clarity → style → proofreading) and compare the two versions.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Prenez un paragraphe ou court essai récent. Appliquez une passe de révision complète (contenu → organisation → clarté → style → relecture) et comparez les deux versions.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Thank you, sir. Editing feels more methodical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Merci, monsieur. La révision semble plus méthodique maintenant.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