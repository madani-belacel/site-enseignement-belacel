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Written Course2 Paragraphs Essay Structure Dialogues</a:t>
            </a:r>
          </a:p>
          <a:p>
            <a:pPr algn="ctr"/>
            <a:r>
              <a:rPr sz="1800">
                <a:solidFill>val="DFE5EA"/&gt;</a:solidFill>
              </a:rPr>
              <a:t>20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Why the paragraph is essential (Pourquoi le paragraphe est essentiel)</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do teachers insist so much on paragraphs?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les enseignants insistent-ils tant sur les paragraphes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a well-written paragraph is the foundation of all longer texts. If you can write clear paragraphs, you can write clear essays, reports and articles.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qu&amp;#x27;un paragraphe bien écrit est le fondement de tous les textes plus longs. Si vous savez écrire des paragraphes clairs, vous pourrez écrire des essais, rapports et articles clairs.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happens if paragraphs are weak?</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 se passe-t-il si les paragraphes sont faibles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The whole text becomes confusing. Ideas mix together, the reader gets lost, and the message is not communicated effectively.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Tout le texte devient confus. Les idées se mélangent, le lecteur se perd, et le message n&amp;#x27;est pas communiqué efficacement.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The structure of a good paragraph (La structure d&amp;#x27;un bon paragraphe)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the main parts of a paragraph?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sont les parties principales d&amp;#x27;un paragraphe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Typically three: a topic sentence (main idea), supporting sentences (explanation, examples, details), and sometimes a concluding or transitional sentence.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Typiquement trois : une phrase thématique (idée principale), des phrases de soutien (explication, exemples, détails), et parfois une phrase de conclusion ou de transition.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Does every paragraph need a concluding sentence?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Chaque paragraphe a-t-il besoin d&amp;#x27;une phrase de conclusion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Not always. In short paragraphs it may be unnecessary. In longer ones it helps reinforce the idea or prepare the next paragraph.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Pas toujours. Dans les courts paragraphes elle peut être inutile. Dans les plus longs elle aide à renforcer l&amp;#x27;idée ou à préparer le paragraphe suivant.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Writing effective topic sentences (Écrire des phrases thématiques efficaces)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I write a strong topic sentence?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écrire une phrase thématique forte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Make it clear, specific and limited enough to be developed in one paragraph. Avoid vague statements like &amp;#x27;Pollution is bad&amp;#x27; or announcements like &amp;#x27;I will talk about pollution&amp;#x27;.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Rendez-la claire, précise et suffisamment limitée pour être développée dans un seul paragraphe. Évitez les affirmations vagues comme « Pollution is bad » ou les annonces comme « I will talk about pollution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you give a better example?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Pouvez-vous donner un meilleur exemple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&amp;#x27;Air pollution in large cities has serious effects on public health.&amp;#x27; This is specific and can be supported with examples and explanations.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Air pollution in large cities has serious effects on public health. » C&amp;#x27;est précis et peut être soutenu par des exemples et des explications.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Supporting the topic sentence (Soutenir la phrase thématique)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kinds of support can we use?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types de soutien pouvons-nous utiliser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Explanations, examples, facts, reasons, short anecdotes, and comparisons. The support must be relevant and clearly linked to the topic sentence.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Des explications, exemples, faits, raisons, courtes anecdotes et comparaisons. Le soutien doit être pertinent et clairement lié à la phrase thématique.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many supporting sentences are enough?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Combien de phrases de soutien suffisent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Usually three to five, depending on the complexity of the idea. Quality and relevance matter more than number.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Habituellement trois à cinq, selon la complexité de l&amp;#x27;idée. La qualité et la pertinence comptent plus que le nombre.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Unity in the paragraph (L&amp;#x27;unité dans le paragraphe)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does paragraph unity mean?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signifie l&amp;#x27;unité du paragraphe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means that every sentence in the paragraph relates to the same main idea. Nothing off-topic should appear.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Cela signifie que chaque phrase du paragraphe se rapporte à la même idée principale. Rien hors sujet ne doit apparaître.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I do if I have an interesting but unrelated idea?</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 faire si j&amp;#x27;ai une idée intéressante mais non liée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Save it for another paragraph or another text. Including it will break the unity and confuse the reader.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Gardez-la pour un autre paragraphe ou un autre texte. L&amp;#x27;inclure cassera l&amp;#x27;unité et confondra le lecteur.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Coherence inside the paragraph (La cohérence à l&amp;#x27;intérieur du paragraphe)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I make the sentences flow logically?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faire en sorte que les phrases s&amp;#x27;enchaînent logiquement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Use a clear order (time, importance, general-to-specific…), repeat key words or use synonyms, and add linking words where necessary.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Utilisez un ordre clair (temps, importance, du général au spécifique…), répétez des mots-clés ou utilisez des synonymes, et ajoutez des mots de liaison si nécessaire.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Which linking words are most useful at paragraph level?</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Quels mots de liaison sont les plus utiles au niveau du paragraphe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&amp;#x27;For example&amp;#x27;, &amp;#x27;for instance&amp;#x27;, &amp;#x27;in addition&amp;#x27;, &amp;#x27;moreover&amp;#x27;, &amp;#x27;however&amp;#x27;, &amp;#x27;as a result&amp;#x27;, &amp;#x27;therefore&amp;#x27;, &amp;#x27;in other words&amp;#x27;.</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For example », « for instance », « in addition », « moreover », « however », « as a result », « therefore », « in other words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Common paragraph problems (Problèmes courants de paragraphe)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frequent mistakes in student paragraphs?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sont les erreurs fréquentes dans les paragraphes des étudiants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No clear topic sentence, too many ideas in one paragraph, irrelevant details, sudden changes of topic, and weak or missing links between sentences.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Pas de phrase thématique claire, trop d&amp;#x27;idées dans un seul paragraphe, détails non pertinents, changements soudains de sujet, et liens faibles ou absents entre les phrases.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check our own paragraphs?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vérifier nos propres paragraphes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Underline the topic sentence, then check that every other sentence supports it. Read the paragraph aloud to test the flow.</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Soulignez la phrase thématique, puis vérifiez que chaque autre phrase la soutient. Lisez le paragraphe à voix haute pour tester le flux.</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From paragraph to short essay (Du paragraphe au court essai)</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does a short essay relate to paragraphs?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un court essai se rapporte-t-il aux paragraphes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simple essay is a series of connected paragraphs: one for the introduction, one or more for the body, and one for the conclusion.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 essai simple est une série de paragraphes connectés : un pour l&amp;#x27;introduction, un ou plusieurs pour le développement, et un pour la conclusion.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mastering paragraphs is the first step to writing essays?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maîtriser les paragraphes est la première étape pour écrire des essais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Exactly. That is why we practise paragraphs intensively before longer texts.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Exactement. C&amp;#x27;est pourquoi nous pratiquons intensivement les paragraphes avant les textes plus longs.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The three-part essay structure (La structure de l&amp;#x27;essai en trois parties)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basic structure of a short academic essay?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 est la structure de base d&amp;#x27;un court essai académique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Introduction (present the topic and thesis), Body (develop the main points in separate paragraphs), Conclusion (summarise and close).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Introduction (présenter le sujet et la thèse), Développement (développer les points principaux dans des paragraphes séparés), Conclusion (résumer et clore).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long should each part be in a short essay?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doit être la longueur de chaque partie dans un court essai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For a 250–300 word essay: introduction about 40–50 words, body 150–200 words, conclusion 40–50 words. Proportions matter more than exact numbers.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 un essai de 250–300 mots : introduction environ 40–50 mots, développement 150–200 mots, conclusion 40–50 mots. Les proportions comptent plus que les chiffres exacts.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Writing a clear thesis statement (Écrire une thèse claire)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a thesis statement?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qu&amp;#x27;une thèse (thesis statement)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is the main claim or position of your essay, usually placed at the end of the introduction. It tells the reader what you will argue or explain.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C&amp;#x27;est l&amp;#x27;affirmation ou la position principale de votre essai, généralement placée à la fin de l&amp;#x27;introduction. Elle dit au lecteur ce que vous allez argumenter ou expliquer.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you give an example?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Pouvez-vous donner un exemple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&amp;#x27;Although social media connects people, it can also increase feelings of isolation among teenagers.&amp;#x27; This is clear and can be developed.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Although social media connects people, it can also increase feelings of isolation among teenagers. » C&amp;#x27;est clair et peut être développé.</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The introduction paragraph (Le paragraphe d&amp;#x27;introduction)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an introduction contain?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doit contenir une introduction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general opening (hook or background), a narrowing to the specific topic, and a clear thesis statement. Avoid starting with the thesis immediately.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Une ouverture générale (accroche ou contexte), un resserrement vers le sujet spécifique, et une thèse claire. Évitez de commencer directement par la thèse.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makes a good hook?</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Qu&amp;#x27;est-ce qui fait une bonne accroche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 surprising fact, a relevant question, a short example, or a general statement that the reader can relate to. It should lead naturally to the topic.</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Un fait surprenant, une question pertinente, un court exemple, ou une affirmation générale à laquelle le lecteur peut s&amp;#x27;identifier. Elle doit mener naturellement au sujet.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Body paragraphs in an essay (Les paragraphes de développement dans un essai)</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should body paragraphs be organised?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les paragraphes de développement doivent-ils être organisés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Each body paragraph develops one main point that supports the thesis. Start with a topic sentence linked to the thesis, then support it, then move to the next point.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Chaque paragraphe de développement développe un point principal qui soutient la thèse. Commencez par une phrase thématique liée à la thèse, puis soutenez-la, puis passez au point suivant.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many body paragraphs do we need?</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Combien de paragraphes de développement avons-nous besoin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For a short essay, usually two or three. More points require more paragraphs, but keep the essay balanced and focused.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 un court essai, généralement deux ou trois. Plus de points exigent plus de paragraphes, mais gardez l&amp;#x27;essai équilibré et focalisé.</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The conclusion paragraph (Le paragraphe de conclusion)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we do in the conclusion?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devons-nous faire dans la conclusion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Restate the thesis in different words, summarise the main points briefly, and end with a final thought or broader implication. Do not add new arguments.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Reformulez la thèse avec d&amp;#x27;autres mots, résumez brièvement les points principaux, et terminez par une pensée finale ou une implication plus large. N&amp;#x27;ajoutez pas de nouveaux arguments.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good to end with a question?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Est-il bien de terminer par une question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Sometimes, if it is relevant and thoughtful. But a clear concluding statement is often safer and stronger for academic writing.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Parfois, si elle est pertinente et réfléchie. Mais une affirmation conclusive claire est souvent plus sûre et plus forte pour l&amp;#x27;écriture académique.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Transitions between paragraphs (Transitions entre paragraphes)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connect paragraphs smoothly?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relier les paragraphes de façon fluide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Use transitional phrases at the beginning of a new paragraph: &amp;#x27;Another important point is…&amp;#x27;, &amp;#x27;In addition…&amp;#x27;, &amp;#x27;On the other hand…&amp;#x27;, &amp;#x27;Finally…&amp;#x27;.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Utilisez des expressions de transition au début d&amp;#x27;un nouveau paragraphe : « Another important point is… », « In addition… », « On the other hand… », « Finally…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the last sentence of a paragraph also prepare the next one?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dernière phrase d&amp;#x27;un paragraphe peut-elle aussi préparer le suivant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A good concluding sentence can create a bridge. This improves the overall flow of the essay.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Une bonne phrase de conclusion peut créer un pont. Cela améliore le flux global de l&amp;#x27;essai.</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15</a:t>
            </a:r>
          </a:p>
          <a:p>
            <a:pPr algn="ctr">
              <a:spcBef>
                <a:spcPts val="1200"/>
              </a:spcBef>
            </a:pPr>
            <a:r>
              <a:rPr sz="2000">
                <a:solidFill>val="DFE5EA"/&gt;</a:solidFill>
              </a:rPr>
              <a:t>🗣️ Dialogue 15 — Planning a short essay (Planifier un court essai)</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a simple way to plan a short essay?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 est une façon simple de planifier un court essai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1) Understand the question. 2) Decide your thesis. 3) List two or three supporting points. 4) Note examples for each point. 5) Decide the order. Then write.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1) Comprendre la question. 2) Décider de votre thèse. 3) Lister deux ou trois points de soutien. 4) Noter des exemples pour chaque point. 5) Décider de l&amp;#x27;ordre. Puis écrire.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long should planning take?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Combien de temps la planification doit-elle prendre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For a short timed essay, 5–10 minutes of planning is usually enough and saves time later.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 un court essai chronométré, 5–10 minutes de planification suffisent généralement et font gagner du temps plus tard.</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16</a:t>
            </a:r>
          </a:p>
          <a:p>
            <a:pPr algn="ctr">
              <a:spcBef>
                <a:spcPts val="1200"/>
              </a:spcBef>
            </a:pPr>
            <a:r>
              <a:rPr sz="2000">
                <a:solidFill>val="DFE5EA"/&gt;</a:solidFill>
              </a:rPr>
              <a:t>🗣️ Dialogue 16 — Writing under time pressure (Écrire sous pression de temps)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manage time in a writing exam?</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gérer le temps dans un examen d&amp;#x27;écriture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Allocate time: planning, writing, and a short revision. Do not spend too long on the introduction. Leave a few minutes at the end to check.</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Allouez du temps : planification, rédaction, et une courte révision. Ne passez pas trop de temps sur l&amp;#x27;introduction. Laissez quelques minutes à la fin pour vérifier.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if I run out of time?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si je manque de temps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Finish the sentence you are writing, add a brief conclusion if possible, and make sure what you have written is clear. An incomplete but organised text is better than a chaotic full one.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Terminez la phrase que vous écrivez, ajoutez une brève conclusion si possible, et assurez-vous que ce que vous avez écrit est clair. Un texte incomplet mais organisé vaut mieux qu&amp;#x27;un texte complet chaotique.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17</a:t>
            </a:r>
          </a:p>
          <a:p>
            <a:pPr algn="ctr">
              <a:spcBef>
                <a:spcPts val="1200"/>
              </a:spcBef>
            </a:pPr>
            <a:r>
              <a:rPr sz="2000">
                <a:solidFill>val="DFE5EA"/&gt;</a:solidFill>
              </a:rPr>
              <a:t>🗣️ Dialogue 17 — Revising paragraph and essay structure (Réviser la structure du paragraphe et de l&amp;#x27;essai)</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we check when revising structure?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devons-nous vérifier lors de la révision de la structure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Does each paragraph have a clear topic sentence? Does every sentence support it? Does the essay have a clear thesis, logical body points, and a proper conclusion?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Chaque paragraphe a-t-il une phrase thématique claire ? Chaque phrase la soutient-elle ? L&amp;#x27;essai a-t-il une thèse claire, des points de développement logiques, et une vraie conclusion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useful to outline the essay after writing it?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Est-il utile de faire le plan de l&amp;#x27;essai après l&amp;#x27;avoir écrit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Writing a quick reverse outline (one phrase per paragraph) shows immediately if the structure is clear or needs reorganisation.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Faire un plan inversé rapide (une phrase par paragraphe) montre immédiatement si la structure est claire ou a besoin d&amp;#x27;être réorganisée.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18</a:t>
            </a:r>
          </a:p>
          <a:p>
            <a:pPr algn="ctr">
              <a:spcBef>
                <a:spcPts val="1200"/>
              </a:spcBef>
            </a:pPr>
            <a:r>
              <a:rPr sz="2000">
                <a:solidFill>val="DFE5EA"/&gt;</a:solidFill>
              </a:rPr>
              <a:t>🗣️ Dialogue 18 — Model paragraphs and learning from them (Paragraphes modèles et apprendre d&amp;#x27;eux)</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model texts help us improve?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les textes modèles peuvent-ils nous aider à progresser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Analyse how the writer builds the topic sentence, develops support, uses links, and concludes. Then try to imitate the structure with your own content.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Analysez comment l&amp;#x27;auteur construit la phrase thématique, développe le soutien, utilise les liens, et conclut. Puis essayez d&amp;#x27;imiter la structure avec votre propre contenu.</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copy model sentences?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copier les phrases modèles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You can borrow useful structures and phrases, but the ideas and most of the wording must be yours. Copying content is plagiarism.</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Vous pouvez emprunter des structures et phrases utiles, mais les idées et la plus grande partie du libellé doivent être les vôtres. Copier le contenu est du plagiat.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19</a:t>
            </a:r>
          </a:p>
          <a:p>
            <a:pPr algn="ctr">
              <a:spcBef>
                <a:spcPts val="1200"/>
              </a:spcBef>
            </a:pPr>
            <a:r>
              <a:rPr sz="2000">
                <a:solidFill>val="DFE5EA"/&gt;</a:solidFill>
              </a:rPr>
              <a:t>🗣️ Dialogue 19 — Practising paragraph writing regularly (Pratiquer l&amp;#x27;écriture de paragraphes régulièrement)</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a good weekly practice for paragraphs?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 est une bonne pratique hebdomadaire pour les paragraphes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Write two or three short paragraphs on different topics. Focus one week on topic sentences, another on support and examples, another on linking words.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Écrivez deux ou trois courts paragraphes sur des sujets différents. Concentrez une semaine sur les phrases thématiques, une autre sur le soutien et les exemples, une autre sur les mots de liaison.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always ask for feedback?</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toujours demander du feedback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When possible yes. Peer or teacher feedback accelerates improvement. Self-checking with a checklist is also very useful.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Quand c&amp;#x27;est possible oui. Le feedback des pairs ou de l&amp;#x27;enseignant accélère le progrès. L&amp;#x27;auto-vérification avec une checklist est aussi très utile.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20</a:t>
            </a:r>
          </a:p>
          <a:p>
            <a:pPr algn="ctr">
              <a:spcBef>
                <a:spcPts val="1200"/>
              </a:spcBef>
            </a:pPr>
            <a:r>
              <a:rPr sz="2000">
                <a:solidFill>val="DFE5EA"/&gt;</a:solidFill>
              </a:rPr>
              <a:t>🗣️ Dialogue 20 — Conclusion: From paragraphs to confident essay writing (Conclusion : Des paragraphes à une écriture d&amp;#x27;essai confiante)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the key points to remember from this course?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sont les points clés à retenir de ce cours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Master the paragraph (topic sentence + support + unity + coherence). Then build short essays with a clear introduction, body and conclusion. Plan, write, and revise.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Maîtrisez le paragraphe (phrase thématique + soutien + unité + cohérence). Puis construisez de courts essais avec une introduction, un développement et une conclusion clairs. Planifiez, écrivez et révisez.</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practical task do you recommend now?</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tâche pratique recommandez-vous maintenant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Write one well-structured paragraph on a familiar topic, then expand it into a short three-paragraph essay. Check unity, coherence and the thesis.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Écrivez un paragraphe bien structuré sur un sujet familier, puis développez-le en un court essai de trois paragraphes. Vérifiez l&amp;#x27;unité, la cohérence et la thèse.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Thank you, sir. The structure is much clearer now.</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Merci, monsieur. La structure est beaucoup plus claire maintenant.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