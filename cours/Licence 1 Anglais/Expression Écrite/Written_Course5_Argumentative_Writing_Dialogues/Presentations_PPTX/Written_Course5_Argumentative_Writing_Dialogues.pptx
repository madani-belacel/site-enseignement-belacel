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Written Course5 Argumentative Writing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argumentative writing? (Qu&amp;#x27;est-ce que l&amp;#x27;écriture argumentative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argumentative writing different from other types?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quoi l&amp;#x27;écriture argumentative est-elle différente des autres types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aims to persuade the reader of a position by giving reasons, evidence and logical organisation. It is not just describing or telling a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vise à persuader le lecteur d&amp;#x27;une position en donnant des raisons, des preuves et une organisation logique. Ce n&amp;#x27;est pas seulement décrire ou raconter une histoire.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we always have to take one side?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toujours prendre un seul côté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many opinion essays yes. You defend one main thesis. You can still mention other views, but your position should remain clear.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beaucoup d&amp;#x27;essais d&amp;#x27;opinion oui. Vous défendez une thèse principale. Vous pouvez encore mentionner d&amp;#x27;autres points de vue, mais votre position doit rester claire.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Choosing and stating a clear position (Choisir et énoncer une position claire)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decide my position on a topic?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décider de ma position sur un sujet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Read the question carefully, think about reasons for both sides, then choose the side you can support more convincingly with the knowledge you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Lisez attentivement la question, réfléchissez aux raisons des deux côtés, puis choisissez le côté que vous pouvez soutenir plus convaincamment avec les connaissances que vous avez.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should the position appear in the essay?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la position doit-elle apparaître dans l&amp;#x27;essai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in the thesis statement at the end of the introduction. The rest of the essay then develops and defends that position.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Habituellement dans la thèse à la fin de l&amp;#x27;introduction. Le reste de l&amp;#x27;essai développe et défend ensuite cette position.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The structure of an opinion essay (La structure d&amp;#x27;un essai d&amp;#x27;opinion)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typical structure for an opinion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une structure typique pour un essai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Introduction with thesis, two or three body paragraphs each with one main reason, and a conclusion that restates the position and closes the argument.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Introduction avec thèse, deux ou trois paragraphes de développement chacun avec une raison principale, et une conclusion qui reformule la position et clôt l&amp;#x27;argument.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have a paragraph for the opposing view?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avoir un paragraphe pour le point de vue opposé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Many good essays include a short counter-argument paragraph and then refute it. This strengthens your own position.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Beaucoup de bons essais incluent un court paragraphe de contre-argument puis le réfutent. Cela renforce votre propre position.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Writing a strong thesis for an opinion essay (Écrire une thèse forte pour un essai d&amp;#x27;opinion)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a good thesis in argumentative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fait une bonne thèse dans l&amp;#x27;écriture argumentative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must be clear, debatable, and specific enough to be supported in the essay. Avoid statements of pure fact or very vague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doit être claire, discutable, et suffisamment précise pour être soutenue dans l&amp;#x27;essai. Évitez les affirmations de pur fait ou les affirmations très vagues.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&amp;#x27;Universities should offer more online courses because they increase flexibility and access for students who work or live far from campus.&amp;#x27;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Universities should offer more online courses because they increase flexibility and access for students who work or live far from campus. »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Supporting reasons with examples (Soutenir les raisons avec des exemples)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important are examples in an opinion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 point les exemples sont-ils importants dans un essai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important. Reasons without support remain abstract. Concrete examples, facts or short illustrations make the argument more convincing.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importants. Les raisons sans soutien restent abstraites. Des exemples concrets, des faits ou de courtes illustrations rendent l&amp;#x27;argument plus convaincant.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kinds of examples work well at our level?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d&amp;#x27;exemples fonctionnent bien à notre niveau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Everyday situations, simple statistics you know, historical or current events you can explain briefly, and logical consequences of the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situations quotidiennes, des statistiques simples que vous connaissez, des événements historiques ou actuels que vous pouvez expliquer brièvement, et des conséquences logiques de l&amp;#x27;idée.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Developing body paragraphs in argumentative writing (Développer les paragraphes de développement dans l&amp;#x27;écriture argumentative)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a body paragraph be organised in an opinion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un paragraphe de développement doit-il être organisé dans un essai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Topic sentence stating the reason, explanation of the reason, one or two examples or pieces of support, and a link back to the thesis or to the next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Phrase thématique énonçant la raison, explication de la raison, un ou deux exemples ou éléments de soutien, et un lien vers la thèse ou le point suivant.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every paragraph mention the thesis?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Chaque paragraphe doit-il mentionner la thèse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necessarily with the same words, but the reader should clearly see how the paragraph supports the overall position.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nécessairement avec les mêmes mots, mais le lecteur doit clairement voir comment le paragraphe soutient la position globale.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Acknowledging the other side (Reconnaître l&amp;#x27;autre côté)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should we mention opposing arguments?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devrions-nous mentionner les arguments opposés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shows that you have thought carefully about the issue. Ignoring the other side can make your essay look one-sided or naive.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cela montre que vous avez réfléchi soigneusement à la question. Ignorer l&amp;#x27;autre côté peut rendre votre essai partial ou naïf.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present the opposing view fairly?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présenter le point de vue opposé équitablement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State it clearly and calmly, without exaggeration or mockery. Then explain why your position is still stronger.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Énoncez-le clairement et calmement, sans exagération ni moquerie. Puis expliquez pourquoi votre position reste plus forte.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Refuting counter-arguments (Réfuter les contre-arguments)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refute an opposing argument effectively?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réfuter efficacement un argument opposé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Show that it is weak, incomplete, based on a misunderstanding, or less important than your reasons. Use evidence or logic, not just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 qu&amp;#x27;il est faible, incomplet, fondé sur un malentendu, ou moins important que vos raisons. Utilisez des preuves ou de la logique, pas seulement une affirmation.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language is useful for refutation?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langage est utile pour la réfutation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&amp;#x27;While it is true that…, this does not mean…&amp;#x27;, &amp;#x27;Some people argue that…, however…&amp;#x27;, &amp;#x27;This view overlooks the fact that…&amp;#x27;.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While it is true that…, this does not mean… », « Some people argue that…, however… », « This view overlooks the fact that…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Useful language for opinion essays (Langage utile pour les essais d&amp;#x27;opinion)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phrases help us express and support opinions in writing?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phrases aident à exprimer et soutenir des opinions à l&amp;#x27;écrit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&amp;#x27;In my view…&amp;#x27;, &amp;#x27;I believe that…&amp;#x27;, &amp;#x27;One important reason is…&amp;#x27;, &amp;#x27;This is because…&amp;#x27;, &amp;#x27;For example…&amp;#x27;, &amp;#x27;As a result…&amp;#x27;, &amp;#x27;Therefore…&amp;#x27;.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In my view… », « I believe that… », « One important reason is… », « This is because… », « For example… », « As a result… », « Therefore…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use &amp;#x27;I&amp;#x27; in academic opinion essays?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utiliser « I » dans les essais d&amp;#x27;opinion académiques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depends on the instructions. Many teachers accept &amp;#x27;I think / I believe&amp;#x27; in opinion essays. Others prefer more impersonal forms. Always check.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dépend des consignes. Beaucoup d&amp;#x27;enseignants acceptent « I think / I believe » dans les essais d&amp;#x27;opinion. D&amp;#x27;autres préfèrent des formes plus impersonnelles. Vérifiez toujours.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Ordering arguments effectively (Ordonner les arguments efficacement)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which order should we present our reasons?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quel ordre présenter nos raisons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Common strategies: strongest reason last (for a strong finish), or strongest first (to convince early). Choose one pattern and stay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Stratégies courantes : la raison la plus forte en dernier (pour une fin forte), ou la plus forte en premier (pour convaincre tôt). Choisissez un schéma et restez cohérent.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the counter-argument come before or after our main reasons?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contre-argument doit-il venir avant ou après nos raisons principales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Often after one or two of your reasons, so the reader already knows your position, then you deal with the opposition and reinforce your 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Souvent après une ou deux de vos raisons, pour que le lecteur connaisse déjà votre position, puis vous traitez l&amp;#x27;opposition et renforcez votre point de vue.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Writing the introduction of an opinion essay (Écrire l&amp;#x27;introduction d&amp;#x27;un essai d&amp;#x27;opinion)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the introduction do in an argumentative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doit faire l&amp;#x27;introduction dans un essai argumentatif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Present the topic, give brief context if needed, and end with a clear thesis that states your position. Avoid long background that delays the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Présenter le sujet, donner un bref contexte si nécessaire, et terminer par une thèse claire qui énonce votre position. Évitez un long arrière-plan qui retarde la thèse.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 hook necessary?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accroche est-elle nécessaire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useful but not mandatory. A relevant fact, question or short example can engage the reader, provided it leads naturally to the thesis.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est utile mais pas obligatoire. Un fait, une question ou un court exemple pertinent peut engager le lecteur, à condition qu&amp;#x27;il mène naturellement à la thèse.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Writing a strong conclusion (Écrire une conclusion forte)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a good conclusion for an opinion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fait une bonne conclusion pour un essai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restates the thesis in different words, briefly recalls the main reasons, and ends with a final comment, recommendation or broader implication. No new arguments.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 reformule la thèse avec d&amp;#x27;autres mots, rappelle brièvement les raisons principales, et se termine par un commentaire final, une recommandation ou une implication plus large. Pas de nouveaux arguments.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end with a call to 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terminer par un appel à l&amp;#x27;action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if it fits the topic and the level of formality. It should feel natural, not forced or overly dramatic.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si cela convient au sujet et au niveau de formalité. Cela doit paraître naturel, non forcé ou trop dramatique.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Common weaknesses in student opinion essays (Faiblesses courantes dans les essais d&amp;#x27;opinion des étudiants)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problems appear most often in our opinion essays?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problèmes apparaissent le plus souvent dans nos essais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Unclear thesis, reasons without examples, one-sided arguments, weak organisation, and conclusions that simply repeat the introduction word for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Thèse peu claire, raisons sans exemples, arguments à sens unique, organisation faible, et conclusions qui répètent simplement l&amp;#x27;introduction mot pour mot.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avoid a one-sided essay?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éviter un essai à sens unique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Include at least a short recognition of the other side and a reply. Even two or three sentences can improve balance and credibility.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Incluez au moins une courte reconnaissance de l&amp;#x27;autre côté et une réponse. Même deux ou trois phrases peuvent améliorer l&amp;#x27;équilibre et la crédibilité.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Staying relevant to the question (Rester pertinent par rapport à la question)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I have interesting ideas that are not exactly on the topic?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j&amp;#x27;ai des idées intéressantes qui ne sont pas exactement sur le sujet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 not include them. Relevance is essential. Every paragraph must help answer the specific question that was asked.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les incluez pas. La pertinence est essentielle. Chaque paragraphe doit aider à répondre à la question précise qui a été posée.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we check relevance while writing?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vérifier la pertinence en écrivant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each paragraph ask: Does this directly support my thesis and answer the question? If not, cut or rewrite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chaque paragraphe demandez-vous : Cela soutient-il directement ma thèse et répond-il à la question ? Sinon, coupez ou réécrivez.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Tone and style in argumentative writing (Ton et style dans l&amp;#x27;écriture argumentative)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tone should we use in an opinion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ton devons-nous utiliser dans un essai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Calm, reasonable and respectful. Avoid aggressive language, insults, or exaggerated claims. Strong arguments do not need a harsh 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Calme, raisonnable et respectueux. Évitez le langage agressif, les insultes ou les affirmations exagérées. De solides arguments n&amp;#x27;ont pas besoin d&amp;#x27;un ton dur.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emotional language acceptable?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langage émotionnel est-il acceptable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Limited and controlled emotion can help, but the core of the essay should remain logical and evidence-based.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émotion limitée et contrôlée peut aider, mais le cœur de l&amp;#x27;essai doit rester logique et fondé sur des preuves.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Planning an opinion essay under time pressure (Planifier un essai d&amp;#x27;opinion sous pression de temps)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plan in a timed writing exam?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planifier dans un examen d&amp;#x27;écriture chronométré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Spend 5–8 minutes: understand the question, decide your position, list 2–3 reasons with a quick example for each, and note one counter-argument if you plan to include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Passez 5–8 minutes : comprendre la question, décider de votre position, lister 2–3 raisons avec un exemple rapide pour chacune, et noter un contre-argument si vous prévoyez de l&amp;#x27;inclure.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worth planning when time is short?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vaut-il la peine de planifier quand le temps est court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 short plan prevents confusion and helps you write faster and more clearly afterwards.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Un court plan évite la confusion et vous aide à écrire plus vite et plus clairement ensuite.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Using linking words in argumentative writing (Utiliser les mots de liaison dans l&amp;#x27;écriture argumentative)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linkers are especially useful in opinion essays?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connecteurs sont particulièrement utiles dans les essais d&amp;#x27;opinion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reasons: &amp;#x27;firstly&amp;#x27;, &amp;#x27;another reason&amp;#x27;, &amp;#x27;moreover&amp;#x27;. For contrast: &amp;#x27;however&amp;#x27;, &amp;#x27;on the other hand&amp;#x27;. For result: &amp;#x27;therefore&amp;#x27;, &amp;#x27;as a result&amp;#x27;. For examples: &amp;#x27;for instance&amp;#x27;.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raisons : « firstly », « another reason », « moreover ». Pour le contraste : « however », « on the other hand ». Pour le résultat : « therefore », « as a result ». Pour les exemples : « for instance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we start every sentence with a linker?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Devons-nous commencer chaque phrase par un connecteur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Use them where they clarify relationships. Overuse makes the style heavy and mechanical.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Utilisez-les là où ils clarifient les relations. La surutilisation rend le style lourd et mécanique.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Revising an opinion essay (Réviser un essai d&amp;#x27;opinion)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we check when revising an argumentative essay?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vérifier lors de la révision d&amp;#x27;un essai argumentatif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Clear thesis, relevant reasons, sufficient support, acknowledgement of other views if required, logical order, effective conclusion, and language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Thèse claire, raisons pertinentes, soutien suffisant, reconnaissance d&amp;#x27;autres points de vue si requis, ordre logique, conclusion efficace, et exactitude de la langue.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reading aloud useful for argumentative texts too?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Lire à voix haute est-il utile aussi pour les textes argumentatifs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It helps you notice weak links, unclear claims and awkward sentences that silent reading often misses.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Cela vous aide à remarquer les liens faibles, les affirmations peu claires et les phrases maladroites que la lecture silencieuse rate souvent.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Practising with common opinion topics (S&amp;#x27;entraîner avec des sujets d&amp;#x27;opinion courants)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topics are useful for practice at our level?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sujets sont utiles pour s&amp;#x27;entraîner à notre niveau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Education, technology, environment, health, social media, work and studies, city life versus country life, and simple ethical questions related to daily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L&amp;#x27;éducation, la technologie, l&amp;#x27;environnement, la santé, les réseaux sociaux, le travail et les études, la vie en ville versus à la campagne, et de simples questions éthiques liées à la vie quotidienne.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often should we write full opinion essays?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quelle fréquence devrions-nous écrire des essais d&amp;#x27;opinion complets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One well-planned essay every one or two weeks is a good rhythm, plus shorter paragraph practice on individual reasons.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essai bien planifié toutes les une ou deux semaines est un bon rythme, plus une pratique de paragraphes plus courts sur des raisons individuelles.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Becoming a clearer argumentative writer (Conclusion : Devenir un scripteur argumentatif plus clair)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key points of this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points clés de ce cours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Take a clear position, support it with reasons and examples, acknowledge and refute other views when useful, organise the essay logically, and revise for relevance and clarity.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Prenez une position claire, soutenez-la par des raisons et des exemples, reconnaissez et réfutez d&amp;#x27;autres points de vue quand c&amp;#x27;est utile, organisez l&amp;#x27;essai logiquement, et révisez pour la pertinence et la clarté.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next step do you recommend?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prochaine étape pratique recommandez-vous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Choose a familiar opinion topic, write a clear thesis, plan two reasons with examples, and produce a short essay. Then revise specifically for argument strength and organisation.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Choisissez un sujet d&amp;#x27;opinion familier, écrivez une thèse claire, planifiez deux raisons avec exemples, et produisez un court essai. Puis révisez spécifiquement pour la force de l&amp;#x27;argument et l&amp;#x27;organisation.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Argumentative writing feels more structured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L&amp;#x27;écriture argumentative semble plus structurée maintenant.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