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371600"/>
            <a:ext cx="10362895" cy="1828800"/>
          </a:xfrm>
          <a:prstGeom prst="rect">
            <a:avLst/>
          </a:prstGeom>
          <a:noFill/>
        </p:spPr>
        <p:txBody>
          <a:bodyPr wrap="square">
            <a:spAutoFit/>
          </a:bodyPr>
          <a:lstStyle/>
          <a:p>
            <a:pPr algn="ctr"/>
            <a:r>
              <a:rPr sz="3600" b="1">
                <a:solidFill>val="FFFFFF"/&gt;</a:solidFill>
              </a:rPr>
              <a:t>Written Course3 Cohesion Linking Dialogues</a:t>
            </a:r>
          </a:p>
          <a:p>
            <a:pPr algn="ctr"/>
            <a:r>
              <a:rPr sz="1800">
                <a:solidFill>val="DFE5EA"/&gt;</a:solidFill>
              </a:rPr>
              <a:t>20 dialogues | EN-FR | Dr. BELACEL Madani</a:t>
            </a:r>
          </a:p>
        </p:txBody>
      </p:sp>
      <p:sp>
        <p:nvSpPr>
          <p:cNvPr id="990001" name="Pied de page FLE"/>
          <p:cNvSpPr>
            <a:spLocks noGrp="1"/>
          </p:cNvSpPr>
          <p:nvPr/>
        </p:nvSpPr>
        <p:spPr>
          <a:xfrm>
            <a:off x="5562295" y="13716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a:t>
            </a:r>
          </a:p>
          <a:p>
            <a:pPr algn="ctr">
              <a:spcBef>
                <a:spcPts val="1200"/>
              </a:spcBef>
            </a:pPr>
            <a:r>
              <a:rPr sz="2000">
                <a:solidFill>val="DFE5EA"/&gt;</a:solidFill>
              </a:rPr>
              <a:t>🗣️ Dialogue 1 — What is cohesion in writing? (Qu&amp;#x27;est-ce que la cohésion à l&amp;#x27;écrit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do we mean by cohesion?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signifie la cohésion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Cohesion is the way sentences and ideas are linked so that the text holds together. It uses linking words, pronouns, synonyms and logical order.</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La cohésion est la façon dont les phrases et les idées sont liées pour que le texte tienne ensemble. Elle utilise des mots de liaison, des pronoms, des synonymes et un ordre logique.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cohesion the same as coherence?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 cohésion est-elle la même chose que la cohérence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They are related but different. Coherence is about logical organisation of ideas. Cohesion is about the linguistic links that connect sentences.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Elles sont liées mais différentes. La cohérence concerne l&amp;#x27;organisation logique des idées. La cohésion concerne les liens linguistiques qui connectent les phrases.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a:t>
            </a:r>
          </a:p>
          <a:p>
            <a:pPr algn="ctr">
              <a:spcBef>
                <a:spcPts val="1200"/>
              </a:spcBef>
            </a:pPr>
            <a:r>
              <a:rPr sz="2000">
                <a:solidFill>val="DFE5EA"/&gt;</a:solidFill>
              </a:rPr>
              <a:t>🗣️ Dialogue 2 — Why linking words matter (Pourquoi les mots de liaison comptent)</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Can we write without linking words?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Pouvons-nous écrire sans mots de liaison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Technically yes, but the text will feel disconnected and harder to follow. Linking words guide the reader and show the relationship between ideas.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Techniquement oui, mais le texte semblera décousu et plus difficile à suivre. Les mots de liaison guident le lecteur et montrent la relation entre les idées.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Do we need many different ones?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En avons-nous besoin de beaucoup de différents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 core set is enough at the beginning: addition, contrast, cause-effect, example, and sequence. Master these first, then expand.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Un ensemble de base suffit au début : addition, contraste, cause-effet, exemple et séquence. Maîtrisez ceux-ci d&amp;#x27;abord, puis élargissez.</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3</a:t>
            </a:r>
          </a:p>
          <a:p>
            <a:pPr algn="ctr">
              <a:spcBef>
                <a:spcPts val="1200"/>
              </a:spcBef>
            </a:pPr>
            <a:r>
              <a:rPr sz="2000">
                <a:solidFill>val="DFE5EA"/&gt;</a:solidFill>
              </a:rPr>
              <a:t>🗣️ Dialogue 3 — Linking words for addition (Mots de liaison pour l&amp;#x27;addition)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Which words can we use to add information?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mots pouvons-nous utiliser pour ajouter des informations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&amp;#x27;And&amp;#x27;, &amp;#x27;also&amp;#x27;, &amp;#x27;in addition&amp;#x27;, &amp;#x27;moreover&amp;#x27;, &amp;#x27;furthermore&amp;#x27;, &amp;#x27;what is more&amp;#x27;, &amp;#x27;as well as&amp;#x27;. Choose according to the level of formality.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 And », « also », « in addition », « moreover », « furthermore », « what is more », « as well as ». Choisissez selon le niveau de formalité.</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&amp;#x27;and&amp;#x27; always enough?</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 And » suffit-il toujours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For simple sentences yes. In academic writing, &amp;#x27;in addition&amp;#x27; or &amp;#x27;moreover&amp;#x27; often sound more appropriate between sentences or paragraphs.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 des phrases simples oui. Dans l&amp;#x27;écriture académique, « in addition » ou « moreover » sonnent souvent plus appropriés entre phrases ou paragraphes.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4</a:t>
            </a:r>
          </a:p>
          <a:p>
            <a:pPr algn="ctr">
              <a:spcBef>
                <a:spcPts val="1200"/>
              </a:spcBef>
            </a:pPr>
            <a:r>
              <a:rPr sz="2000">
                <a:solidFill>val="DFE5EA"/&gt;</a:solidFill>
              </a:rPr>
              <a:t>🗣️ Dialogue 4 — Linking words for contrast (Mots de liaison pour le contraste)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we show contrast between ideas?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montrer un contraste entre des idées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&amp;#x27;But&amp;#x27;, &amp;#x27;however&amp;#x27;, &amp;#x27;although&amp;#x27;, &amp;#x27;even though&amp;#x27;, &amp;#x27;on the other hand&amp;#x27;, &amp;#x27;nevertheless&amp;#x27;, &amp;#x27;while&amp;#x27;, &amp;#x27;whereas&amp;#x27;.</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 But », « however », « although », « even though », « on the other hand », « nevertheless », « while », « whereas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is the difference between &amp;#x27;but&amp;#x27; and &amp;#x27;however&amp;#x27;?</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Quelle est la différence entre « but » et « however »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&amp;#x27;But&amp;#x27; usually joins two parts of the same sentence. &amp;#x27;However&amp;#x27; often starts a new sentence and is more formal.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 But » relie généralement deux parties de la même phrase. « However » commence souvent une nouvelle phrase et est plus formel.</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5</a:t>
            </a:r>
          </a:p>
          <a:p>
            <a:pPr algn="ctr">
              <a:spcBef>
                <a:spcPts val="1200"/>
              </a:spcBef>
            </a:pPr>
            <a:r>
              <a:rPr sz="2000">
                <a:solidFill>val="DFE5EA"/&gt;</a:solidFill>
              </a:rPr>
              <a:t>🗣️ Dialogue 5 — Cause, effect and result (Cause, effet et résultat)</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Which linkers express cause and result?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connecteurs expriment la cause et le résultat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Cause: &amp;#x27;because&amp;#x27;, &amp;#x27;since&amp;#x27;, &amp;#x27;as&amp;#x27;, &amp;#x27;due to&amp;#x27;. Result: &amp;#x27;so&amp;#x27;, &amp;#x27;therefore&amp;#x27;, &amp;#x27;as a result&amp;#x27;, &amp;#x27;consequently&amp;#x27;, &amp;#x27;thus&amp;#x27;.</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Cause : « because », « since », « as », « due to ». Résultat : « so », « therefore », « as a result », « consequently », « thus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Can we use &amp;#x27;so&amp;#x27; in formal writing?</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Pouvons-nous utiliser « so » dans l&amp;#x27;écriture formelle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It is acceptable but &amp;#x27;therefore&amp;#x27; or &amp;#x27;as a result&amp;#x27; are often preferred in academic texts.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C&amp;#x27;est acceptable mais « therefore » ou « as a result » sont souvent préférés dans les textes académiques.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6</a:t>
            </a:r>
          </a:p>
          <a:p>
            <a:pPr algn="ctr">
              <a:spcBef>
                <a:spcPts val="1200"/>
              </a:spcBef>
            </a:pPr>
            <a:r>
              <a:rPr sz="2000">
                <a:solidFill>val="DFE5EA"/&gt;</a:solidFill>
              </a:rPr>
              <a:t>🗣️ Dialogue 6 — Giving examples (Donner des exemples)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do we introduce examples clearly?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introduire clairement des exemples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&amp;#x27;For example&amp;#x27;, &amp;#x27;for instance&amp;#x27;, &amp;#x27;such as&amp;#x27;, &amp;#x27;like&amp;#x27;, &amp;#x27;including&amp;#x27;, &amp;#x27;a case in point is…&amp;#x27;.</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 For example », « for instance », « such as », « like », « including », « a case in point is…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&amp;#x27;like&amp;#x27; formal enough?</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 Like » est-il assez formel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In academic writing prefer &amp;#x27;such as&amp;#x27; or &amp;#x27;for example&amp;#x27;. &amp;#x27;Like&amp;#x27; is more informal and can be ambiguous.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Dans l&amp;#x27;écriture académique préférez « such as » ou « for example ». « Like » est plus informel et peut être ambigu.</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7</a:t>
            </a:r>
          </a:p>
          <a:p>
            <a:pPr algn="ctr">
              <a:spcBef>
                <a:spcPts val="1200"/>
              </a:spcBef>
            </a:pPr>
            <a:r>
              <a:rPr sz="2000">
                <a:solidFill>val="DFE5EA"/&gt;</a:solidFill>
              </a:rPr>
              <a:t>🗣️ Dialogue 7 — Sequence and time linkers (Connecteurs de séquence et de temps)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Which words help us organise ideas in order?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mots nous aident à organiser les idées dans l&amp;#x27;ordre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&amp;#x27;First&amp;#x27;, &amp;#x27;second&amp;#x27;, &amp;#x27;then&amp;#x27;, &amp;#x27;next&amp;#x27;, &amp;#x27;after that&amp;#x27;, &amp;#x27;finally&amp;#x27;, &amp;#x27;lastly&amp;#x27;, &amp;#x27;to begin with&amp;#x27;, &amp;#x27;in the end&amp;#x27;.</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 First », « second », « then », « next », « after that », « finally », « lastly », « to begin with », « in the end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Are they only for narrative texts?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Sont-ils seulement pour les textes narratifs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 They are also useful in argumentative and explanatory writing to guide the reader through steps or points.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Non. Ils sont aussi utiles dans l&amp;#x27;écriture argumentative et explicative pour guider le lecteur à travers des étapes ou des points.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8</a:t>
            </a:r>
          </a:p>
          <a:p>
            <a:pPr algn="ctr">
              <a:spcBef>
                <a:spcPts val="1200"/>
              </a:spcBef>
            </a:pPr>
            <a:r>
              <a:rPr sz="2000">
                <a:solidFill>val="DFE5EA"/&gt;</a:solidFill>
              </a:rPr>
              <a:t>🗣️ Dialogue 8 — Reference words (this, these, it, they…) (Mots de référence (this, these, it, they…))</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do reference words create cohesion?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les mots de référence créent-ils de la cohésion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They refer back to something already mentioned and avoid repetition. &amp;#x27;This&amp;#x27; can refer to a whole idea; &amp;#x27;it&amp;#x27; or &amp;#x27;they&amp;#x27; to a noun.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Ils renvoient à quelque chose déjà mentionné et évitent la répétition. « This » peut renvoyer à toute une idée ; « it » ou « they » à un nom.</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problem should we avoid?</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 problème devons-nous éviter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Unclear reference. The reader must know exactly what &amp;#x27;this&amp;#x27; or &amp;#x27;it&amp;#x27; refers to. If there is any doubt, repeat the noun.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 référence peu claire. Le lecteur doit savoir exactement à quoi « this » ou « it » renvoie. S&amp;#x27;il y a un doute, répétez le nom.</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9</a:t>
            </a:r>
          </a:p>
          <a:p>
            <a:pPr algn="ctr">
              <a:spcBef>
                <a:spcPts val="1200"/>
              </a:spcBef>
            </a:pPr>
            <a:r>
              <a:rPr sz="2000">
                <a:solidFill>val="DFE5EA"/&gt;</a:solidFill>
              </a:rPr>
              <a:t>🗣️ Dialogue 9 — Avoiding excessive repetition (Éviter les répétitions excessives)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Is repeating the same word always bad?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Répéter le même mot est-il toujours mauvais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Not always. Sometimes repetition is useful for clarity or emphasis. But unnecessary repetition of content words makes writing heavy.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Pas toujours. Parfois la répétition est utile pour la clarté ou l&amp;#x27;emphase. Mais la répétition inutile de mots de contenu alourdit l&amp;#x27;écriture.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can we reduce it?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la réduire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Use synonyms, pronouns, and reference words carefully. Also restructure sentences so the same idea does not need to be restated fully.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Utilisez des synonymes, des pronoms et des mots de référence avec soin. Restructurez aussi les phrases pour que la même idée n&amp;#x27;ait pas besoin d&amp;#x27;être reformulée entièrement.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10</a:t>
            </a:r>
          </a:p>
          <a:p>
            <a:pPr algn="ctr">
              <a:spcBef>
                <a:spcPts val="1200"/>
              </a:spcBef>
            </a:pPr>
            <a:r>
              <a:rPr sz="2000">
                <a:solidFill>val="DFE5EA"/&gt;</a:solidFill>
              </a:rPr>
              <a:t>🗣️ Dialogue 10 — Simple, compound and complex sentences (Phrases simples, composées et complexes)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should we vary sentence types?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devrions-nous varier les types de phrases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Variety makes writing more interesting and allows you to express more precise relationships between ideas. Only simple sentences can sound childish or monotonous.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La variété rend l&amp;#x27;écriture plus intéressante et vous permet d&amp;#x27;exprimer des relations plus précises entre les idées. Seulement des phrases simples peuvent paraître enfantines ou monotones.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is the difference between compound and complex?</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Quelle est la différence entre composée et complexe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Compound joins two independent clauses (with and, but, so…). Complex has a main clause and a dependent clause (with because, although, when, if…).</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 composée relie deux propositions indépendantes (avec and, but, so…). La complexe a une proposition principale et une subordonnée (avec because, although, when, if…).</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11</a:t>
            </a:r>
          </a:p>
          <a:p>
            <a:pPr algn="ctr">
              <a:spcBef>
                <a:spcPts val="1200"/>
              </a:spcBef>
            </a:pPr>
            <a:r>
              <a:rPr sz="2000">
                <a:solidFill>val="DFE5EA"/&gt;</a:solidFill>
              </a:rPr>
              <a:t>🗣️ Dialogue 11 — Avoiding sentence fragments (Éviter les fragments de phrase)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a sentence fragment?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qu&amp;#x27;un fragment de phrase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is an incomplete sentence that is punctuated as if it were complete. Often it is a dependent clause standing alone: &amp;#x27;Because it was raining.&amp;#x27;</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C&amp;#x27;est une phrase incomplète ponctuée comme si elle était complète. Souvent c&amp;#x27;est une subordonnée seule : « Because it was raining.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do we correct it?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le corriger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Attach it to a main clause: &amp;#x27;Because it was raining, we stayed inside.&amp;#x27; Or turn it into a complete sentence.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Attachez-la à une proposition principale : « Because it was raining, we stayed inside. » Ou transformez-la en phrase complète.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12</a:t>
            </a:r>
          </a:p>
          <a:p>
            <a:pPr algn="ctr">
              <a:spcBef>
                <a:spcPts val="1200"/>
              </a:spcBef>
            </a:pPr>
            <a:r>
              <a:rPr sz="2000">
                <a:solidFill>val="DFE5EA"/&gt;</a:solidFill>
              </a:rPr>
              <a:t>🗣️ Dialogue 12 — Avoiding run-on sentences (Éviter les phrases trop longues (run-ons))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a run-on sentence?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qu&amp;#x27;une run-on sentence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is two or more independent clauses joined incorrectly, without proper punctuation or conjunction: &amp;#x27;I finished my essay it was late.&amp;#x27;</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Ce sont deux ou plusieurs propositions indépendantes jointes incorrectement, sans ponctuation ou conjonction appropriée : « I finished my essay it was late.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can we fix it?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la corriger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Use a full stop, a semicolon, or a coordinating conjunction: &amp;#x27;I finished my essay. It was late.&amp;#x27; or &amp;#x27;I finished my essay, but it was late.&amp;#x27;</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Utilisez un point, un point-virgule, ou une conjonction de coordination : « I finished my essay. It was late. » ou « I finished my essay, but it was late.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13</a:t>
            </a:r>
          </a:p>
          <a:p>
            <a:pPr algn="ctr">
              <a:spcBef>
                <a:spcPts val="1200"/>
              </a:spcBef>
            </a:pPr>
            <a:r>
              <a:rPr sz="2000">
                <a:solidFill>val="DFE5EA"/&gt;</a:solidFill>
              </a:rPr>
              <a:t>🗣️ Dialogue 13 — Parallel structure (La structure parallèle)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parallel structure?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que la structure parallèle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means using the same grammatical form for items in a list or comparison: &amp;#x27;She likes reading, writing and swimming&amp;#x27; (all -ing forms).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Cela signifie utiliser la même forme grammaticale pour les éléments d&amp;#x27;une liste ou d&amp;#x27;une comparaison : « She likes reading, writing and swimming » (toutes des formes en -ing).</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Why does it matter?</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Pourquoi est-ce important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It makes sentences clearer, more elegant and easier to read. Faulty parallelism confuses the reader.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Cela rend les phrases plus claires, plus élégantes et plus faciles à lire. Un parallélisme défectueux confond le lecteur.</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14</a:t>
            </a:r>
          </a:p>
          <a:p>
            <a:pPr algn="ctr">
              <a:spcBef>
                <a:spcPts val="1200"/>
              </a:spcBef>
            </a:pPr>
            <a:r>
              <a:rPr sz="2000">
                <a:solidFill>val="DFE5EA"/&gt;</a:solidFill>
              </a:rPr>
              <a:t>🗣️ Dialogue 14 — Combining sentences effectively (Combiner les phrases efficacement)</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we combine short sentences without creating errors?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combiner de courtes phrases sans créer d&amp;#x27;erreurs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Use coordinating conjunctions (and, but, so), subordinating conjunctions (because, although, when), or relative clauses (who, which, that).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Utilisez des conjonctions de coordination (and, but, so), des conjonctions de subordination (because, although, when), ou des relatives (who, which, that).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combining always better?</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Combiner est-il toujours mieux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Not always. A short clear sentence can be powerful. The goal is variety and clarity, not maximum length.</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Pas toujours. Une phrase courte et claire peut être puissante. L&amp;#x27;objectif est la variété et la clarté, pas la longueur maximale.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15</a:t>
            </a:r>
          </a:p>
          <a:p>
            <a:pPr algn="ctr">
              <a:spcBef>
                <a:spcPts val="1200"/>
              </a:spcBef>
            </a:pPr>
            <a:r>
              <a:rPr sz="2000">
                <a:solidFill>val="DFE5EA"/&gt;</a:solidFill>
              </a:rPr>
              <a:t>🗣️ Dialogue 15 — Punctuation that supports cohesion (La ponctuation qui soutient la cohésion)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Which punctuation marks help cohesion most?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signes de ponctuation aident le plus la cohésion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The full stop, comma, semicolon and colon. Correct use of commas with linking words and lists is especially important.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 point, la virgule, le point-virgule et les deux-points. L&amp;#x27;usage correct des virgules avec les mots de liaison et les listes est particulièrement important.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When do we use a semicolon?</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Quand utilise-t-on un point-virgule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To join two closely related independent clauses without a conjunction: &amp;#x27;The exam was difficult; many students needed more time.&amp;#x27;</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 joindre deux propositions indépendantes étroitement liées sans conjonction : « The exam was difficult; many students needed more time.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16</a:t>
            </a:r>
          </a:p>
          <a:p>
            <a:pPr algn="ctr">
              <a:spcBef>
                <a:spcPts val="1200"/>
              </a:spcBef>
            </a:pPr>
            <a:r>
              <a:rPr sz="2000">
                <a:solidFill>val="DFE5EA"/&gt;</a:solidFill>
              </a:rPr>
              <a:t>🗣️ Dialogue 16 — Overusing linking words (La surutilisation des mots de liaison)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Can we use too many linking words?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Peut-on utiliser trop de mots de liaison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Overuse makes writing heavy and artificial. Not every sentence needs a linker. Use them when the relationship between ideas needs to be clarified.</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La surutilisation alourdit l&amp;#x27;écriture et la rend artificielle. Toutes les phrases n&amp;#x27;ont pas besoin d&amp;#x27;un connecteur. Utilisez-les quand la relation entre les idées doit être clarifiée.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do we find the right balance?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trouver le bon équilibre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Read your text aloud. If the links feel forced or the rhythm is broken, remove some. Clarity and natural flow come first.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Lisez votre texte à voix haute. Si les liens semblent forcés ou si le rythme est cassé, enlevez-en certains. La clarté et le flux naturel passent en premier.</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17</a:t>
            </a:r>
          </a:p>
          <a:p>
            <a:pPr algn="ctr">
              <a:spcBef>
                <a:spcPts val="1200"/>
              </a:spcBef>
            </a:pPr>
            <a:r>
              <a:rPr sz="2000">
                <a:solidFill>val="DFE5EA"/&gt;</a:solidFill>
              </a:rPr>
              <a:t>🗣️ Dialogue 17 — Practising cohesion with short texts (Pratiquer la cohésion avec de courts textes)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practical exercises help improve cohesion?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exercices pratiques aident à améliorer la cohésion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Rewrite short paragraphs by adding appropriate linkers, replace repeated nouns with reference words, and combine choppy sentences into smoother ones.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Réécrivez de courts paragraphes en ajoutant des connecteurs appropriés, remplacez les noms répétés par des mots de référence, et combinez des phrases hachées en phrases plus fluides.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we analyse model texts for cohesion?</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Devons-nous analyser des textes modèles pour la cohésion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Underline linking words and reference words in a good paragraph and notice how they guide the reader.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Soulignez les mots de liaison et de référence dans un bon paragraphe et remarquez comment ils guident le lecteur.</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18</a:t>
            </a:r>
          </a:p>
          <a:p>
            <a:pPr algn="ctr">
              <a:spcBef>
                <a:spcPts val="1200"/>
              </a:spcBef>
            </a:pPr>
            <a:r>
              <a:rPr sz="2000">
                <a:solidFill>val="DFE5EA"/&gt;</a:solidFill>
              </a:rPr>
              <a:t>🗣️ Dialogue 18 — Cohesion in longer essays (La cohésion dans les essais plus longs)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Do the same techniques work at essay level?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Les mêmes techniques fonctionnent-elles au niveau de l&amp;#x27;essai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and they become even more important. Transitions between paragraphs, clear reference to previous points, and consistent terminology all strengthen the whole text.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et elles deviennent encore plus importantes. Les transitions entre paragraphes, la référence claire aux points précédents, et une terminologie cohérente renforcent tout le texte.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is a common problem in student essays?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 est un problème courant dans les essais des étudiants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Paragraphs that are internally fine but poorly connected to each other. Always check the bridges between paragraphs.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Des paragraphes corrects en eux-mêmes mais mal connectés les uns aux autres. Vérifiez toujours les ponts entre les paragraphes.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19</a:t>
            </a:r>
          </a:p>
          <a:p>
            <a:pPr algn="ctr">
              <a:spcBef>
                <a:spcPts val="1200"/>
              </a:spcBef>
            </a:pPr>
            <a:r>
              <a:rPr sz="2000">
                <a:solidFill>val="DFE5EA"/&gt;</a:solidFill>
              </a:rPr>
              <a:t>🗣️ Dialogue 19 — Editing checklist for cohesion and sentences (Checklist de révision pour la cohésion et les phrases)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we check when editing for cohesion?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vérifier lors de la révision pour la cohésion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Are ideas clearly linked? Are reference words clear? Are there fragments or run-ons? Is there enough sentence variety? Are linking words used appropriately (not excessively)?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Les idées sont-elles clairement liées ? Les mots de référence sont-ils clairs ? Y a-t-il des fragments ou des run-ons ? Y a-t-il assez de variété de phrases ? Les mots de liaison sont-ils utilisés de façon appropriée (pas excessivement)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long should this check take?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Combien de temps cette vérification doit-elle prendre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 few minutes for a short text. Reading aloud is one of the fastest ways to notice problems of flow and connection.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Quelques minutes pour un court texte. Lire à voix haute est l&amp;#x27;une des façons les plus rapides de remarquer les problèmes de flux et de connexion.</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20</a:t>
            </a:r>
          </a:p>
          <a:p>
            <a:pPr algn="ctr">
              <a:spcBef>
                <a:spcPts val="1200"/>
              </a:spcBef>
            </a:pPr>
            <a:r>
              <a:rPr sz="2000">
                <a:solidFill>val="DFE5EA"/&gt;</a:solidFill>
              </a:rPr>
              <a:t>🗣️ Dialogue 20 — Conclusion: Writing that flows (Conclusion : Une écriture qui coule)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we take away from this course?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devons-nous retenir de ce cours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Use linking words purposefully, make reference clear, vary sentence structures, avoid fragments and run-ons, and always check that the text flows for the reader.</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Utilisez les mots de liaison de façon ciblée, rendez les références claires, variez les structures de phrases, évitez les fragments et les run-ons, et vérifiez toujours que le texte coule pour le lecteur.</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practical step do you recommend?</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Quelle étape pratique recommandez-vous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Take a paragraph you wrote recently. Underline every linking and reference word. Improve any weak connections and rewrite one or two sentences for better variety.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Prenez un paragraphe que vous avez écrit récemment. Soulignez chaque mot de liaison et de référence. Améliorez les connexions faibles et réécrivez une ou deux phrases pour une meilleure variété.</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Thank you, sir. Cohesion feels more concrete now.</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Merci, monsieur. La cohésion semble plus concrète maintenant.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