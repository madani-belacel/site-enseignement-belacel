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Written Course7 Review SelfAssessment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Looking back at the written skills module (Retour sur le module de compétences écrites)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main areas have we covered in written skills?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domaines principaux avons-nous couverts en compétences écrites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Reading strategies, paragraph and essay structure, cohesion and linking, summarising and paraphrasing, argumentative writing, and editing and proofreading.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stratégies de lecture, la structure du paragraphe et de l&amp;#x27;essai, la cohésion et les liaisons, le résumé et la paraphrase, l&amp;#x27;écriture argumentative, et la révision et la relecture.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skill is the foundation of the others?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compétence est le fondement des autres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Clear paragraph writing. If paragraphs are strong, essays, summaries and arguments become much easier to build.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L&amp;#x27;écriture claire de paragraphes. Si les paragraphes sont solides, les essais, résumés et arguments deviennent beaucoup plus faciles à construire.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What progress in writing looks like (À quoi ressemble le progrès à l&amp;#x27;écrit)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recognise real progress in writing?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reconnaître un vrai progrès à l&amp;#x27;écrit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Your texts are better organised, ideas are clearer, linking is more natural, you make fewer basic errors, and you can revise more effectively on your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Vos textes sont mieux organisés, les idées sont plus claires, les liaisons plus naturelles, vous faites moins d&amp;#x27;erreurs de base, et vous savez mieux réviser seul.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slow progress normal?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progrès lent est-il normal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Writing improves gradually through regular practice and careful feedback. Sudden jumps are rare; steady improvement is the real goal.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L&amp;#x27;écriture s&amp;#x27;améliore progressivement par une pratique régulière et un feedback soigneux. Les sauts soudains sont rares ; l&amp;#x27;amélioration régulière est le vrai objectif.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Self-assessment criteria for writing (Critères d&amp;#x27;auto-évaluation pour l&amp;#x27;écriture)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questions should we ask to assess our writing?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questions poser pour évaluer notre écriture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Is my thesis clear? Does each paragraph have a clear topic sentence and support? Are ideas linked? Is the language accurate enough? Did I revise carefully?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 thèse est-elle claire ? Chaque paragraphe a-t-il une phrase thématique et un soutien clairs ? Les idées sont-elles liées ? La langue est-elle assez exacte ? Ai-je révisé soigneusement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assess reading skills too?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aussi évaluer les compétences de lecture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Can I find main ideas quickly? Can I summarise without copying? Can I paraphrase accurately? Reading and writing support each other.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Puis-je trouver rapidement les idées principales ? Puis-je résumer sans copier ? Puis-je paraphraser exactement ? Lecture et écriture se soutiennent.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Identifying writing strengths (Identifier ses points forts à l&amp;#x27;écrit)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it useful to know our writing strengths?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est-il utile de connaître nos points forts à l&amp;#x27;écrit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Strengths give confidence and show what you can already rely on. They also help you choose practice tasks that build on solid ground.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points forts donnent de la confiance et montrent ce sur quoi vous pouvez déjà compter. Ils aident aussi à choisir des tâches d&amp;#x27;entraînement qui s&amp;#x27;appuient sur du solide.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identify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identifier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Look at teacher feedback, compare early and recent texts, and notice which parts of writing feel most comfortable (organisation, vocabulary, argumentation…).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Regardez le feedback de l&amp;#x27;enseignant, comparez des textes anciens et récents, et remarquez quelles parties de l&amp;#x27;écriture vous semblent les plus confortables (organisation, vocabulaire, argumentation…).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Identifying areas for improvement (Identifier les axes d&amp;#x27;amélioration)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prioritise what to improve?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prioriser ce qu&amp;#x27;il faut améliorer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with problems that most affect communication: unclear organisation, weak thesis, lack of support, or frequent basic grammar errors that confuse the reader.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par les problèmes qui affectent le plus la communication : organisation peu claire, thèse faible, manque de soutien, ou erreurs de grammaire de base fréquentes qui confondent le lecteur.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better to work on one area at a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préférable de travailler un domaine à la fois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 for focused progress. Choose one main target for a few weeks while continuing general writing practice.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pour un progrès ciblé. Choisissez une cible principale pour quelques semaines tout en continuant la pratique d&amp;#x27;écriture générale.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Setting realistic writing goals (Fixer des objectifs d&amp;#x27;écriture réalistes)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makes a good writing goal?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fait un bon objectif d&amp;#x27;écriture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should be specific, measurable and realistic. Example: &amp;#x27;In four weeks I will write paragraphs with a clear topic sentence and at least two relevant supporting points.&amp;#x27;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doit être spécifique, mesurable et réaliste. Exemple : « Dans quatre semaines j&amp;#x27;écrirai des paragraphes avec une phrase thématique claire et au moins deux points de soutien pertinents.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goals include editing skills?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objectifs doivent-ils inclure les compétences de révision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For example: &amp;#x27;I will always leave ten minutes to proofread and will check my personal error list every time.&amp;#x27;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Par exemple : « Je laisserai toujours dix minutes pour relire et je vérifierai ma liste d&amp;#x27;erreurs personnelles à chaque fois.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Creating a personal writing practice plan (Créer un plan d&amp;#x27;entraînement personnel à l&amp;#x27;écrit)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organise regular writing practice?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organiser une pratique d&amp;#x27;écriture régulière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Plan short frequent sessions: one paragraph or short summary twice a week, one fuller essay every one or two weeks, plus systematic revision of corrected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Planifiez de courtes sessions fréquentes : un paragraphe ou court résumé deux fois par semaine, un essai plus complet toutes les une ou deux semaines, plus une révision systématique des travaux corrigés.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time is limited?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le temps est limité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Even 15–20 focused minutes help. Write a short paragraph, or revise one old text. Consistency matters more than length.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Même 15–20 minutes concentrées aident. Écrivez un court paragraphe, ou révisez un ancien texte. La régularité compte plus que la longueur.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Using reading to improve writing (Utiliser la lecture pour améliorer l&amp;#x27;écriture)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read if our goal is better writing?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lire si notre but est de mieux écrire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 actively: notice structure, topic sentences, linking words, and useful phrases. Keep a notebook of models you can adapt.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Lisez activement : remarquez la structure, les phrases thématiques, les mots de liaison et les phrases utiles. Tenez un carnet de modèles que vous pouvez adapter.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any type of text useful?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Tout type de texte est-il utile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good academic and journalistic models are especially helpful for university writing. Choose clear, well-organised texts.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de bons modèles académiques et journalistiques sont particulièrement utiles pour l&amp;#x27;écriture universitaire. Choisissez des textes clairs et bien organisés.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Building a personal phrase bank (Construire une banque de phrases personnelle)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phrase bank and why is it useful?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qu&amp;#x27;une banque de phrases et pourquoi est-elle utile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a collection of useful expressions for introductions, opinions, linking, examples, contrast and conclusions. It speeds up writing and improves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collection d&amp;#x27;expressions utiles pour les introductions, opinions, liaisons, exemples, contrastes et conclusions. Elle accélère l&amp;#x27;écriture et améliore la précision.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collect phrases?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collecter les phrases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From model texts, teacher feedback and good student examples. Write them with a short context, then practise using them in your own sentences.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partir de textes modèles, du feedback de l&amp;#x27;enseignant et de bons exemples d&amp;#x27;étudiants. Écrivez-les avec un court contexte, puis pratiquez-les dans vos propres phrases.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Keeping a writing log (Tenir un journal d&amp;#x27;écriture)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a writing log contain?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doit contenir un journal d&amp;#x27;écriture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Date, type of text, topic, what went well, main difficulties, and one concrete goal for the next piece of writing.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Date, type de texte, sujet, ce qui s&amp;#x27;est bien passé, principales difficultés, et un objectif concret pour le prochain texte.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does a log help long-term progress?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un journal aide-t-il le progrès à long terme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makes progress visible, reveals recurring problems, and keeps you accountable to your own goals.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rend le progrès visible, révèle les problèmes récurrents, et vous rend responsable de vos propres objectifs.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Dealing with writing anxiety (Gérer l&amp;#x27;anxiété face à l&amp;#x27;écriture)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can help when we feel blocked or anxious about writing?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peut aider quand on se sent bloqué ou anxieux face à l&amp;#x27;écriture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with a rough plan, write a messy first draft without judging, then revise. Separate the creative phase from the correcting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par un plan approximatif, écrivez un premier brouillon imparfait sans juger, puis révisez. Séparez la phase créative de la phase de correction.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perfectionism a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perfectionnisme est-il un problème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 when it prevents you from starting or finishing. Aim for clear and improving texts, not perfect ones.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quand il vous empêche de commencer ou de finir. Visez des textes clairs et en progrès, pas des textes parfaits.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Preparing for written exams (Se préparer aux examens écrits)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prepare for timed writing exams?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nous préparer aux examens d&amp;#x27;écriture chronométrés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Practise the exact format, time yourself, train planning under pressure, revise common error types, and prepare useful phrases for introductions and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Pratiquez le format exact, chronométrez-vous, entraînez la planification sous pression, révisez les types d&amp;#x27;erreurs courants, et préparez des phrases utiles pour introductions et conclusions.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continuous assessment essays?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les essais de contrôle continu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the full process: plan, draft, revise, proofread. Take advantage of the time to produce your best possible work and learn from feedback.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le processus complet : planifier, rédiger, réviser, relire. Profitez du temps pour produire votre meilleur travail possible et apprendre du feedback.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Learning from teacher feedback (Apprendre du feedback de l&amp;#x27;enseignant)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use corrected essays?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utiliser les essais corrigés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 every comment, rewrite weak sections, update your error list, and try to avoid the same mistakes in the next text. Feedback is only useful if you act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Lisez chaque commentaire, réécrivez les sections faibles, mettez à jour votre liste d&amp;#x27;erreurs, et essayez d&amp;#x27;éviter les mêmes fautes dans le texte suivant. Le feedback n&amp;#x27;est utile que si vous agissez.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comments are hard to understand?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les commentaires sont difficiles à comprendre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Ask the teacher for clarification. Understanding feedback is part of becoming an independent learner.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Demandez des clarifications à l&amp;#x27;enseignant. Comprendre le feedback fait partie du fait de devenir un apprenant autonome.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Balancing accuracy and fluency in writing (Équilibrer précision et fluidité à l&amp;#x27;écrit)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focus more on accuracy or on developing ideas freely?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nous concentrer davantage sur la précision ou sur le développement libre des idées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Both, but at different stages. First develop ideas with reasonable fluency, then edit carefully for accuracy and style.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deux, mais à des étapes différentes. D&amp;#x27;abord développez les idées avec une fluidité raisonnable, puis révisez soigneusement pour la précision et le 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happens if we only focus on accuracy while drafting?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se passe-t-il si nous ne nous concentrons que sur la précision en rédigeant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may write very little or produce rigid, over-corrected sentences. Separate drafting from editing.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risquez d&amp;#x27;écrire très peu ou de produire des phrases rigides et trop corrigées. Séparez la rédaction de la révision.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Using technology for independent writing practice (Utiliser la technologie pour la pratique autonome de l&amp;#x27;écriture)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digital tools help independent writing practice?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outils numériques aident la pratique autonome de l&amp;#x27;écriture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Spell and grammar checkers (used critically), online dictionaries, learner corpora, model essay banks, and careful use of AI for brainstorming or checking — never for producing the final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Correcteurs d&amp;#x27;orthographe et de grammaire (utilisés de façon critique), dictionnaires en ligne, corpus pour apprenants, banques d&amp;#x27;essais modèles, et usage prudent de l&amp;#x27;IA pour le brainstorming ou la vérification — jamais pour produire le texte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main risk with AI tools?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risque principal avec les outils d&amp;#x27;IA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Submitting text that is not yours and not learning the skills. Use tools as assistants, not as authors.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Rendre un texte qui n&amp;#x27;est pas le vôtre et ne pas apprendre les compétences. Utilisez les outils comme assistants, pas comme auteurs.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Transferring classroom writing skills to real life (Transférer les compétences d&amp;#x27;écriture de classe à la vraie vie)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use these skills outside university?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utiliser ces compétences en dehors de l&amp;#x27;université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emails, applications, reports, blog posts, social media when writing carefully, and any situation that requires clear organised writing in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les e-mails, candidatures, rapports, articles de blog, réseaux sociaux quand on écrit soigneusement, et toute situation qui exige une écriture anglaise claire et organisée.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academic style always transfer directly?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style académique se transfère-t-il toujours directement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always. Adapt formality and length to the context, but the core skills of clarity, organisation and accuracy remain valuable everywhere.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toujours. Adaptez la formalité et la longueur au contexte, mais les compétences de base de clarté, d&amp;#x27;organisation et de précision restent précieuses partout.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Long-term mindset for writing improvement (État d&amp;#x27;esprit à long terme pour progresser à l&amp;#x27;écrit)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attitude helps most for long-term writing progress?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attitude aide le plus pour un progrès à long terme à l&amp;#x27;écrit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Patience, regular practice, willingness to revise, openness to feedback, and the belief that writing skill can be developed with effort.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patience, la pratique régulière, la volonté de réviser, l&amp;#x27;ouverture au feedback, et la conviction que la compétence d&amp;#x27;écriture peut se développer avec de l&amp;#x27;effort.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stay motivated when improvement is slow?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rester motivé quand le progrès est lent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Keep samples of old work, celebrate small gains, set short-term goals, and remember that every carefully revised text makes you a better writer.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Gardez des échantillons d&amp;#x27;anciens travaux, célébrez les petits gains, fixez des objectifs à court terme, et souvenez-vous que chaque texte soigneusement révisé fait de vous un meilleur scripteur.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Reviewing key writing tools (Réviser les outils d&amp;#x27;écriture clés)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tools should we keep reviewing regularly?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outils devons-nous continuer à réviser régulièrement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Topic sentence patterns, linking words, summary and paraphrase techniques, opinion essay structure, and your personal error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schémas de phrases thématiques, les mots de liaison, les techniques de résumé et de paraphrase, la structure de l&amp;#x27;essai d&amp;#x27;opinion, et votre checklist d&amp;#x27;erreurs personnelle.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often should we review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quelle fréquence les réviser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short weekly review is enough if you also use them actively in new writing tasks.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courte révision hebdomadaire suffit si vous les utilisez aussi activement dans de nouvelles tâches d&amp;#x27;écriture.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Final self-check for the written module (Auto-évaluation finale pour le module écrit)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final questions should we ask ourselves?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questions finales devons-nous nous poser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What can I write more clearly now than at the beginning? What is still difficult? What is my next concrete writing goal? What practice routine will I follow this month?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puis-je écrire plus clairement maintenant qu&amp;#x27;au début ? Qu&amp;#x27;est-ce qui reste difficile ? Quel est mon prochain objectif d&amp;#x27;écriture concret ? Quelle routine d&amp;#x27;entraînement vais-je suivre ce mois-ci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share this reflection with the teacher?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partager cette réflexion avec l&amp;#x27;enseignant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If possible yes. It helps the teacher support you and shows that you are taking responsibility for your learning.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Si possible oui. Cela aide l&amp;#x27;enseignant à vous soutenir et montre que vous prenez la responsabilité de votre apprentissage.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From classroom writer to independent writer (Conclusion : Du scripteur en classe au scripteur autonome)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ultimate goal of all these written courses?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but ultime de tous ces cours d&amp;#x27;écrit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 help you become a clear, organised and independent writer who can plan, draft, revise and improve texts without constant teacher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aider à devenir un scripteur clair, organisé et autonome, capable de planifier, rédiger, réviser et améliorer des textes sans guidage constant de l&amp;#x27;enseignant.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final advice do you give 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conseils finaux nous donnez-vous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Write regularly, read actively, revise carefully, learn from feedback, and never submit a first draft. Writing competence is built text by text.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Écrivez régulièrement, lisez activement, révisez soigneusement, apprenez du feedback, et ne rendez jamais un premier brouillon. La compétence d&amp;#x27;écriture se construit texte après texte.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 for the whole written skills series, sir.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 pour toute la série de compétences écrites, monsieur.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