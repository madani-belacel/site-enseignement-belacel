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Literature Course5 Periods Movements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are literary periods? (Que sont les périodes littéraires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Why do we divide literature into periods?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Pourquoi divise-t-on la littérature en périodes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Because writers of the same time often share ideas, styles and concerns.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Parce que les écrivains d&amp;#x27;une même époque partagent souvent des idées, des styles et des préoccupations.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period is like a family of writers.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une période est comme une famille d&amp;#x27;écrivains.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beautiful way to say it. Periods help us understand why texts look and sound the way they 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belle façon de le dire. Les périodes nous aident à comprendre pourquoi les textes sont comme ils sont.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the borders between periods exist in reality?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frontières entre les périodes existent-elles dans la réalité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exactly. They are convenient labels, but writers often cross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exactement. Ce sont des étiquettes pratiques, mais les écrivains les franchissent souvent.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Renaissance (about 1500–1660) (La Renaissance (vers 1500–1660))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start at the beginning. What is the Renaissance?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le début. Qu&amp;#x27;est-ce que la Renaissance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"Renaissance" means rebirth. It was a time when Europe rediscovered art, learning and human creativity.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Renaissance » signifie re-naissance. C&amp;#x27;était une époque où l&amp;#x27;Europe redécouvrait l&amp;#x27;art, le savoir et la créativité humaine.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was new in literature then?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Qu&amp;#x27;y avait-il de nouveau en littérature à cette époque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Writers celebrated human beings, nature and the beauty of language with new confidence.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écrivains célébraient l&amp;#x27;être humain, la nature et la beauté du langage avec une nouvelle confiance.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language was modern English?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langue était l&amp;#x27;anglais moderne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Early modern English, yes. It is close enough that we can still read it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L&amp;#x27;anglais moderne précoce, oui. Il est assez proche pour qu&amp;#x27;on puisse encore le lire aujourd&amp;#x27;hui.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William Shakespeare: the Renaissance star (William Shakespeare : l&amp;#x27;étoile de la Renaissance)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Shakespeare the most famous writer of this period?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Shakespeare est-il l&amp;#x27;écrivain le plus célèbre de cette période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he mastered everything: tragedies, comedies, history plays, poems, and unforgettable characters.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qu&amp;#x27;il maîtrisait tout : les tragédies, les comédies, les pièces historiques, les poèmes et des personnages inoubliables.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Name two of his works for 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Nommez-moi deux de ses œuvres.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"Hamlet", a tragedy about a prince who must avenge his father, and "A Midsummer Night&amp;#x27;s Dream", a magical comedy of love.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Hamlet », une tragédie sur un prince qui doit venger son père, et « Le Songe d&amp;#x27;une nuit d&amp;#x27;été », une comédie magique de l&amp;#x27;amour.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Did he only write plays?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N&amp;#x27;a-t-il écrit que des pièces de théâtre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His sonnets, fourteen-line poems, are among the most loved in English.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Ses sonnets, des poèmes de quatorze vers, comptent parmi les plus aimés de la langue anglaise.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After the Renaissance: a time of order (Après la Renaissance : un temps d&amp;#x27;ordre)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happened after the Renaissance?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s&amp;#x27;est-il passé après la Renaissance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eighteenth century preferred order, reason and correct language, a movement often called Neoclassicism.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dix-huitième siècle préférait l&amp;#x27;ordre, la raison et le langage correct, un mouvement souvent appelé néoclassicisme.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It sounds very calm.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semble très calme.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was elegant and witty, but some writers felt it was too cold, too full of rules.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C&amp;#x27;était élégant et spirituel, mais certains écrivains le trouvaient trop froid, trop plein de règles.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then what came?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ensuite, qu&amp;#x27;est-ce qui est venu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reaction: Romanticism, which put feelings and imagination back at the centre.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réaction : le romantisme, qui a remis les sentiments et l&amp;#x27;imagination au centre.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Romanticism (about 1785–1830) (Le romantisme (vers 1785–1830))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were the main ideas of Romanticism?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étaient les idées principales du romantisme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Romantics valued emotion, the individual, nature and the imagination above cold reason.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romantiques valorisaient l&amp;#x27;émotion, l&amp;#x27;individu, la nature et l&amp;#x27;imagination au-dessus de la raison froide.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Did they prefer poetry?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Préféraient-ils la poésie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poetry was their favourite voice, but they also wrote novels and essays.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la poésie était leur voix préférée, mais ils écrivaient aussi des romans et des essais.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did nature matter so much to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la nature comptait-elle tant pour eux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saw nature as a teacher and a source of healing, wonder and deep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voyaient dans la nature une maîtresse et une source de guérison, d&amp;#x27;émerveillement et de vérité profonde.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William Wordsworth: the poet of nature (William Wordsworth : le poète de la nature)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was William Wordsworth?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était William Wordsworth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 English Romantic poet who wrote about ordinary people, simple moments and the beauty of the countryside.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poète romantique anglais qui écrivait sur les gens ordinaires, les moments simples et la beauté de la campagne.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his most famous idea?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son idée la plus célèbre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poetry is "emotion recollected in tranquillity": strong feelings remembered quietly and turned into verse.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la poésie est « l&amp;#x27;émotion remémorée dans le calme » : des sentiments forts, rappelés paisiblement et transformés en 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poet observes life and later writes it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 poète observe la vie et l&amp;#x27;écrit plus tard.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Feelings need time to become 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sentiments ont besoin de temps pour devenir de l&amp;#x27;art.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Jane Austen: between romance and reality (Jane Austen : entre romance et réalité)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does Jane Austen fit in this story?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se place Jane Austen dans cette histoire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Austen wrote in the Romantic period, but her novels are calm, witty and realistic, about family, money and love.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Austen écrivait à l&amp;#x27;époque romantique, mais ses romans sont calmes, pleins d&amp;#x27;esprit et réalistes, parlant de famille, d&amp;#x27;argent et d&amp;#x27;amour.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an example of her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exemple de son œuvre.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"Pride and Prejudice", the story of Elizabeth and Mr Darcy, who must overcome their pride and prejudice to find love.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Orgueil et Préjugés », l&amp;#x27;histoire d&amp;#x27;Elizabeth et de M. Darcy, qui doivent surmonter leur orgueil et leurs préjugés pour trouver l&amp;#x27;amour.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she was a novelist, not a poet.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elle était romancière, pas poète.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she is praised as a master of dialogue and social observation.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elle est louée comme une maîtresse du dialogue et de l&amp;#x27;observation sociale.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The Victorian age: the rise of Realism (L&amp;#x27;époque victorienne : la montée du réalisme)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Realism in literature?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 réalisme en littérature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Realism tried to show life as it really is, honestly, including poverty and social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réalisme cherchait à montrer la vie telle qu&amp;#x27;elle est vraiment, honnêtement, y compris la pauvreté et les problèmes sociaux.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did it become strong?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est-il devenu fort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the nineteenth century, especially in Victorian England, during the reign of Queen Victoria.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dix-neuvième siècle, surtout dans l&amp;#x27;Angleterre victorienne, sous le règne de la reine Victoria.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novels described real cities and real workers?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romans décrivaient de vraies villes et de vrais travailleurs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with great detail, and often with the wish to improve society.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avec beaucoup de détails, et souvent avec le désir d&amp;#x27;améliorer la société.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Charles Dickens: the voice of the poor (Charles Dickens : la voix des pauvres)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I need to know about Charles Dickens?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Qu&amp;#x27;ai-je besoin de savoir sur Charles Dickens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Dickens wrote long novels about children, the poor and social injustice in Victorian London.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Dickens a écrit de longs romans sur les enfants, les pauvres et l&amp;#x27;injustice sociale dans le Londres victorien.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of his books is famous?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Lequel de ses livres est célèbre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"Oliver Twist", the story of a poor orphan boy in the dangerous streets of London.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Oliver Twist », l&amp;#x27;histoire d&amp;#x27;un pauvre orphelin dans les rues dangereuses de Londres.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he still read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est-il encore lu aujourd&amp;#x27;hui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his stories mix great emotion, unforgettable characters and sharp social criticism.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ses histoires mêlent une grande émotion, des personnages inoubliables et une critique sociale acérée.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Realism: features to remember (Le réalisme : des caractéristiques à retenir)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features of a realistic novel?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caractéristiques d&amp;#x27;un roman réaliste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Careful detail, everyday life, believable characters, and no magical or fantastic elements.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détail soigné, la vie quotidienne, des personnages crédibles et aucun élément magique ou fantastique.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everything must be plausible.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tout doit être plausible.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the reader must feel: "This could really happen to someone I know."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le lecteur doit penser : « Cela pourrait vraiment arriver à quelqu&amp;#x27;un que je connais.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setting is usually a real city or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cadre est généralement une vraie ville ou une vraie région.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Often, with streets, houses and customs described like a photograph.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Souvent, avec des rues, des maisons et des coutumes décrites comme une photographie.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The twentieth century: Modernism (Le vingtième siècle : le modernisme)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Then came the twentieth century. What changed?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 est venu le vingtième siècle. Qu&amp;#x27;est-ce qui a changé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After the First World War, writers felt the old certainties had collapsed, so they broke the old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Après la Première Guerre mondiale, les écrivains sentaient que les anciennes certitudes s&amp;#x27;étaient effondrées, alors ils ont brisé les anciennes règles.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what way?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 quelle manière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Modernism experimented with time, language and the inner mind. Stories did not always go in a straight line.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modernisme a expérimenté avec le temps, le langage et l&amp;#x27;esprit intérieur. Les histoires n&amp;#x27;allaient pas toujours en ligne droite.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sounds difficult to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semble difficile à lire.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can be, but it rewards patient readers with extraordinary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peut l&amp;#x27;être, mais il récompense les lecteurs patients par une profondeur extraordinaire.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Virginia Woolf: the mind on the page (Virginia Woolf : l&amp;#x27;esprit sur la page)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is Virginia Woolf in this movement?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est Virginia Woolf dans ce mouvement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British novelist who explored the inner thoughts of characters, a technique called the stream of consciousness.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romancière britannique qui explorait les pensées intérieures des personnages, une technique appelée le courant de conscience.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"stream of consciousness"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« courant de conscience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writing follows thoughts as they flow, mixing memory, feeling and sensation without a strict order.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L&amp;#x27;écriture suit les pensées dans leur flux, mêlant souvenir, sentiment et sensation sans ordre strict.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 tiny example?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 tout petit exemple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"She opened the window. The garden was green today, green as the summers of her childhood. Mother would be waiting. No, mother was gone."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Elle ouvrit la fenêtre. Le jardin était vert aujourd&amp;#x27;hui, vert comme les étés de son enfance. Maman attendrait. Non, maman était partie.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It feels like real thinking.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dirait une vraie pensée.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That is the goal of Modernism: truth as the mind lives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C&amp;#x27;est le but du modernisme : la vérité telle que l&amp;#x27;esprit la vit.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Modernism: features to remember (Le modernisme : des caractéristiques à retenir)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key features of Modernism?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caractéristiques clés du modernisme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Experimentation with time, broken narratives, new techniques, and attention to the inner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L&amp;#x27;expérimentation du temps, des récits brisés, de nouvelles techniques et l&amp;#x27;attention portée à la vie intérieure.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Did Modernists also change poetry?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modernistes ont-ils aussi changé la poésie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Poets like T.S. Eliot mixed styles, fragments and images in new, surprising ways.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Des poètes comme T.S. Eliot mélangeaient styles, fragments et images de façons nouvelles et surprenantes.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modern world needed a modern 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monde moderne avait besoin d&amp;#x27;un art moderne.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Well said. Literature always dances with its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dit. La littérature danse toujours avec son époque.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The timeline in review (La chronologie en révision)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check the timeline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Vérifions ensemble la chronologie.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Renaissance, around 1500–1660, with Shakespeare. Then order and reason in the eighteenth century.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Renaissance, vers 1500–1660, avec Shakespeare. Puis l&amp;#x27;ordre et la raison au dix-huitième siècle.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Then Romanticism, with Wordsworth, around 1785–1830.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 le romantisme, avec Wordsworth, vers 1785–1830.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Realism in the nineteenth century, with Dickens.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réalisme au dix-neuvième siècle, avec Dickens.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Finally Modernism in the twentieth, with Woolf.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Enfin, le modernisme au vingtième siècle, avec Woolf.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Austen stands between Romanticism and Realism, wit and heart.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Austen se tient entre le romantisme et le réalisme, esprit et cœur.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 dialogue (Dialogue de synthèse)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sum up the whole journey in a few lines?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résumer tout le voyage en quelques lignes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Literature moves from the joy of the Renaissance to the order of the eighteenth century.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littérature passe de la joie de la Renaissance à l&amp;#x27;ordre du dix-huitième siècle.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Then Romanticism celebrates feeling and nature.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 le romantisme célèbre le sentiment et la nature.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Realism shows society as it truly is, and Modernism explores the inner mind.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réalisme montre la société telle qu&amp;#x27;elle est, et le modernisme explore l&amp;#x27;esprit intérieur.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Each period is a different voice of the same human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période est une voix différente de la même histoire humaine.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those voices still speak to us today. Keep reading, and you will hear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ces voix nous parlent encore aujourd&amp;#x27;hui. Continuez à lire, et vous les entendrez.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