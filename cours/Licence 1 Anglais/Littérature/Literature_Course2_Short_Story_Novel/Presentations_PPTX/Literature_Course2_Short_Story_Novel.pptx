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val="FFFFFF"/&gt;</a:solidFill>
              </a:rPr>
              <a:t>Literature Course2 Short Story Novel</a:t>
            </a:r>
          </a:p>
          <a:p>
            <a:pPr algn="ctr"/>
            <a:r>
              <a:rPr sz="1800">
                <a:solidFill>val="DFE5EA"/&gt;</a:solidFill>
              </a:rPr>
              <a:t>14 dialogues | EN-FR | Dr. BELACEL Madani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3716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 — What is a short story? (Qu&amp;#x27;est-ce qu&amp;#x27;une nouvelle ?)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Good morning, sir. Can you explain what a short story is?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Bonjour, monsieur. Pouvez-vous expliquer ce qu&amp;#x27;est une nouvelle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Good morning. A short story is a brief work of prose fiction that tells a complete story in a small number of pages.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Bonjour. Une nouvelle est une œuvre brève de fiction en prose qui raconte une histoire complète en un petit nombre de pages.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long is a short story?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 est la longueur d&amp;#x27;une nouvelle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Usually between one and thirty pages. It focuses on one event or one important moment in a life.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Généralement entre une et trente pages. Elle se concentre sur un seul événement ou un moment important d&amp;#x27;une vie.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it is short but complete.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elle est courte mais complète.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That is the magic of the short story: brevity with power.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C&amp;#x27;est la magie de la nouvelle : la brièveté avec puissance.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2 — What is a novel? (Qu&amp;#x27;est-ce qu&amp;#x27;un roman ?)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what about the novel? Is it just a longer story?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qu&amp;#x27;en est-il du roman ? Est-ce juste une histoire plus longue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but the difference is not only in length. A novel can follow many characters over many years.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mais la différence n&amp;#x27;est pas seulement la longueur. Un roman peut suivre de nombreux personnages sur plusieurs années.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Give me an example of that.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Donnez-moi un exemple de cela.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Imagine a story about a fisherman who loses his boat in a storm. As a short story, it covers one day.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Imaginez une histoire sur un pêcheur qui perd son bateau dans une tempête. Comme nouvelle, elle couvre un jour.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as a novel?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comme roman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As a novel, it could follow the fisherman&amp;#x27;s whole life, his family and the village around him.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 roman, elle pourrait suivre toute la vie du pêcheur, sa famille et le village autour de lui.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3 — Short story vs novel: a comparison (La nouvelle contre le roman : une comparaison)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Which one is easier for a beginner reader?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Lequel est le plus facile pour un lecteur débutant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 short story is a perfect starting point because you can finish it quickly and see the whole shape.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 nouvelle est un point de départ parfait car vous pouvez la finir rapidement et voir toute sa structure.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I should begin with short stories.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je devrais commencer par les nouvelles.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Good idea. Read one a week. Later, when you are ready, a novel will offer you a longer journey.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Bonne idée. Lisez-en une par semaine. Plus tard, quand vous serez prêt, un roman vous offrira un plus long voyage.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Both are stories, but different sizes.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deux sont des histoires, mais de tailles différentes.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The same heart, different body.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Le même cœur, un corps différent.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4 — The plot: what happens (L&amp;#x27;intrigue : ce qui se passe)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Let us talk about the parts of a story. What is the plot?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Parlons des parties d&amp;#x27;une histoire. Qu&amp;#x27;est-ce que l&amp;#x27;intrigue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 plot is the series of events in the story, from the beginning to the 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L&amp;#x27;intrigue est la suite des événements de l&amp;#x27;histoire, du début à la fin.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Does a plot have a shape?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Une intrigue a-t-elle une forme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usually. It starts with a problem, grows with events, reaches a high point, and ends with a resolution.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généralement. Elle commence par un problème, se développe avec les événements, atteint un point culminant, et se termine par un dénouement.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you give me a tiny example?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Pouvez-vous me donner un tout petit exemple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 girl wants to win a writing contest (problem), she practises and meets obstacles (events), she almost gives up (high point), and then she wins (resolution).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Une fille veut gagner un concours d&amp;#x27;écriture (problème), elle s&amp;#x27;entraîne et rencontre des obstacles (événements), elle est sur le point d&amp;#x27;abandonner (point culminant), puis elle gagne (dénouement).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5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5 — The setting: time and place (Le cadre : le temps et le lieu)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does "setting" mean in a story?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 signifie « cadre » dans une histoire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 setting is where and when the story happens. It can be a city, a village, a desert, or even another planet.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cadre est le lieu et le moment où se déroule l&amp;#x27;histoire. Cela peut être une ville, un village, un désert, ou même une autre planète.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Does the setting really matter?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cadre a-t-il vraiment de l&amp;#x27;importance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Very much. A story about a shepherd in the mountains is different from the same story in a modern office.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Énormément. Une histoire sur un berger dans les montagnes est différente de la même histoire dans un bureau moderne.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the setting influences the story.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le cadre influence l&amp;#x27;histoire.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It influences the characters, the mood and even the decisions they make.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Il influence les personnages, l&amp;#x27;ambiance et même les décisions qu&amp;#x27;ils prennent.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6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6 — Characters: the people of the story (Les personnages : les gens de l&amp;#x27;histoire)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Now, characters. Are there different kinds?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Maintenant, les personnages. Y a-t-il différents types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A main character is central, like the hero, and side characters support the story.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Un personnage principal est central, comme le héros, et les personnages secondaires soutiennent l&amp;#x27;histoire.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 heard about round and flat characters.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J&amp;#x27;ai entendu parler des personnages « ronds » et « plats ».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Good word. A round character is complex and changes during the story. A flat character stays the same and is simple.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Bon mot. Un personnage rond est complexe et change au cours de l&amp;#x27;histoire. Un personnage plat reste le même et est simple.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Which is better?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Lequel est meilleur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Neither. Novels often use round main characters, and short stories often use flat ones because they have little space.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Aucun des deux. Les romans utilisent souvent des personnages ronds comme personnages principaux, et les nouvelles utilisent souvent des personnages plats car elles ont peu d&amp;#x27;espace.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7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7 — The narrator: who tells the story (Le narrateur : qui raconte l&amp;#x27;histoire)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Who tells the story? Is it always the writer?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Qui raconte l&amp;#x27;histoire ? Est-ce toujours l&amp;#x27;écrivain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No. The writer creates a narrator, a voice that tells the story. They are not always the same person.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Non. L&amp;#x27;écrivain crée un narrateur, une voix qui raconte l&amp;#x27;histoire. Ce n&amp;#x27;est pas toujours la même personne.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a first-person narrator?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Qu&amp;#x27;est-ce qu&amp;#x27;un narrateur à la première personne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 narrator who says "I". Example: "I opened the door and saw a letter on the floor."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 narrateur qui dit « je ». Exemple : « J&amp;#x27;ouvris la porte et je vis une lettre sur le sol.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a third-person narrator?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un narrateur à la troisième personne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 narrator who says "he", "she" or "they". Example: "Lina opened the door and saw a letter on the floor."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 narrateur qui dit « il », « elle » ou « ils ». Exemple : « Lina ouvrit la porte et vit une lettre sur le sol. »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8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8 — First and third person: examples (Première et troisième personne : exemples)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Why choose one narrator over the other?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Pourquoi choisir un narrateur plutôt qu&amp;#x27;un autre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First person feels personal and close to one character&amp;#x27;s feelings.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 première personne donne une impression personnelle et proche des sentiments d&amp;#x27;un personnage.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third person?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la troisième personne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Third person gives more freedom to move from one character to another and see more of the world.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 troisième personne donne plus de liberté pour passer d&amp;#x27;un personnage à un autre et voir davantage le monde.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Which one is more common?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Laquelle est la plus courante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Third person is very common in novels, while first person often appears in short stories and personal tales.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 troisième personne est très courante dans les romans, tandis que la première personne apparaît souvent dans les nouvelles et les récits personnels.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9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9 — The theme: the big idea (Le thème : la grande idée)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We mentioned theme before. Can we look at it more closely?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Nous avons mentionné le thème plus tôt. Pouvons-nous l&amp;#x27;examiner de plus près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 theme is the main idea or message of the story, like friendship, justice or courage.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thème est l&amp;#x27;idée principale ou le message de l&amp;#x27;histoire, comme l&amp;#x27;amitié, la justice ou le courage.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the theme stated directly in the text?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thème est-il énoncé directement dans le texte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Usually not. The reader discovers it through the events, the characters and their choices.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Généralement non. Le lecteur le découvre à travers les événements, les personnages et leurs choix.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a story have more than one theme?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Une histoire peut-elle avoir plus d&amp;#x27;un thème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A single story can be about love and about freedom at the same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Une seule histoire peut parler à la fois d&amp;#x27;amour et de liberté.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10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10 — Conflict: the engine of the story (Le conflit : le moteur de l&amp;#x27;histoire)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Stories seem to need problems. What do we call them?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histoires semblent avoir besoin de problèmes. Comment les appelle-t-on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We call them conflicts. A conflict is a struggle between two forces.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On les appelle des conflits. Un conflit est une lutte entre deux forces.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kinds of conflict are there?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Quels types de conflits existe-t-il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There are two big kinds: external and internal.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Il y a deux grands types : externe et interne.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the difference?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 est la différence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External conflict is with another person or nature, like fighting a storm. Internal conflict is inside the character, like choosing between duty and desire.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conflit externe est avec une autre personne ou avec la nature, comme lutter contre une tempête. Le conflit interne est à l&amp;#x27;intérieur du personnage, comme choisir entre le devoir et le désir.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11 — Structure: beginning, middle, end (La structure : début, milieu, fin)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Does every story follow the same structure?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Chaque histoire suit-elle la même structure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Most stories have three parts: the beginning, the middle and the 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 plupart des histoires ont trois parties : le début, le milieu et la fin.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happens in the beginning?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 se passe-t-il au début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We meet the characters, the setting and the starting problem.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On rencontre les personnages, le cadre et le problème de départ.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the middle and end?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le milieu et la fin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In the middle the problem grows and the character struggles. In the end, the problem is solved and the story closes.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Au milieu, le problème grandit et le personnage lutte. À la fin, le problème est résolu et l&amp;#x27;histoire se referme.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12 — Famous novelists in one line (De grands romanciers en une ligne)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Which famous novelists should I know, sir?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Quels grands romanciers devrais-je connaître, monsieur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Keep these three in mind: Jane Austen, Charles Dickens and Virginia Woolf.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Retenez ces trois noms : Jane Austen, Charles Dickens et Virginia Woolf.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do I need to know about them?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Qu&amp;#x27;ai-je besoin de savoir sur eux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Austen wrote witty novels about family and love in England. Dickens wrote about social injustice and the poor. Woolf explored the inner thoughts of her characters.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Austen a écrit des romans pleins d&amp;#x27;esprit sur la famille et l&amp;#x27;amour en Angleterre. Dickens a écrit sur l&amp;#x27;injustice sociale et les pauvres. Woolf a exploré les pensées intérieures de ses personnages.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 will look for their names later.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Je chercherai leurs noms plus tard.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We will meet them again in the course on literary periods.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Nous les retrouverons dans le cours sur les périodes littéraires.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13 — How to read a novel or a short story (Comment lire un roman ou une nouvelle)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your advice for reading a story well?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Quels sont vos conseils pour bien lire une histoire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Ask questions as you read: where am I? Who are these people? What do they want?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Posez des questions en lisant : où suis-je ? Qui sont ces gens ? Que veulent-ils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Should I take notes?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Dois-je prendre des notes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light notes help: write the names of characters and one sentence about the main event of each chapter.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des notes légères aident : écrivez les noms des personnages et une phrase sur l&amp;#x27;événement principal de chaque chapitre.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after reading?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après la lecture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After reading, ask: what changed, and what did I learn about people?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Après la lecture, demandez-vous : qu&amp;#x27;est-ce qui a changé, et qu&amp;#x27;ai-je appris sur les gens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14 — Summary dialogue (Dialogue de synthèse)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Time to review. A short story is brief and a novel is long, right?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Il est temps de réviser. Une nouvelle est brève et un roman est long, n&amp;#x27;est-ce pas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and both are prose fiction made of the same basic elements.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et les deux sont de la fiction en prose faite des mêmes éléments de base.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These elements are plot, setting, characters, narrator and theme.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Ces éléments sont l&amp;#x27;intrigue, le cadre, les personnages, le narrateur et le thème.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Plus conflict, which keeps the story moving.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Plus le conflit, qui fait avancer l&amp;#x27;histoire.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the narrator is the voice telling the story.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le narrateur est la voix qui raconte l&amp;#x27;histoire.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Now take a short story, read it, and find these five elements in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Prenez maintenant une nouvelle, lisez-la, et retrouvez ces cinq éléments dedans.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 will start this week. Thank you, sir.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Je commencerai cette semaine. Merci, monsieur.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