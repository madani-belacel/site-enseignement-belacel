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Literature Course6 Analyzing Text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analyze a text? (Pourquoi analyser un texte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Why should we analyze literature instead of just reading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Pourquoi devrions-nous analyser la littérature au lieu de simplement la lire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Reading gives us pleasure; analysis helps us understand why a text affects us so deeply.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Lire nous donne du plaisir ; l&amp;#x27;analyse nous aide à comprendre pourquoi un texte nous touche si profondément.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analysis is a kind of dialogue with the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l&amp;#x27;analyse est une sorte de dialogue avec le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You ask questions, and the text answers through its words and techniques.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Vous posez des questions, et le texte répond par ses mots et ses techniques.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 we start?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 où commencer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Always with a careful reading. Never analyze a text you have not read 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Toujours par une lecture attentive. N&amp;#x27;analysez jamais un texte que vous n&amp;#x27;avez pas lu entièrement.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first reading: what to notice (La première lecture : ce qu&amp;#x27;il faut remarquer)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during my first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pendant ma première lecture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First, simply follow the story and the feelings it gives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D&amp;#x27;abord, suivez simplement l&amp;#x27;histoire et les sentiments qu&amp;#x27;elle vous donne.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ensuite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read again, slowly, and notice three things: what happens, who is involved, and how it is written.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Ensuite, relisez lentement et remarquez trois choses : ce qui se passe, qui est impliqué, et comment c&amp;#x27;est écrit.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it written? What does that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c&amp;#x27;est écrit ? Qu&amp;#x27;est-ce que cela veut dire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means the words, images, rhythm and style the author chose, not just the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les mots, les images, le rythme et le style choisis par l&amp;#x27;auteur, et non seulement les événements.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Analyzing characters (Analyser les personnages)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characters. How do I analyze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les personnages. Comment en analyser un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Ask: what does the character want? What obstacles do they face? Do they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: que veut le personnage ? Quels obstacles rencontre-t-il ? Change-t-il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I need to describe their appearance?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décrire leur apparence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Only if the text insists on it. In analysis, actions and words matter more than looks.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Seulement si le texte y insiste. Dans l&amp;#x27;analyse, les actions et les paroles comptent plus que l&amp;#x27;apparence.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know if a character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savoir si un personnage change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Compare the character at the beginning and at the end of the story. The difference is the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Comparez le personnage au début et à la fin de l&amp;#x27;histoire. La différence est le changement.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Analyzing themes (Analyser les thèmes)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find the theme of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trouver le thème d&amp;#x27;un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yourself what big human idea the text is about: love, fear, justice, freedom, family.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de quelle grande idée humaine parle le texte : l&amp;#x27;amour, la peur, la justice, la liberté, la famille.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find one theme or many?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trouver un thème ou plusieurs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Find the main theme first, then note secondary ones. Do not try to say everything.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Trouvez d&amp;#x27;abord le thème principal, puis notez les thèmes secondaires. N&amp;#x27;essayez pas de tout dire.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prove my theme?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prouver mon thème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Quote the text. Every claim about a theme must be supported by words from the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Citez le texte. Chaque affirmation sur un thème doit être appuyée par des mots du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Point of view (Le point de vue)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point of view important in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 point de vue est-il important dans l&amp;#x27;analyse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controls what we know and feel. A first-person narrator gives us one heart; a third-person narrator gives us many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 contrôle ce que nous savons et ressentons. Un narrateur à la première personne nous donne un seul cœur ; un narrateur à la troisième personne nous donne de nombreuses fenêtres.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narrator is never neutral.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narrateur n&amp;#x27;est jamais neutre.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Never truly. He chooses what to show, what to hide, and how to judge events.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Jamais vraiment. Il choisit quoi montrer, quoi cacher et comment juger les événements.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mention the narrator in my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mentionner le narrateur dans mon analyse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always. The narrator shapes the whole story like a camera and a voice.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toujours. Le narrateur façonne toute l&amp;#x27;histoire comme une caméra et une voix.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Symbolism: objects with hidden meaning (Le symbolisme : les objets au sens caché)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symbol in literature?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symbole en littérature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symbol is an object, colour or image that stands for a bigger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symbole est un objet, une couleur ou une image qui représente une idée plus grande.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 simple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simple.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bird trapped in a cage can symbolize the loss of freedom, as in many short stories.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oiseau enfermé dans une cage peut symboliser la perte de la liberté, comme dans de nombreuses nouvelles.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know something is a symbol?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si quelque chose est un symbole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it appears several times and carries emotional weight, it is probably a symbol.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il apparaît plusieurs fois et porte un poids émotionnel, c&amp;#x27;est probablement un symbole.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Figurative language in analysis (Le langage figuré dans l&amp;#x27;analyse)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studied similes and metaphors. How do they help my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avons étudié les comparaisons et les métaphores. Comment m&amp;#x27;aident-elles dans mon 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reveal how the author sees the world. If a character is compared to a storm, the author invites us to see them as violent.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révèlent comment l&amp;#x27;auteur voit le monde. Si un personnage est comparé à une tempête, l&amp;#x27;auteur nous invite à le voir comme violent.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figures of speech carry meaning.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figures de style portent du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carry emotion and judgment. Never skip them in an analysis.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portent l&amp;#x27;émotion et le jugement. Ne les ignorez jamais dans une analyse.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imagery helps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l&amp;#x27;image aide aussi.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imagery creates atmosphere: a dark forest creates fear, a sunny street creates hope.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l&amp;#x27;image crée l&amp;#x27;atmosphère : une forêt sombre crée la peur, une rue ensoleillée crée l&amp;#x27;espoir.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Tone and mood (Le ton et l&amp;#x27;ambiance)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tone and mood?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le ton et l&amp;#x27;ambiance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Tone is the author&amp;#x27;s attitude toward the subject; mood is the feeling created in the reader.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ton est l&amp;#x27;attitude de l&amp;#x27;auteur envers le sujet ; l&amp;#x27;ambiance est le sentiment créé chez le lecteur.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an example of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de chacun.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serious tone might describe a funeral with respect. The mood it creates in us may be sadness or peace.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ton grave pourrait décrire un enterrement avec respect. L&amp;#x27;ambiance qu&amp;#x27;il crée en nous peut être la tristesse ou la paix.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see, two different things but linked.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vois, deux choses différentes mais liées.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linked. Tone produces mood, like water produces waves.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liées. Le ton produit l&amp;#x27;ambiance, comme l&amp;#x27;eau produit les vagues.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Structure: how the text is built (La structure : comment le texte est construit)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order of events matter in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L&amp;#x27;ordre des événements a-t-il de l&amp;#x27;importance dans l&amp;#x27;analyse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much. Ask why the author puts things in this order, and what is left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Beaucoup. Demandez-vous pourquoi l&amp;#x27;auteur met les choses dans cet ordre, et ce qui est laissé de côté.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the story does not begin at the beginning?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l&amp;#x27;histoire ne commence pas au début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the author wants a special effect, like curiosity or suspense. Mention it in your analysis.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l&amp;#x27;auteur veut un effet particulier, comme la curiosité ou le suspense. Mentionnez-le dans votre analyse.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structure is a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structure est un choix.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Every choice in literature is a meaning.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choix en littérature est un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Gathering evidence (Réunir les preuves)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evidence in literary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preuve dans l&amp;#x27;analyse littéraire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Evidence is the words you quote from the text to support your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preuve, ce sont les mots que vous citez du texte pour soutenir vos idées.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quotations do I need?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 combien de citations ai-je besoin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Enough to support each point. One strong quotation per idea is often better than many weak ones.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Assez pour soutenir chaque point. Une citation forte par idée vaut souvent mieux que plusieurs faibles.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integrate a quotation?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intégrer une citation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Place it inside your sentence naturally, then explain it in your own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Placez-la naturellement dans votre phrase, puis expliquez-la avec vos propres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Writing the introduction of an analysis (Rédiger l&amp;#x27;introduction d&amp;#x27;une analyse)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start writing my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commencer à rédiger mon 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Begin with the title and author, then one or two sentences about the text&amp;#x27;s general subject.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le titre et l&amp;#x27;auteur, puis une ou deux phrases sur le sujet général du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then the main idea?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ensuite l&amp;#x27;idée principale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End your introduction with your thesis: the main argument you will 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Terminez votre introduction par votre thèse : l&amp;#x27;argument principal que vous allez prouver.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introduction gives a map of my essay.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l&amp;#x27;introduction donne une carte de ma rédaction.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clear map, so the reader knows exactly where you are 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carte claire, pour que le lecteur sache exactement où vous allez.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Writing the body paragraphs (Rédiger les paragraphes de développement)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goes in the body of the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va dans le développement de l&amp;#x27;analyse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Each paragraph develops one idea. Start with a topic sentence, then evidence, then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paragraphe développe une idée. Commencez par une phrase de sujet, puis une preuve, puis l&amp;#x27;explication.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topic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phrase de sujet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first sentence that announces the idea of the paragraph. The rest must support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première phrase qui annonce l&amp;#x27;idée du paragraphe. Le reste doit la soutenir.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paragraph is like a small essay.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 paragraphe est comme une petite rédaction.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Order matters: the most important idea can come first or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L&amp;#x27;ordre compte : l&amp;#x27;idée la plus importante peut venir en premier ou en dernier.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Writing the conclusion (Rédiger la conclusion)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finish my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terminer mon analyse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Remind the reader of your thesis, then say what you proved. Do not introduce new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Rappelez au lecteur votre thèse, puis dites ce que vous avez prouvé. N&amp;#x27;introduisez pas de nouvelles idées.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end with a final thought?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terminer par une pensée finale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one short reflection on why the text matters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une courte réflexion sur pourquoi le texte compte aujourd&amp;#x27;hui.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conclusion closes the circle.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conclusion referme la boucle.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returns to the opening but with more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revient à l&amp;#x27;ouverture, mais avec plus de lumière.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A model mini-analysis (Un modèle de mini-analyse)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analyze a tiny example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analyser un tout petit exemple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Here is one sentence I wrote: "In the grey kitchen, the old clock stopped at exactly four o&amp;#x27;clock."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Voici une phrase que j&amp;#x27;ai écrite : « Dans la cuisine grise, la vieille horloge s&amp;#x27;était arrêtée exactement à quatre heures.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grey colour creates a sad mood.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couleur grise crée une ambiance triste.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Good. And the stopped clock can symbolize time that has stopped, or a life that has ended.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Et l&amp;#x27;horloge arrêtée peut symboliser le temps qui s&amp;#x27;est arrêté, ou une vie qui s&amp;#x27;est terminée.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one sentence can carry character, mood and symbol.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seule phrase peut porter une ambiance, un symbole et un cadre.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that is the power of literature: every word is a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c&amp;#x27;est la puissance de la littérature : chaque mot est un choix.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dialogue (Dialogue de synthèse)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review the whole method.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Révisons toute la méthode.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carefully first, then ask questions about character, theme and point of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d&amp;#x27;abord attentivement, puis posez des questions sur le personnage, le thème et le point de vue.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Notice symbols, figures of speech, tone and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Repérez les symboles, les figures de style, le ton et la structure.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Collect evidence with quotations, and build your analysis step by step.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Réunissez des preuves avec des citations, et construisez votre analyse étape par étape.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Introduction, body,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Introduction, développement,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always remember: an analysis is a conversation with the text, not an exam it must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souvenez-vous toujours : une analyse est une conversation avec le texte, pas un examen qu&amp;#x27;il doit réussir.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feel ready to write my first analysis.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me sens prêt à écrire ma première analyse.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