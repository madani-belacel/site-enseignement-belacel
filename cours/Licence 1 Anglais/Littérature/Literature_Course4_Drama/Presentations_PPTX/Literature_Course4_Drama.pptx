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Literature Course4 Drama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drama? (Qu&amp;#x27;est-ce que le théâtre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Let us start with drama. What is it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Commençons par le théâtre. Qu&amp;#x27;est-ce que c&amp;#x27;est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Drama is a story written to be performed by actors on a stage in front of an audience.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Le théâtre est une histoire écrite pour être jouée par des acteurs sur une scène devant un public.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 play is not complete until it is performed?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une pièce n&amp;#x27;est complète que lorsqu&amp;#x27;elle est jouée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a way, yes. The text is the recipe, and the performance is the meal.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D&amp;#x27;une certaine façon, oui. Le texte est la recette, et la représentation est le repas.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But we can still read plays, can we not?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Mais on peut quand même lire des pièces, n&amp;#x27;est-ce pas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 course. Reading a play is a pleasure too, and it is what we do in 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sûr. Lire une pièce est aussi un plaisir, et c&amp;#x27;est ce que nous faisons en classe.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stage: where the story lives (La scène : où vit l&amp;#x27;histoire)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stage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qu&amp;#x27;une scène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stage is the raised platform where the actors perform. It can be large like a palace or small like a corner of a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scène est la plateforme surélevée où jouent les acteurs. Elle peut être grande comme un palais ou petite comme un coin de pièce.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Who works on the stage besides actors?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Qui travaille sur la scène en dehors des acteurs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director guides the actors, and technicians manage lights, sound and scenery.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metteur en scène guide les acteurs, et les techniciens gèrent les lumières, le son et les décors.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 play is teamwork.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une pièce est un travail d&amp;#x27;équipe.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one text, but many talents make it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un seul texte, mais de nombreux talents le font vivre.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Acts and scenes: the play&amp;#x27;s structure (Les actes et les scènes : la structure de la pièce)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a play organized on the page?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une pièce est-elle organisée sur la page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play is divided into acts, which are large parts, and each act is divided into scenes.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pièce est divisée en actes, qui sont de grandes parties, et chaque acte est divisé en scènes.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changes between two scenes?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qui change entre deux scènes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the place or the time, or new characters enter the stage.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Généralement le lieu ou le moment, ou de nouveaux personnages entrent en scène.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many acts does a play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d&amp;#x27;actes une pièce a-t-elle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varies. Shakespeare&amp;#x27;s plays often have five acts, while modern plays may have only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varie. Les pièces de Shakespeare ont souvent cinq actes, tandis que les pièces modernes peuvent n&amp;#x27;en avoir qu&amp;#x27;un.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Dialogue: the heart of the play (Le dialogue : le cœur de la pièce)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dialogue so important in drama?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 dialogue est-il si important au théâtre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in a play, the characters cannot stop to describe their feelings. They must show them by what they say.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dans une pièce, les personnages ne peuvent pas s&amp;#x27;arrêter pour décrire leurs sentiments. Ils doivent les montrer par ce qu&amp;#x27;ils disent.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invent a short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inventer un court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Instead of "she is angry", the character says: "You said you would call. Again, nothing. Go on, explain yourself."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 lieu de « elle est en colère », le personnage dit : « Tu avais dit que tu appellerais. Encore rien. Allez, explique-toi.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words reveal the feeling.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mots révèlent le sentiment.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Every line in a play is a small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Chaque réplique d&amp;#x27;une pièce est une petite action.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Stage directions: instructions in brackets (Les didascalies : les instructions entre parenthèses)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sometimes see notes in italics or brackets in plays. What are they?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vois parfois des notes en italique ou entre parenthèses dans les pièces. Que sont-elles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stage directions. They tell the actors how to move, speak and feel.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sont les didascalies. Elles indiquent aux acteurs comment bouger, parler et se sentir.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Show me an 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Montrez-moi un exemple.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"(Lina enters quickly, holding a wet letter.)" LINA: "The postman came at last!"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(Lina entre rapidement, tenant une lettre mouillée.) » LINA : « Le facteur est enfin venu !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stage directions are not spoken aloud.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didascalies ne sont pas dites à voix haute.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They are for the actors, the director and the technicians.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Exact. Elles s&amp;#x27;adressent aux acteurs, au metteur en scène et aux techniciens.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playwright: the author of the play (Le dramaturge : l&amp;#x27;auteur de la pièce)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we call the writer of a play?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appelle-t-on l&amp;#x27;auteur d&amp;#x27;une pièce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playwright. In French, the dramaturge.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dramaturge. En anglais, playwright.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playwright different from a novelist?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dramaturge est-il différent d&amp;#x27;un romancier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 novelist writes freely with description, but a playwright must tell everything through dialogue and action.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 romancier écrit librement avec des descriptions, mais un dramaturge doit tout dire par le dialogue et l&amp;#x27;action.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sounds like a difficult 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semble un art difficile.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is, and that is why great playwrights are so admired.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vrai, et c&amp;#x27;est pourquoi les grands dramaturges sont si admirés.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Characters in a play (Les personnages d&amp;#x27;une pièce)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get to know a character in a play?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apprend-on à connaître un personnage dans une pièce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Through what they say, what they do, and what others say about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 ce qu&amp;#x27;ils disent, ce qu&amp;#x27;ils font, et ce que les autres disent d&amp;#x27;eux.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 descriptions at all?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Aucune description du tout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playwright may give a short note at the beginning, like "Amin, thirty years old, a nervous taxi driver."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dramaturge peut donner une brève note au début, comme « Amin, trente ans, chauffeur de taxi nerveux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After that, actions speak.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Ensuite, ce sont les actions qui parlent.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In drama, character is behaviour.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Au théâtre, le personnage, c&amp;#x27;est son comportement.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Comedy and tragedy (La comédie et la tragédie)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know there are comedies and tragedies. Can you explain the difference?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sais qu&amp;#x27;il y a des comédies et des tragédies. Pouvez-vous expliquer la différence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comedy usually has a happy ending and makes us laugh at human weaknesses.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comédie a généralement une fin heureuse et nous fait rire des faiblesses humaines.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a tragedy?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une tragédie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tragedy shows a serious story, often ending badly, when a good character is defeated by fate or a fatal mistake.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tragédie montre une histoire sérieuse, souvent à la fin malheureuse, lorsqu&amp;#x27;un bon personnage est vaincu par le destin ou une erreur fatale.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one is more common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Laquelle est la plus courante aujourd&amp;#x27;hui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Comedy is everywhere, but tragedy still moves audiences deeply.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comédie est partout, mais la tragédie touche encore profondément le public.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Soliloquy and monologue (Le soliloque et le monologue)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heard that Shakespeare&amp;#x27;s characters speak alone on stage. Is that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entendu que les personnages de Shakespeare parlent seuls sur scène. Est-ce vrai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 soliloquy is a long speech a character gives while alone, thinking aloud.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 soliloque est un long discours qu&amp;#x27;un personnage prononce seul, en pensant à voix haute.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a monologue?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un monologue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monologue is a long speech addressed to other characters or the audience, even when others are present.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monologue est un long discours adressé à d&amp;#x27;autres personnages ou au public, même si d&amp;#x27;autres sont présents.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purpose of a soliloquy?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but d&amp;#x27;un soliloque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 reveal the character&amp;#x27;s secret thoughts and inner conflicts directly 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Révéler les pensées secrètes et les conflits intérieurs du personnage directement à nous.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Setting and props (Le décor et les accessoires)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 a play, how do we know where the story takes place?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une pièce, comment savons-nous où se déroule l&amp;#x27;histoire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setting is shown through scenery and through the characters&amp;#x27;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cadre est montré par le décor et par les paroles des personnages.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props?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sont les accessoires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Props, or properties, are the objects actors hold and use, like a letter, a lamp or a sword.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accessoires sont les objets que les acteurs tiennent et utilisent, comme une lettre, une lampe ou une épée.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Even a small prop can tell a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Même un petit accessoire peut raconter une histoire.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 broken cup on the floor can tell us about a violent argument that just happened.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Une tasse cassée sur le sol peut nous parler d&amp;#x27;une violente dispute qui vient d&amp;#x27;avoir lieu.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Watching vs reading a play (Regarder contre lire une pièce)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better to watch a play or to read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Vaut-il mieux regarder une pièce ou la lire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Both, for different reasons. Watching shows you the action, music and emotions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deux, pour des raisons différentes. Regarder vous montre l&amp;#x27;action, la musique et les émotions directement.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reading?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lecture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Reading lets you go slowly, think about each word, and imagine your own stage.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lecture vous permet d&amp;#x27;aller lentement, de réfléchir à chaque mot et d&amp;#x27;imaginer votre propre scène.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they complete each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elles se complètent.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Read the play first, then watch it with fresh eyes.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Lisez d&amp;#x27;abord la pièce, puis regardez-la avec un œil neuf.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Shakespeare&amp;#x27;s theatre (Le théâtre de Shakespeare)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Everyone speaks about Shakespeare. What should I remember?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Tout le monde parle de Shakespeare. Que dois-je retenir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William Shakespeare was a great English playwright of the Renaissance, famous for plays like "Romeo and Juliet" and "Hamlet".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William Shakespeare fut un grand dramaturge anglais de la Renaissance, célèbre pour des pièces comme « Roméo et Juliette » et « Hamlet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His plays are still performed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Ses pièces sont encore jouées aujourd&amp;#x27;hui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everywhere in the world, four centuries later. That is the power of great drama.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partout dans le monde, quatre siècles plus tard. C&amp;#x27;est la puissance du grand théâtre.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would love to see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J&amp;#x27;aimerais beaucoup en voir une.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with a comedy like "A Midsummer Night&amp;#x27;s Dream"; it is light and full of fun.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par une comédie comme « Le Songe d&amp;#x27;une nuit d&amp;#x27;été » ; elle est légère et pleine de plaisir.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The plot in a play (L&amp;#x27;intrigue dans une pièce)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a play also have a plot like a novel?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pièce a-t-elle aussi une intrigue comme un roman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it is often tighter. The events must be understood in two or three hours on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elle est souvent plus resserrée. Les événements doivent être compris en deux ou trois heures sur scène.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every moment 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chaque moment compte.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Every line and every pause. There is no place for long explanations in drama.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Chaque réplique et chaque pause. Il n&amp;#x27;y a pas de place pour de longues explications au théâtre.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why the playwright is careful.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pourquoi le dramaturge est soigneux.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careful. Economy is the soul of the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soigneux. L&amp;#x27;économie est l&amp;#x27;âme de la scène.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dialogue (Dialogue de synthèse)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Time for our review. Drama is a story written to be performed.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est temps de réviser. Le théâtre est une histoire écrite pour être jouée.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on a stage, by actors, in front of an audience.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sur une scène, par des acteurs, devant un public.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It is organized into acts and scenes.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est organisée en actes et en scènes.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built on dialogue and stage directions.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construite sur le dialogue et les didascalies.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playwright, the director and the actors bring it to life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dramaturge, le metteur en scène et les acteurs la font vivre ensemble.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remember: comedy makes us laugh, tragedy moves us, and both speak about human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souvenez-vous : la comédie nous fait rire, la tragédie nous émeut, et les deux parlent de la vie humaine.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