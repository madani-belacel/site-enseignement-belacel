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Literature Course3 Poetry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poetry? (Qu&amp;#x27;est-ce que la poésie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Today we talk about poetry. What exactly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Aujourd&amp;#x27;hui nous parlons de poésie. Qu&amp;#x27;est-ce que c&amp;#x27;est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Poetry is a form of literature that uses rhythm, sound and images to express feelings and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La poésie est une forme de littérature qui utilise le rythme, le son et les images pour exprimer des sentiments et des idées.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poetry always about love and flowers?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poésie parle-t-elle toujours d&amp;#x27;amour et de fleurs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at all. Poetry can be about war, nature, poverty, joy, or even a simple cup of tea.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du tout. La poésie peut parler de guerre, de nature, de pauvreté, de joie, ou même d&amp;#x27;une simple tasse de thé.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a way of seeing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c&amp;#x27;est une façon de voir la vie.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Beautifully said. Poetry shows ordinary things in an extraordinary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dit. La poésie montre les choses ordinaires sous un jour extraordinaire.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Lines: the building blocks (Les vers : les éléments de base)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a poem written in lines instead of sentences?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un poème est-il écrit en vers au lieu de phrases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line, called a verse in French, is one row of words. It is the basic unit of a poem.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vers est une ligne de mots. C&amp;#x27;est l&amp;#x27;unité de base d&amp;#x27;un poème.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know where a line ends?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savoir où se termine un vers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poet decides. Often a line ends where the poet wants a pause or a special effect.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poète décide. Souvent, un vers se termine là où le poète veut une pause ou un effet spécial.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Show me a short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Montrez-moi un petit exemple.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cat sleeps on the wall / And does not hear the night." Two lines, two breaths.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Le chat dort sur le mur / Et n&amp;#x27;entend pas la nuit. » Deux vers, deux souffles.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Stanzas: groups of lines (Les strophes : les groupes de vers)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do we call groups of lines in a poem?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appelle-t-on les groupes de vers dans un poème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call them stanzas. In French, they are also called strophes.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les appelle des strophes. En anglais, elles portent aussi le nom de stanzas.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stanzas have special names?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strophes ont-elles des noms particuliers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Two lines make a couplet, three lines a tercet, and four lines a quatrain.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Deux vers forment un distique, trois vers un tercet, et quatre vers un quatrain.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one is the most common?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Lequel est le plus courant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quatrain is very common because it is easy to balance and pleasant to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quatrain est très courant car il est facile à équilibrer et agréable à lire.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Rhyme: words that echo (La rime : les mots qui se font écho)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rhyme. What is a rhyme?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la rime. Qu&amp;#x27;est-ce qu&amp;#x27;une rime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rhyme happens when two words end with the same sound, like "cat" and "hat".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rime se produit quand deux mots se terminent par le même son, comme « cat » et « hat » (chat et chapeau).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all poems have to rhyme?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poèmes doivent-ils rimer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Rhyme is a tool, not a rule. Many beautiful poems do not rhyme at all.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La rime est un outil, pas une règle. De nombreux beaux poèmes ne riment pas du tout.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purpose of rhyme?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but de la rime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gives pleasure to the ear, helps the reader remember the poem, and ties ideas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procure du plaisir à l&amp;#x27;oreille, aide le lecteur à mémoriser le poème et relie les idées entre 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Rhyme schemes (Les schémas de rimes)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explain a rhyme scheme?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expliquer un schéma de rimes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rhyme scheme shows which lines rhyme, using letters. Line A rhymes with line A, line B with line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schéma de rimes montre quels vers riment, en utilisant des lettres. Le vers A rime avec le vers A, le vers B avec le vers 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 small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petit exemple.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moon is high tonight (A) / It makes the water bright (A) / The wind is soft and low (B) / I watch the stars aglow (B)." The scheme is AABB.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La lune est haute cette nuit (A) / Elle rend l&amp;#x27;eau brillante (A) / Le vent est doux et bas (B) / Je regarde les étoiles rayonner (B). » Le schéma est AABB.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letters simply repeat for each rhyming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lettres se répètent simplement pour chaque paire de rimes.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 understanding. You can now recognize schemes like ABAB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Compréhension parfaite. Vous pouvez maintenant reconnaître aussi des schémas comme ABAB.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Rhythm: the heartbeat of a poem (Le rythme : le battement du cœur d&amp;#x27;un poème)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 the word "rhythm". What is it in poetry?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J&amp;#x27;entends le mot « rythme ». Qu&amp;#x27;est-ce que c&amp;#x27;est en poésie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Rhythm is the pattern of strong and weak beats in the lines, like the beat of music.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rythme est le schéma des temps forts et faibles dans les vers, comme le battement de la musique.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hear rhythm in a 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entendre le rythme dans un vers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Listen: "The RAIN falls SOFT on the QUIET GROUND." The strong beats come in a regular order.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Écoutez : « La PLUIE tombe DOUCE sur le SOL SILENCIEUX. » Les temps forts viennent dans un ordre régulier.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every poem have a regular rhythm?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poème a-t-il un rythme régulier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Some poems are like music, others like natural speech. Poets choose freely.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Certains poèmes sont comme de la musique, d&amp;#x27;autres comme un langage naturel. Les poètes choisissent librement.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Imagery: painting with words (Les images : peindre avec des mots)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"imagery"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« images » en poésie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Imagery is the use of words to create pictures in the reader&amp;#x27;s mind, using the five senses.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L&amp;#x27;image est l&amp;#x27;utilisation des mots pour créer des tableaux dans l&amp;#x27;esprit du lecteur, en faisant appel aux cinq sens.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an example with the senses.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avec les sens.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bread was golden, crisp and warm, smelling of the oven." You see, touch and smell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Le pain était doré, croustillant et chaud, sentant le four. » Vous le voyez, le touchez et le sentez.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imagery makes me feel the poem.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l&amp;#x27;image me fait ressentir le poème.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poem with good imagery is a poem you can almost enter.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poème avec de bonnes images est un poème dans lequel on peut presque entrer.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Simile and metaphor (La comparaison et la métaphore)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a simile and a metaphor?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une comparaison et une métaphore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simile compares two things using "like" or "as". Example: "Her voice is like honey."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comparaison rapproche deux choses avec « comme » (like/as). Exemple : « Sa voix est comme du miel.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 metaphor?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une métaphore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metaphor compares without those words. Example: "Her voice is honey."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métaphore compare sans ces mots. Exemple : « Sa voix est du miel.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meaning is similar but the form differs.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sens est semblable mais la forme diffère.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Both make language richer and more vivid.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deux rendent le langage plus riche et plus vivant.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Personification (La personnification)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also heard of personification. What is that?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aussi entendu parler de personnification.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Personification gives human qualities to non-human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personnification donne des qualités humaines à des choses qui ne sont pas humaines.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a tree that feels sad?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un arbre qui se sent triste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"The old tree sighed in the wind." Trees do not sigh, but the image makes us feel the poem.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Le vieil arbre soupira dans le vent. » Les arbres ne soupirent pas, mais l&amp;#x27;image nous fait ressentir le poème.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poets do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poètes font-ils cela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 create emotion and to help us see nature and objects as alive and close 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créer de l&amp;#x27;émotion et pour nous aider à voir la nature et les objets comme vivants et proches de nous.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Sound devices: alliteration and onomatopoeia (Les effets sonores : l&amp;#x27;allitération et l&amp;#x27;onomatopée)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sound games in poetry too?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aussi des jeux de sons en poésie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Many. Alliteration repeats the same beginning sound: "silly snakes slide softly."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Beaucoup. L&amp;#x27;allitération répète le même son initial : « silly snakes slide softly » (de serpents stupides glissent doucement).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onomatopoeia?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l&amp;#x27;onomatopée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Onomatopoeia is a word that imitates a sound, like "buzz", "hiss" or "pop".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L&amp;#x27;onomatopée est un mot qui imite un son, comme « buzz » (bourdonnement), « hiss » (sifflement) ou « pop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These words sound like what they mean.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Ces mots sonnent comme ce qu&amp;#x27;ils signifient.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Poets love them because they make the poem ring in the reader&amp;#x27;s 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poètes les aiment car ils font résonner le poème dans l&amp;#x27;oreille du lecteur.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Reading a small poem we create (Lire un petit poème que nous créons)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write a tiny poem together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écrire un petit poème ensemble maintenant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pleasure. Topic: a spring morning.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plaisir. Sujet : un matin de printemps.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sun wakes up above the hill.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soleil se réveille au-dessus de la colline.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Good, that is personification. Add a rhyme: "And little birds the air do fill."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Bien, c&amp;#x27;est de la personnification. Ajoutez une rime : « Et les petits oiseaux remplissent l&amp;#x27;air.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grass is green and wet with dew.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L&amp;#x27;herbe est verte et humide de rosée.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morning is a friend to you." Now we have a quatrain full of imagery.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Le matin est un ami pour vous. » Nous avons maintenant un quatrain plein d&amp;#x27;images.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sonnet: a famous form (Le sonnet : une forme célèbre)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famous fixed forms in poetry?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formes fixes célèbres en poésie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sonnet has fourteen lines and a strict rhyme pattern. Shakespeare wrote many.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sonnet a quatorze vers et un schéma de rimes strict. Shakespeare en a écrit beaucoup.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would a poet choose such a difficult 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un poète choisirait-il une forme si difficile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 rules create a beautiful tension. The poet must say a lot inside a small frame.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les règles créent une belle tension. Le poète doit dire beaucoup à l&amp;#x27;intérieur d&amp;#x27;un petit cadre.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writing in a small garden.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écrire dans un petit jardin.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beautiful image. Order and freedom can live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belle image. L&amp;#x27;ordre et la liberté peuvent vivre ensemble.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Poetry and feelings (La poésie et les sentiments)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poems move us so strongly?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poèmes nous touchent-ils si fortement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they compress feeling into few words, and rhythm helps that feeling reach our heart.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qu&amp;#x27;ils compriment le sentiment en peu de mots, et le rythme aide ce sentiment à atteindre notre cœur.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reading poetry is an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lire de la poésie est une expérience.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experience of the senses and the soul. Read a poem aloud to feel it fully.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expérience des sens et de l&amp;#x27;âme. Lisez un poème à voix haute pour le ressentir pleinement.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will try that at home tonight.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vais essayer cela à la maison ce soir.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it slowly, and let the words breathe.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Lisez-le lentement, et laissez les mots respirer.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dialogue (Dialogue de synthèse)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review poetry quickly. It is made of lines,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Révisons rapidement la poésie. Elle est faite de vers, n&amp;#x27;est-ce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lines group into stanzas, like couplets, tercets and quatrains.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les vers se regroupent en strophes, comme les distiques, les tercets et les quatrains.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Rhyme and rhythm give the poem music.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rime et le rythme donnent la musique au poème.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imagery, similes, metaphors and personification paint pictures.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images, les comparaisons, les métaphores et les personnifications peignent des tableaux.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poetry is music and painting 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poésie est musique et peinture en mots.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perfect summary. Now choose a short poem, read it aloud, and find one image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résumé parfait. Maintenant, choisissez un poème court, lisez-le à voix haute, et trouvez-y une image.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