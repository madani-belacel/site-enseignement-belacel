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Civilization Course5 British American English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One language, two varieties (Une langue, deux variétés)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Is British English different from American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L&amp;#x27;anglais britannique est-il différent de l&amp;#x27;anglais américain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Yes, they are two varieties of the same language, like two brothers who grew up in different houses.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Oui, ce sont deux variétés de la même langue, comme deux frères qui ont grandi dans des maisons différentes.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 differences very big?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différences sont-elles très grandes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and that is the good news. British and American speakers understand each other almost perfectly, even if some words and sounds are different.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et c&amp;#x27;est la bonne nouvelle. Les anglophones britanniques et américains se comprennent presque parfaitement, même si certains mots et certains sons sont différents.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did the language split in two?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la langue s&amp;#x27;est-elle divisée en deux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After the American colonies became independent in 1776, the two countries developed separately, and each kept or created its own words and spellings.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Après l&amp;#x27;indépendance des colonies américaines en 1776, les deux pays se sont développés séparément, et chacun a conservé ou créé ses propres mots et orthographes.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Spelling: colour or color? (L&amp;#x27;orthographe : colour ou color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start with spelling. Why do Americans write "color" without the letter 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Commençons par l&amp;#x27;orthographe. Pourquoi les Américains écrivent-ils « color » sans la lettre 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British words in "-our" became "-or" in American English: colour, humour, favour, neighbour become color, humor, favor, neighbor.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de mots britanniques en « -our » sont devenus « -or » en anglais américain : colour, humour, favour, neighbour deviennent color, humor, favor, neighbor.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made this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a fait ce changement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Noah Webster, the famous dictionary maker, wanted a simpler and more "American" spelling at the beginning of the 1800s. His dictionaries made it popular.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Noah Webster, le célèbre auteur de dictionnaires, voulait une orthographe plus simple et plus « américaine » au début des années 1800. Ses dictionnaires l&amp;#x27;ont rendue populaire.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other spelling differences?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d&amp;#x27;autres différences d&amp;#x27;orthographe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Words like "centre" and "theatre" become "center" and "theater" in American English, with "-er" instead of "-re".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Des mots comme « centre » et « theatre » deviennent « center » et « theater » en anglais américain, avec « -er » au lieu de « -re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More spelling differences: -ise and -ize (D&amp;#x27;autres différences d&amp;#x27;orthographe : -ise et -ize)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words like "realise" and "organise"?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mots comme « realise » et « organise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British English, they are often written with "-ise": realise, organise, recognise. In American English, they are always written with "-ize".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anglais britannique, ils sont souvent écrits avec « -ise » : realise, organise, recognise. En anglais américain, ils sont toujours écrits avec « -ize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words ending in "-yse"?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mots se terminant par « -yse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British English writes analyse and paralyse, while American English writes analyze and paralyze.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L&amp;#x27;anglais britannique écrit analyse et paralyse, tandis que l&amp;#x27;anglais américain écrit analyze et paralyze.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one spelling "more correct" than the other?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orthographe est-elle « plus correcte » que l&amp;#x27;autre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Both are correct in their own country. The important thing is to choose one variety and stay consistent in your writing.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Les deux sont correctes dans leur pays. L&amp;#x27;important est de choisir une variété et de rester cohérent dans votre écriture.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Vocabulary: lift or elevator? (Le vocabulaire : lift ou elevator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biggest differences in vocabulary?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plus grandes différences de vocabulaire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Daily life words are the funniest. In a building, the British take a "lift" while Americans take an "elevator".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mots de la vie quotidienne sont les plus amusants. Dans un immeuble, les Britanniques prennent un « lift » tandis que les Américains prennent un « elevator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us more examples, please.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Donnez-nous plus d&amp;#x27;exemples, s&amp;#x27;il vous plaît.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British live in a "flat", Americans in an "apartment". The British buy "biscuits", Americans buy "cookies".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Britanniques vivent dans un « flat », les Américains dans un « apartment ». Les Britanniques achètent des « biscuits », les Américains des « cookies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in the street?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dans la rue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British people drive a "lorry", Americans drive a "truck". British children wear "trousers", American children wear "pants".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Britanniques conduisent un « lorry » (camion), les Américains un « truck ». Les enfants britanniques portent des « trousers », les enfants américains des « pants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More everyday words (D&amp;#x27;autres mots du quotidien)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differences about food too?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aussi des différences concernant la nourriture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British eat "chips" with fish, while Americans call them "fries". American "chips" are what the British call "crisps".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Britanniques mangent des « chips » avec le poisson, tandis que les Américains les appellent « fries ». Les « chips » américains correspondent aux « crisps » britanniques.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confusing! What about drinks?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déroutant ! Et pour les boissons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British person goes to the "chemist&amp;#x27;s" for medicine, an American to the "drugstore". The British say "toilet" or "loo", Americans say "restroom".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Britannique va à la « chemist&amp;#x27;s » pour des médicaments, un Américain au « drugstore ». Les Britanniques disent « toilet » ou « loo », les Américains disent « restroom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clothes and shops?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les vêtements et les magasins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"Sneakers" is American, "trainers" is British. Americans say "mall" for the shopping centre, the British often say "shopping centre".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Sneakers » est américain, « trainers » est britannique. Les Américains disent « mall » pour le centre commercial, les Britanniques disent souvent « shopping centre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Pronunciation: the "r" sound (La prononciation : le son « r »)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pronunciation differences are obvious when we listen. Can we study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différences de prononciation sont évidentes à l&amp;#x27;écoute. Pouvons-nous les étudier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most famous one is the letter "r". In American English, the "r" is always pronounced, even at the end of a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La plus célèbre est la lettre « r ». En anglais américain, le « r » est toujours prononcé, même à la fin d&amp;#x27;un mot.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in British English?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en anglais britannique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standard British English, the final "r" is silent. "Car" sounds like "cah" in Britain but keeps its "r" in America.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anglais britannique standard, le « r » final est muet. « Car » sonne comme « cah » en Grande-Bretagne mais garde son « r » en Amérique.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that the only pronunciation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la seule différence de prononciation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but it is the most noticeable. In American English, the "t" in the middle of a word like "water" often sounds like a soft "d".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mais c&amp;#x27;est la plus perceptible. En anglais américain, le « t » au milieu d&amp;#x27;un mot comme « water » sonne souvent comme un « d » doux.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vowel sounds: bath, dance, schedule (Les voyelles : bath, dance, schedule)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 vowels different too?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voyelles sont-elles aussi différentes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In words like "bath", "dance" and "class", British English uses a longer, deeper vowel sound, while American English uses a short "a" like in "cat".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Dans des mots comme « bath », « dance » et « class », l&amp;#x27;anglais britannique utilise une voyelle plus longue et plus profonde, tandis que l&amp;#x27;anglais américain utilise un « a » court comme dans « cat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the word "schedule"?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mot « schedule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Great example. The British say "SHED-yool" and the Americans say "SKED-yool". The spelling is the same, but the pronunciation is different.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 exemple. Les Britanniques disent « SHED-yool » et les Américains « SKED-yool ». L&amp;#x27;orthographe est la même, mais la prononciation est différente.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stress or accent?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l&amp;#x27;accent tonique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Some words have stress on a different syllable: "advertisement" is stressed on the second syllable in British English and on the third in American English.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Certains mots ont l&amp;#x27;accent sur une syllabe différente : « advertisement » est accentué sur la deuxième syllabe en anglais britannique et sur la troisième en anglais américain.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Grammar: got vs gotten (La grammaire : got vs gotten)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grammar differences too?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aussi des différences de grammaire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 few. The past participle of "get" is "gotten" in American English but "got" in British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quelques-unes. Le participe passé de « get » est « gotten » en anglais américain mais « got » en anglais britannique.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 American says "I have gotten better", a British person says "I have got better". Both are correct in their country.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Américain dit « I have gotten better », un Britannique dit « I have got better ». Les deux sont corrects dans leur pays.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the past of "learn"?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passé de « learn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British English usually says "learnt", American English usually says "learned". The same applies to "spelt/spelled" and "burnt/burned".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L&amp;#x27;anglais britannique dit généralement « learnt », l&amp;#x27;anglais américain « learned ». Il en va de même pour « spelt/spelled » et « burnt/burned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Collective nouns: team is or team are? (Les noms collectifs : team is ou team are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heard that British and American English treat groups differently.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dire que l&amp;#x27;anglais britannique et l&amp;#x27;anglais américain traitent les groupes différemment.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With collective nouns like "team" or "family", American English uses a singular verb: "The team is playing well."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Exact. Avec les noms collectifs comme « team » ou « family », l&amp;#x27;anglais américain utilise un verbe au singulier : « The team is playing well.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British?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Britanniques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often use a plural verb: "The team are playing well." They think of the team as a group of people, not one single 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utilisent souvent un verbe au pluriel : « The team are playing well. » Ils considèrent l&amp;#x27;équipe comme un groupe de personnes, pas comme une seule chose.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a big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une grande différence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noticeable in writing, but both forms are understood everywhere. You will soon get used to hearing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est perceptible à l&amp;#x27;écrit, mais les deux formes sont comprises partout. Vous vous habituerez vite à entendre les deux.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Prepositions and expressions (Les prépositions et les expressions)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they use different prepositions?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Utilisent-ils des prépositions différentes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in a few fixed expressions. The British say "at the weekend", Americans say "on the weekend".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dans quelques expressions figées. Les Britanniques disent « at the weekend », les Américains « on the weekend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dates?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les dates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British write 14 August 2026 as 14/08/2026, while Americans write it as 08/14/2026, with the month first.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Britanniques écrivent 14 août 2026 comme 14/08/2026, tandis que les Américains l&amp;#x27;écrivent 08/14/2026, avec le mois en premier.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can be dangerous!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peut être dangereux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certainly can, especially for appointments. That is why it is important to know which system you are using.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Certainement, surtout pour les rendez-vous. C&amp;#x27;est pourquoi il est important de savoir quel système vous utilisez.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Days, seasons and money (Les jours, les saisons et l&amp;#x27;argent)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differences in how the week is organised?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différences dans l&amp;#x27;organisation de la semaine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small ones. The week often starts on a Sunday in American calendars, and British weeks traditionally start on a Monday.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de petites. La semaine commence souvent le dimanche dans les calendriers américains, et les semaines britanniques commencent traditionnellement le lundi.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money?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l&amp;#x27;argent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British say "pounds and pence", the Americans "dollars and cents". Bills are "notes" in Britain but "bills" in America.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Britanniques disent « pounds et pence » (livres et pence), les Américains « dollars et cents ». Les billets se disent « notes » en Grande-Bretagne mais « bills » en Amérique.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they say "autumn" in America?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Dit-on « autumn » en Amérique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Americans say "fall" for the season, while the British say "autumn". "Fall" is actually an old word that the British settlers took with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Américains disent « fall » pour la saison, tandis que les Britanniques disent « autumn ». « Fall » est en fait un ancien mot que les colons britanniques ont emporté avec 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Which English should we learn? (Quel anglais faut-il apprendre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study British or American English at university?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étudier l&amp;#x27;anglais britannique ou américain à l&amp;#x27;université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Algeria, the official curriculum is mainly based on British English, but exposure to American English is everywhere: films, songs, series and the 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Algérie, le programme officiel repose principalement sur l&amp;#x27;anglais britannique, mais l&amp;#x27;exposition à l&amp;#x27;anglais américain est partout : films, chansons, séries et internet.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you advise us to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nous conseillez-vous de faire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Master one variety well, especially British English for your exams, but learn to understand both. A good speaker understands all accents.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Maîtrisez bien une variété, surtout l&amp;#x27;anglais britannique pour vos examens, mais apprenez à comprendre les deux. Un bon locuteur comprend tous les accents.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Will people laugh if we mix the two?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gens vont-ils rire si on mélange les deux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 one will laugh. Mixing a little is normal for learners. Native speakers simply notice it, and they find it charming and natural.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Personne ne rira. Mélanger un peu est normal pour un apprenant. Les locuteurs natifs le remarquent simplement, et ils le trouvent charmant et naturel.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Similar words, different meanings (Des mots identiques, des sens différents)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words that mean different things in the two countries?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mots qui signifient des choses différentes dans les deux pays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they can be funny. In America "pants" are trousers, but in Britain "pants" means underwear.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ils peuvent être amusants. En Amérique, « pants » désigne le pantalon, mais en Grande-Bretagne « pants » signifie les sous-vêtements.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Any other dangerous words?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D&amp;#x27;autres mots dangereux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"Biscuit": in Britain it is a sweet cookie, but in America it is a kind of soft bread. And "football" means a totally different sport in each country.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Biscuit » : en Grande-Bretagne, c&amp;#x27;est un gâteau sec, mais en Amérique, c&amp;#x27;est une sorte de pain moelleux. Et « football » désigne un sport totalement différent dans chaque pays.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context is very important.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contexte est donc très important.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When in doubt, look at the context, or simply ask. That is the best way to avoid a funny misunderstanding.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En cas de doute, regardez le contexte, ou demandez simplement. C&amp;#x27;est le meilleur moyen d&amp;#x27;éviter un malentendu amusant.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Summary: one English, many flavours (Résumé : un anglais, de nombreuses saveurs)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summarise this course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résumer ce cours maintenant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pleasure. British and American English share the same grammar and vocabulary core, but differ in spelling, pronunciation and some everyday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plaisir. L&amp;#x27;anglais britannique et l&amp;#x27;anglais américain partagent le même noyau de grammaire et de vocabulaire, mais diffèrent par l&amp;#x27;orthographe, la prononciation et certains mots de tous les jours.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is the best strategy?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quelle est la meilleure stratégie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Choose one main variety, stay consistent in your writing, and keep your ears open for the other. Understanding both makes you truly bilingual in English.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Choisissez une variété principale, restez cohérent à l&amp;#x27;écrit, et gardez les oreilles ouvertes à l&amp;#x27;autre. Comprendre les deux fait de vous un vrai bilingue de l&amp;#x27;anglais.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This was very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C&amp;#x27;était très utile.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