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Civilization Course4 USA Institutions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The United States: a federal republic (Les États-Unis : une république fédérale)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type of government does the USA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Quel type de gouvernement ont les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The USA is a federal presidential republic: the states are united under one national government, but each state keeps a lot of its own power.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Les États-Unis sont une république fédérale présidentielle : les États sont unis sous un seul gouvernement national, mais chaque État conserve une grande partie de son propre pouvoir.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"federal" mean exactly?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exactement « fédéral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means there are two levels of government: the federal government in Washington, and the fifty state governments, each with its own governor and laws.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 qu&amp;#x27;il y a deux niveaux de gouvernement : le gouvernement fédéral à Washington, et les cinquante gouvernements des États, chacun avec son propre gouverneur et ses propres lois.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decides what, then?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décide quoi, alors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federal government handles defence, foreign policy and national money, while states manage education, police and many local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gouvernement fédéral s&amp;#x27;occupe de la défense, de la politique étrangère et de la monnaie nationale, tandis que les États gèrent l&amp;#x27;éducation, la police et de nombreuses questions locales.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Constitution (La Constitution)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important law in the United States?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loi la plus importante aux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Constitution, written in 1787 and in force since 1789. It is the oldest written national constitution still in use in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Constitution, rédigée en 1787 et en vigueur depuis 1789. C&amp;#x27;est la plus ancienne constitution nationale écrite encore en usage dans le monde.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the Constitution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fait la Constitution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organises the three branches of government and protects the rights of citizens, especially through the Bill of Rights, the first ten amendments.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organise les trois pouvoirs du gouvernement et protège les droits des citoyens, notamment par la Déclaration des droits, les dix premiers amendements.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the Constitution be changed?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Constitution peut-elle être modifiée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through amendments. Changing it is very difficult on purpose, but it has been amended twenty-seven times in more than two centuries.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grâce à des amendements. La modifier est volontairement très difficile, mais elle a été amendée vingt-sept fois en plus de deux siècles.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separation of powers (La séparation des pouvoirs)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three branches of government?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trois branches du gouvernement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executive branch, led by the President; the legislative branch, the Congress; and the judicial branch, the courts, headed by the Supreme Court.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pouvoir exécutif, dirigé par le Président ; le pouvoir législatif, le Congrès ; et le pouvoir judiciaire, les tribunaux, dirigés par la Cour suprême.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separate the powers?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séparer les pouvoirs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 prevent one person or one group from becoming too powerful. This idea is called "checks and balances".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empêcher qu&amp;#x27;une personne ou un groupe ne devienne trop puissant. Cette idée s&amp;#x27;appelle « checks and balances », l&amp;#x27;équilibre des pouvoirs.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President can refuse a law proposed by the Congress, but the Congress can vote to override that refusal with a two-thirds majority.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Président peut refuser une loi proposée par le Congrès, mais le Congrès peut voter pour passer outre ce refus avec une majorité des deux tiers.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President of the United States (Le Président des États-Unis)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role of the American President?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rôle du Président américain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He or she is the head of state and head of government, commander-in-chief of the army, and the main face of the country in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ou elle est le chef de l&amp;#x27;État et du gouvernement, commandant en chef de l&amp;#x27;armée, et le principal visage du pays dans le monde.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long is a presidential term?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durée d&amp;#x27;un mandat présidentiel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Four years, and a president can serve a maximum of two terms, so eight years in total.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Quatre ans, et un président peut exercer au maximum deux mandats, soit huit ans au total.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does the President live?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vit le Président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the White House in Washington D.C., the most famous official residence in the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la Maison-Blanche à Washington D.C., la résidence officielle la plus célèbre du pays.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Presidential elections (Les élections présidentielles)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the President elected?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 Président est-il élu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Americans vote on the first Tuesday after the first Monday in November, every four years. But the result is decided by the Electoral College.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Américains votent le premier mardi après le premier lundi de novembre, tous les quatre ans. Mais le résultat est décidé par le collège électoral.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Electoral College? That sounds complicated.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collège électoral ? Cela semble compliqué.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Each state gets a number of electors based on its population. To win, a candidate must get at least 270 of the 538 electoral votes.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État reçoit un nombre de grands électeurs selon sa population. Pour gagner, un candidat doit obtenir au moins 270 des 538 voix électorales.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always the candidate with the most popular votes who wins?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toujours le candidat qui obtient le plus de voix populaires qui gagne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Usually, but not always. A president can win the electoral vote while losing the popular vote, which has happened a few times in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général, mais pas toujours. Un président peut gagner le vote électoral tout en perdant le vote populaire, ce qui est arrivé quelques fois dans l&amp;#x27;histoire.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Congress (Le Congrès)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American Congress?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Congrès américain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Congress is the legislative branch, made of two chambers: the Senate and the House of Representatives.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Congrès est le pouvoir législatif, composé de deux chambres : le Sénat et la Chambre des représentants.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members does each chamber have?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membres compte chaque chambre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Senate has one hundred senators, two for each state. The House has four hundred thirty-five representatives, shared out according to population.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Sénat compte cent sénateurs, deux par État. La Chambre compte quatre cent trente-cinq représentants, répartis selon la population.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main job of the Congress?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principale fonction du Congrès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writes, discusses and votes on laws, and it controls the government&amp;#x27;s budget. Without Congress, no federal law can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rédige, examine et vote les lois, et il contrôle le budget du gouvernement. Sans le Congrès, aucune loi fédérale ne peut exister.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Supreme Court (La Cour suprême)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the Supreme Court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fait la Cour suprême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highest court in the country. It checks that laws respect the Constitution and gives the final decision on the most important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la plus haute juridiction du pays. Elle vérifie que les lois respectent la Constitution et rend la décision finale sur les affaires les plus importantes.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judges sit on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juges y siègent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Nine judges, called justices. One is the Chief Justice. They are appointed for life, which protects their independence.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Neuf juges, appelés justices. L&amp;#x27;un d&amp;#x27;eux est le Chief Justice (juge en chef). Ils sont nommés à vie, ce qui protège leur indépendance.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are they appointed for life?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sont-ils nommés à vie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 that they are not afraid of losing their job if their decisions are unpopular. This is meant to keep justice free from politics.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qu&amp;#x27;ils n&amp;#x27;aient pas peur de perdre leur poste si leurs décisions sont impopulaires. Ceci vise à préserver la justice de la politique.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Political parties (Les partis politiques)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two main American political parties?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deux principaux partis politiques américains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Democratic Party and the Republican Party. For more than 150 years, all American presidents have belonged to one of these two parties.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Parti démocrate et le Parti républicain. Depuis plus de 150 ans, tous les présidents américains ont appartenu à l&amp;#x27;un de ces deux partis.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the colours red and blue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signifient les couleurs rouge et bleu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the media, states that vote for the Republicans are called "red states" and states that vote for the Democrats are called "blue states".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les médias, les États qui votent pour les Républicains sont appelés « red states » et ceux qui votent pour les Démocrates « blue states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other parties exist?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D&amp;#x27;autres partis existent-ils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like the Green Party or the Libertarian Party, but they rarely win national elections. American politics is a two-party system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comme le Parti vert ou le Parti libertarien, mais ils gagnent rarement des élections nationales. La politique américaine est en pratique un système à deux partis.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American flag (Le drapeau américain)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explain the American flag?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expliquer le drapeau américain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It has thirteen stripes and a blue rectangle with fifty white stars. The stars and stripes have inspired its nickname: the Star-Spangled Banner.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Il a treize bandes et un rectangle bleu avec cinquante étoiles blanches. Ses étoiles et ses bandes lui ont valu son surnom : la « Bannière étoilée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the stripes and stars represent?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représentent les bandes et les étoiles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thirteen stripes stand for the thirteen original colonies, and the fifty stars represent the fifty states of today.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treize bandes représentent les treize colonies d&amp;#x27;origine, et les cinquante étoiles représentent les cinquante États actuels.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people fly the flag everywhere?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gens hissent-ils le drapeau partout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 sign of pride and unity. The flag is placed on public buildings, schools, houses, and even on many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 signe de fierté et d&amp;#x27;unité. Le drapeau est placé sur les bâtiments publics, les écoles, les maisons, et même sur de nombreux produits.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Independence Day (Le Jour de l&amp;#x27;indépendance)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important American national holiday?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jour férié national le plus important aux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Independence Day, celebrated on the 4th of July. On that date in 1776, the colonies declared their independence from Great Britain.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Jour de l&amp;#x27;indépendance, célébré le 4 juillet. À cette date en 1776, les colonies ont déclaré leur indépendance vis-à-vis de la Grande-Bretagne.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Americans celebrate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Américains le célèbrent-ils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parades, concerts, barbecues, picnics and, above all, fireworks in the evening. It is a very patriotic and joyful 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des défilés, des concerts, des barbecues, des pique-niques et, surtout, des feux d&amp;#x27;artifice le soir. C&amp;#x27;est une journée très patriotique et joyeuse.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4th of July a public holiday?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4 juillet est-il un jour férié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it is a federal holiday, which means that schools and federal offices are closed all over the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c&amp;#x27;est un jour férié fédéral, ce qui signifie que les écoles et les bureaux fédéraux sont fermés dans tout le pays.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Thanksgiving (Thanksgiving (l&amp;#x27;Action de grâce))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Thanksgiving and when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Thanksgiving et quand a-t-il lieu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Thanksgiving is a national holiday celebrated on the fourth Thursday of November, to give thanks for the year&amp;#x27;s harvest and blessings.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Thanksgiving est un jour férié national célébré le quatrième jeudi de novembre, pour rendre grâce pour la récolte et les bienfaits de l&amp;#x27;année.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families eat on this 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mangent les familles ce jour-là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traditional dinner is turkey with stuffing, mashed potatoes, cranberry sauce and pumpkin pie for dessert.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dîner traditionnel est la dinde farcie, avec de la purée de pommes de terre, de la sauce aux canneberges et une tarte à la citrouille en dessert.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Thanksgiving important for families?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Thanksgiving est-il important pour les familles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biggest family gathering of the year. People travel long distances to eat together and to say what they are thankful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plus grand rassemblement familial de l&amp;#x27;année. Les gens parcourent de longues distances pour manger ensemble et dire ce pour quoi ils sont reconnaissants.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Other national holidays (Les autres jours fériés nationaux)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other holidays do Americans celebrate?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autres jours fériés les Américains célèbrent-ils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Memorial Day in May, Labour Day in September, Martin Luther King Jr. Day in January, and Washington&amp;#x27;s Birthday in February, among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Memorial Day en mai, le Labour Day (fête du Travail) en septembre, le jour de Martin Luther King Jr. en janvier, et l&amp;#x27;anniversaire de Washington en février, entre autres.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Martin Luther King Jr. 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jour de Martin Luther King Jr.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honours the famous civil rights leader who fought peacefully for equal rights for Black Americans in the 1950s and 1960s.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honore le célèbre leader des droits civiques qui a lutté pacifiquement pour l&amp;#x27;égalité des droits des Américains noirs dans les années 1950 et 1960.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Christmas also a federal holiday?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Noël est-il aussi un jour férié fédéral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December 25th is a federal holiday, and Americans celebrate it with gifts, family dinners, lights and decorated trees.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 25 décembre est un jour férié fédéral, et les Américains le célèbrent avec des cadeaux, des dîners en famille, des lumières et des sapins décorés.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Federalism and state laws (Le fédéralisme et les lois des États)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state laws differ a lot from each other?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lois des États diffèrent-elles beaucoup les unes des autres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quite a lot. Taxes, driving rules, marriage ages and some punishments are decided at the state level, so they vary from state to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pas mal. Les impôts, les règles de conduite, les âges de mariage et certaines peines sont décidés au niveau de l&amp;#x27;État, donc ils varient d&amp;#x27;un État à l&amp;#x27;autre.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a person travel freely between states?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personne peut-elle voyager librement entre les États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without a passport. Americans move freely from one state to another, for study, work or family reasons.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sans passeport. Les Américains se déplacent librement d&amp;#x27;un État à l&amp;#x27;autre, pour étudier, travailler ou pour des raisons familiales.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keep fifty states then?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garder cinquante États alors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this system lets each region manage its own affairs while remaining one strong country. It is the essence of federalism.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ce système permet à chaque région de gérer ses propres affaires tout en restant un seul pays fort. C&amp;#x27;est l&amp;#x27;essence du fédéralisme.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Summary: from the Constitution to the holidays (Résumé : de la Constitution aux jours fériés)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do a final summary, please.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Faisons un résumé final, s&amp;#x27;il vous plaît.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USA is a federal republic based on a written Constitution, with three balanced powers: the President, the Congress and the Supreme Court.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États-Unis sont une république fédérale fondée sur une Constitution écrite, avec trois pouvoirs équilibrés : le Président, le Congrès et la Cour suprême.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unites the fifty states?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qu&amp;#x27;est-ce qui unit les cinquante États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common flag with fifty stars, common values, and national holidays like the 4th of July and Thanksgiving that all Americans share.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drapeau commun aux cinquante étoiles, des valeurs communes, et des jours fériés nationaux comme le 4 juillet et Thanksgiving que tous les Américains partagent.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I understand the system much better. Thank you, 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comprends maintenant beaucoup mieux le système. Merci, monsieur.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