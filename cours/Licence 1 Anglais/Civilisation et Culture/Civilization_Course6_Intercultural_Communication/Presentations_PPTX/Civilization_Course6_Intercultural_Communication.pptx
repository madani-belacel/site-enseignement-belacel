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Civilization Course6 Intercultural Communication</a:t>
            </a:r>
          </a:p>
          <a:p>
            <a:pPr algn="ctr"/>
            <a:r>
              <a:rPr sz="1800">
                <a:solidFill>val="DFE5EA"/&gt;</a:solidFill>
              </a:rPr>
              <a:t>15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intercultural communication? (Qu&amp;#x27;est-ce que la communication interculturelle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What exactly is intercultural communication?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Qu&amp;#x27;est-ce que la communication interculturelle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morning. It is the exchange of messages between people from different cultures, who may have different habits, values and ways of behaving.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Bonjour. C&amp;#x27;est l&amp;#x27;échange de messages entre des personnes de cultures différentes, qui peuvent avoir des habitudes, des valeurs et des façons de se comporter différentes.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we really need it in Algeria?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avons-nous vraiment besoin en Algérie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More than ever. We speak with foreigners, study English, travel, work online, and welcome tourists. All of these are intercultural situations.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Plus que jamais. Nous parlons avec des étrangers, nous étudions l&amp;#x27;anglais, nous voyageons, nous travaillons en ligne, et nous accueillons des touristes. Toutes ces situations sont interculturelles.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it is not only about language?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ne s&amp;#x27;agit donc pas seulement de langue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at all. Words are only a part of communication. Gestures, eye contact, silence, distance and tone of voice also send messages.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du tout. Les mots ne sont qu&amp;#x27;une partie de la communication. Les gestes, le contact visuel, le silence, la distance et le ton de la voix envoient aussi des messages.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The iceberg of culture (L&amp;#x27;iceberg de la culture)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They say culture is like an iceberg. Why?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On dit que la culture est comme un iceberg. Pourquoi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only a small part of culture is visible, like the tip of an iceberg: food, clothes, music, art and holidays.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seule une petite partie de la culture est visible, comme la pointe d&amp;#x27;un iceberg : la nourriture, les vêtements, la musique, l&amp;#x27;art et les fêtes.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what is under the water?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qu&amp;#x27;y a-t-il sous l&amp;#x27;eau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hidden part: values, beliefs, ideas of time, of family, of politeness, and ways of thinking. This hidden part is the biggest one.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partie cachée : les valeurs, les croyances, les idées sur le temps, sur la famille, sur la politesse, et les façons de penser. Cette partie cachée est la plus grande.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the hidden part so important?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la partie cachée est-elle si importante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it explains why people behave as they do. When we only see the tip, we easily misunderstand the rest.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qu&amp;#x27;elle explique pourquoi les gens se comportent comme ils le font. Lorsque nous ne voyons que la pointe, nous comprenons facilement de travers le reste.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Culture shock (Le choc culturel)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culture shock?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le choc culturel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Culture shock is the feeling of confusion and stress when you arrive in a country whose habits are very different from yours.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choc culturel est le sentiment de confusion et de stress que l&amp;#x27;on ressent en arrivant dans un pays dont les habitudes sont très différentes des siennes.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it happen to everyone?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Arrive-t-il à tout le monde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Almost every person who lives abroad feels it at some moment, even if it is temporary. It is a completely normal reaction.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Presque toute personne vivant à l&amp;#x27;étranger le ressent à un moment donné, même si c&amp;#x27;est temporaire. C&amp;#x27;est une réaction tout à fait normale.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does it feel like exactly?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le ressent-on exactement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feel tired, homesick, irritated by small things, or lost. You may miss your own food, your language and your friends.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On se sent fatigué, on a le mal du pays, on est agacé par de petites choses, ou on se sent perdu. La nourriture, la langue et les amis de chez soi peuvent manquer.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The stages of culture shock (Les étapes du choc culturel)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culture shock pass quickly?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choc culturel passe-t-il vite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passes, but in stages. First comes the honeymoon stage: everything is new and exciting.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passe, mais par étapes. D&amp;#x27;abord vient la phase de lune de miel : tout est nouveau et excitant.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ensuite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Then the frustration stage: difficulties appear and you start to criticise the new country. Some people compare everything negatively with home.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Ensuite la phase de frustration : les difficultés apparaissent et on commence à critiquer le nouveau pays. Certains comparent tout négativement à leur pays d&amp;#x27;origine.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does it end?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cela se termine-t-il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With time, you reach the adjustment stage, and finally the adaptation stage, when the new culture feels natural and you enjoy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Avec le temps, on atteint la phase d&amp;#x27;ajustement, et enfin la phase d&amp;#x27;adaptation, quand la nouvelle culture semble naturelle et qu&amp;#x27;on l&amp;#x27;apprécie.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The four Fs of culture shock (Les quatre « F » du choc culturel)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heard about the "four Fs". What are they?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J&amp;#x27;ai entendu parler des « quatre F ». De quoi s&amp;#x27;agit-il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are common reactions: Fight, Flight, Freeze and Flex. When culture feels difficult, people fight, run away, freeze, or stay flexible.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 sont des réactions courantes : Fight (se battre), Flight (fuir), Freeze (se figer) et Flex (s&amp;#x27;adapter). Quand la culture semble difficile, les gens se battent, fuient, se figent, ou restent flexibles.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reaction is the best?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réaction est la meilleure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last one, flex. Staying flexible and open means you accept differences and learn from them instead of rejecting them.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dernière, flex. Rester flexible et ouvert signifie qu&amp;#x27;on accepte les différences et qu&amp;#x27;on apprend d&amp;#x27;elles au lieu de les rejeter.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an example?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donner un exemple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If the meal times are different from home, you can fight about it, or you can try the local rhythm. The second choice makes life easier.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Si les heures des repas sont différentes de chez vous, vous pouvez vous battre contre, ou essayer le rythme local. Le deuxième choix rend la vie plus facile.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Stereotypes (Les stéréotypes)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exactly is a stereotype?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qu&amp;#x27;un stéréotype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stereotype is a fixed and simple idea about a whole group of people, for example "all British people drink tea" or "all Americans eat fast food".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stéréotype est une idée figée et simplifiée sur tout un groupe de personnes, par exemple « tous les Britanniques boivent du thé » ou « tous les Américains mangent de la fast-food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stereotypes always wrong?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stéréotypes sont-ils toujours faux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always. Sometimes they contain a little truth, but they are dangerous because they make us think all members of a group are the same.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toujours. Parfois ils contiennent un peu de vérité, mais ils sont dangereux parce qu&amp;#x27;ils nous font croire que tous les membres d&amp;#x27;un groupe sont identiques.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avoid stereotypes?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pouvons-nous éviter les stéréotypes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By meeting real people, asking questions, and treating everyone as an individual, not as a "representative" of their culture.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rencontrant de vraies personnes, en posant des questions, et en traitant chacun comme un individu, pas comme un « représentant » de sa culture.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Prejudice and discrimination (Le préjugé et la discrimination)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difference between a stereotype and a prejudice?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différence entre un stéréotype et un préjugé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stereotype is an idea in your head. A prejudice is a judgment or a feeling, often negative, that you have about a group before knowing the person.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stéréotype est une idée dans votre tête. Un préjugé est un jugement ou un sentiment, souvent négatif, que vous avez sur un groupe avant de connaître la personne.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discrimination?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la discrimination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Discrimination is when prejudice leads to actions: refusing a job, an apartment or a service to someone because of their origin, religion or skin colour.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discrimination, c&amp;#x27;est quand le préjugé mène à des actes : refuser un emploi, un logement ou un service à quelqu&amp;#x27;un à cause de son origine, de sa religion ou de la couleur de sa peau.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fight against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lutter contre elle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Through education, open-mindedness and laws. Knowing other cultures well is one of the strongest weapons against discrimination.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 l&amp;#x27;éducation, l&amp;#x27;ouverture d&amp;#x27;esprit et les lois. Bien connaître les autres cultures est l&amp;#x27;une des armes les plus puissantes contre la discrimination.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Politeness across cultures (La politesse à travers les cultures)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politeness the same in every culture?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politesse est-elle la même dans toutes les cultures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idea is universal, but the rules are different. In Britain, saying "please" and "thank you" all the time is normal; in some cultures it is less common.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L&amp;#x27;idée est universelle, mais les règles sont différentes. En Grande-Bretagne, dire tout le temps « please » et « thank you » est normal ; dans certaines cultures, c&amp;#x27;est moins courant.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is politeness shown in other cultures?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la politesse se manifeste-t-elle dans d&amp;#x27;autres cultures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Japan, people bow and show respect through words and forms. In Arab cultures, offering tea or coffee to a guest is a very strong sign of respect.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Au Japon, les gens s&amp;#x27;inclinent et montrent le respect par des mots et des formes. Dans les cultures arabes, offrir du thé ou du café à un invité est un signe de respect très fort.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happens when the rules are different?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se passe-t-il lorsque les règles sont différentes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polite habit in one culture can seem rude in another. That is why we must always ask, observe and try to understand the other person&amp;#x27;s point of 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habitude polie dans une culture peut sembler impolie dans une autre. C&amp;#x27;est pourquoi nous devons toujours demander, observer et essayer de comprendre le point de vue de l&amp;#x27;autre.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Body language and gestures (Le langage corporel et les gestes)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body language change from one country to another?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langage corporel change-t-il d&amp;#x27;un pays à l&amp;#x27;autre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Absolutely. In many Western countries, looking someone in the eyes shows honesty. In some Asian cultures, lowering the eyes is a sign of respect.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Absolument. Dans de nombreux pays occidentaux, regarder quelqu&amp;#x27;un dans les yeux montre l&amp;#x27;honnêteté. Dans certaines cultures asiatiques, baisser les yeux est un signe de respect.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hand gestures?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gestes de la main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Hand gestures are risky. A sign that means "okay" in the USA can be rude or offensive in another country. Never assume a gesture is universal.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gestes de la main sont risqués. Un signe qui signifie « ok » aux États-Unis peut être grossier ou offensant dans un autre pays. Ne présumez jamais qu&amp;#x27;un geste est universel.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safest attitude?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l&amp;#x27;attitude la plus sûre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Observe first, copy the locals, and when in doubt, keep your hands calm and ask politely if a gesture is acceptable.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Observez d&amp;#x27;abord, imitez les locaux, et en cas de doute, gardez les mains tranquilles et demandez poliment si un geste est acceptable.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The meaning of space and time (Le sens de l&amp;#x27;espace et du temps)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personal space the same everywhere?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L&amp;#x27;espace personnel est-il le même partout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In northern Europe and North America, people like to keep some distance when they speak. In many Arab, Latin American and Mediterranean cultures, people stand closer.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En Europe du Nord et en Amérique du Nord, les gens aiment garder une certaine distance quand ils parlent. Dans de nombreuses cultures arabes, latino-américaines et méditerranéennes, les gens se tiennent plus près.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time? Are there "punctual" cultures?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temps ? Existe-t-il des cultures « ponctuelles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Germany and Japan are famous for punctuality. In some other cultures, arriving late to a social meeting is completely normal.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L&amp;#x27;Allemagne et le Japon sont réputés pour leur ponctualité. Dans certaines autres cultures, arriver en retard à une réunion sociale est tout à fait normal.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should we behave then?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devrions-nous alors nous comporter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professional meetings, be on time everywhere. For social events, follow the local habit and try to be flexible with your own expectations.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les réunions professionnelles, soyez à l&amp;#x27;heure partout. Pour les événements sociaux, suivez l&amp;#x27;habitude locale et essayez d&amp;#x27;être flexible avec vos propres attentes.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Direct and indirect communication (La communication directe et indirecte)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Some cultures are direct and others indirect. What does that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Certaines cultures sont directes et d&amp;#x27;autres indirectes. Qu&amp;#x27;est-ce que cela signifie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direct cultures, like Germany or the USA, people say exactly what they mean. In indirect cultures, like Japan or Britain, people often say things softly.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les cultures directes, comme l&amp;#x27;Allemagne ou les États-Unis, les gens disent exactement ce qu&amp;#x27;ils pensent. Dans les cultures indirectes, comme le Japon ou la Grande-Bretagne, les gens disent souvent les choses avec douceur.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indirect speakers avoid saying "no"?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les locuteurs indirects évitent-ils de dire « non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a clear "no" can embarrass the other person. They prefer "maybe", "we will see" or silence, to protect the relationship.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qu&amp;#x27;un « non » clair peut gêner l&amp;#x27;autre personne. Ils préfèrent « peut-être », « on verra » ou le silence, pour protéger la relation.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this create misunderstandings?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peut-il créer des malentendus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A direct person may think the indirect one is not honest, and an indirect person may think the direct one is rude. Both must adapt.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Une personne directe peut penser que l&amp;#x27;indirecte n&amp;#x27;est pas honnête, et une personne indirecte peut penser que la directe est impolie. Les deux doivent s&amp;#x27;adapter.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High-context and low-context cultures (Les cultures à contexte élevé et à contexte faible)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read about high-context and low-context cultures. Can you explain?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J&amp;#x27;ai lu quelque chose sur les cultures à contexte élevé et à contexte faible. Pouvez-vous expliquer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high-context cultures, like Japan, the Arab world or China, much of the message is in the situation, the silence and the relationship, not in the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les cultures à contexte élevé, comme le Japon, le monde arabe ou la Chine, une grande partie du message est dans la situation, le silence et la relation, pas dans les mots.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low-context cultures?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cultures à contexte faible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low-context cultures, like Germany or the USA, people expect the message to be clear and in the words themselves. Saying more is better.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les cultures à contexte faible, comme l&amp;#x27;Allemagne ou les États-Unis, les gens attendent que le message soit clair et dans les mots eux-mêmes. En dire plus est préférable.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is better?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Laquelle est meilleure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Neither. Each style works well in its own culture. The skill is recognising the style of the person in front of you and adapting your message to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Aucune. Chaque style fonctionne bien dans sa propre culture. La compétence, c&amp;#x27;est de reconnaître le style de la personne en face de vous et d&amp;#x27;adapter votre message à celui-ci.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English as a bridge between cultures (L&amp;#x27;anglais comme pont entre les cultures)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we study English to talk about culture?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étudions-nous l&amp;#x27;anglais pour parler de culture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English is the most used international language. It connects people from Algeria, Brazil, Japan, India and Nigeria every single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l&amp;#x27;anglais est la langue internationale la plus utilisée. Il relie chaque jour des gens d&amp;#x27;Algérie, du Brésil, du Japon, d&amp;#x27;Inde et du Nigeria.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we speak English, which culture should we follow?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nous parlons anglais, quelle culture devons-nous suivre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 do not have to copy anyone. English is no longer owned by Britain or America; it is a world language with many voices.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Nous ne devons copier personne. L&amp;#x27;anglais n&amp;#x27;appartient plus à la Grande-Bretagne ou à l&amp;#x27;Amérique ; c&amp;#x27;est une langue mondiale à de nombreuses voix.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our own role in this?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est notre propre rôle dans tout cela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can bring your Algerian identity into English: your ideas, your stories and your way of speaking. That is real intercultural communication.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pouvez apporter votre identité algérienne dans l&amp;#x27;anglais : vos idées, vos histoires et votre façon de parler. C&amp;#x27;est cela, la vraie communication interculturelle.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The golden rules of cultural awareness (Les règles d&amp;#x27;or de la sensibilisation culturelle)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us practical rules for any cultural situation?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nous donner des règles pratiques pour toute situation culturelle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Gladly. Rule one: never assume; ask questions. Rule two: observe before you act. Rule three: be patient and flexible.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Volontiers. Règle un : ne supposez jamais ; posez des questions. Règle deux : observez avant d&amp;#x27;agir. Règle trois : soyez patient et flexible.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other rules?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d&amp;#x27;autres règles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Rule four: be ready to laugh at your own mistakes. Rule five: remember that differences are opportunities to learn, not problems to fight.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Règle quatre : soyez prêt à rire de vos propres erreurs. Règle cinq : rappelez-vous que les différences sont des occasions d&amp;#x27;apprendre, pas des problèmes contre lesquels lutter.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These rules seem simple but powerful.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Ces règles semblent simples mais puissantes.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are. Intercultural competence is not about knowing every culture by heart; it is about being curious, humble and respectful.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Elles le sont. La compétence interculturelle ne consiste pas à connaître toutes les cultures par cœur ; il s&amp;#x27;agit d&amp;#x27;être curieux, humble et respectueux.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Summary: the world is a classroom (Résumé : le monde est une classe)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us finish with a summary of the whole course.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Terminons par un résumé de tout le cours.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Cultural awareness means understanding that every culture has its hidden iceberg, its own politeness, gestures, time and way of communicating.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sensibilisation culturelle signifie comprendre que chaque culture a son iceberg caché, sa propre politesse, ses gestes, son temps et sa façon de communiquer.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intercultural communication is the tool we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la communication interculturelle est l&amp;#x27;outil que nous utilisons.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With curiosity, patience and respect, we can build bridges instead of walls, whether in Algeria or anywhere in the world.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Avec la curiosité, la patience et le respect, nous pouvons construire des ponts plutôt que des murs, que ce soit en Algérie ou partout dans le monde.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you, sir, for this whole civilisation course.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Merci, monsieur, pour tout ce cours de civilisation.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