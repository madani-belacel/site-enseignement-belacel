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Civilization Course3 Intro American Culture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the USA? (Qu&amp;#x27;est-ce que les États-Unis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Let us start with the basics. What exactly is the United States?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Commençons par les bases. Que sont exactement les États-Unis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The United States of America, the USA, is a large federal republic in North America, made of fifty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Les États-Unis d&amp;#x27;Amérique, les USA, sont une grande république fédérale d&amp;#x27;Amérique du Nord, composée de cinquante États.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people sometimes call it just "America"?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l&amp;#x27;appelle-t-on parfois simplement « l&amp;#x27;Amérique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short, yes, but strictly speaking "America" is the name of two continents. In this course, when we say "America" we mean the USA.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 commodité, oui, mais à proprement parler « l&amp;#x27;Amérique » désigne deux continents. Dans ce cours, quand nous disons « l&amp;#x27;Amérique », nous voulons dire les États-Unis.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do Americans call their country?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les Américains appellent-ils leur pays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usually say "the United States", "the US", "the USA", or informally "America". Each of the fifty states is called a state, like Alabama, Texas or California.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disent généralement « the United States », « the US », « the USA », ou familièrement « America ». Chacun des cinquante États s&amp;#x27;appelle un state, comme l&amp;#x27;Alabama, le Texas ou la Californie.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geography of the United States (La géographie des États-Unis)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big is the United States?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taille des États-Unis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fourth biggest country in the world by area, about 9.8 million square kilometres, and the third most populated, with about 335 million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quatrième plus grand pays du monde par sa superficie, environ 9,8 millions de kilomètres carrés, et le troisième plus peuplé, avec environ 335 millions d&amp;#x27;habitants.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main geographical features?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les principaux éléments géographiques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country is huge and varied: the Rocky Mountains in the west, the Mississippi river in the centre, the Great Lakes in the north, deserts in the south-west and beaches in the south.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pays est immense et varié : les montagnes Rocheuses à l&amp;#x27;ouest, le fleuve Mississippi au centre, les Grands Lacs au nord, des déserts dans le sud-ouest et des plages dans le sud.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USA have cold winters and hot summers?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États-Unis ont-ils des hivers froids et des étés chauds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the climate changes a lot from one region to another. New York can be freezing in winter, while Miami is warm almost all year long.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le climat change beaucoup d&amp;#x27;une région à l&amp;#x27;autre. New York peut être glaciale en hiver, tandis que Miami est chaude presque toute l&amp;#x27;année.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capital and the biggest cities (La capitale et les plus grandes villes)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capital of the United States?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capitale des États-Unis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Washington, D.C., in the east of the country. The letters D.C. stand for District of Columbia.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Washington, D.C., dans l&amp;#x27;est du pays. Les lettres D.C. signifient District de Columbia.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Washington the biggest city too?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Washington est-elle aussi la plus grande ville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New York City is the biggest, with about 8.5 million people. Los Angeles, Chicago and Houston are also very large cities.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New York est la plus grande, avec environ 8,5 millions d&amp;#x27;habitants. Los Angeles, Chicago et Houston sont aussi de très grandes villes.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Washington D.C. not part of a state?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Washington D.C. ne fait-elle partie d&amp;#x27;aucun État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 capital was built as a neutral federal district, so that no single state could claim to be the most important.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la capitale a été construite comme un district fédéral neutre, afin qu&amp;#x27;aucun État ne puisse prétendre être le plus important.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A nation of immigrants (Une nation d&amp;#x27;immigrants)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Americans say that their country is a nation of immigrants. What does that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Américains disent que leur pays est une nation d&amp;#x27;immigrants. Qu&amp;#x27;est-ce que cela signifie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means that almost every American family has ancestors who came from another country, whether in the past or recently.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 que presque chaque famille américaine a des ancêtres venus d&amp;#x27;un autre pays, que ce soit dans le passé ou récemment.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did this immigration begin?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cette immigration a-t-elle commencé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started in the 1600s with European settlers and continued for centuries. Millions of people arrived from Europe, Africa, Asia and Latin America.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a commencé dans les années 1600 avec des colons européens et s&amp;#x27;est poursuivie pendant des siècles. Des millions de personnes sont arrivées d&amp;#x27;Europe, d&amp;#x27;Afrique, d&amp;#x27;Asie et d&amp;#x27;Amérique latine.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immigration still important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L&amp;#x27;immigration est-elle encore importante aujourd&amp;#x27;hui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the United States still receives more immigrants than any other country, especially from Mexico and other Latin American 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les États-Unis accueillent encore plus d&amp;#x27;immigrants que tout autre pays, notamment en provenance du Mexique et d&amp;#x27;autres nations d&amp;#x27;Amérique latine.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A country of ethnic diversity (Un pays de diversité ethnique)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diverse is the American population?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diversité de la population américaine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Extremely diverse. Roughly speaking, about 60% of Americans identify as White, and the rest are Black, Hispanic, Asian, Native American or mixed race.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Extrêmement diverse. En gros, environ 60 % des Américains s&amp;#x27;identifient comme Blancs, et le reste est Noir, Hispanique, Asiatique, Amérindien ou métis.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were the original inhabitants?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étaient les habitants d&amp;#x27;origine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Native Americans, who lived there long before the Europeans arrived. Today they are a small minority, about 2% of the population.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Amérindiens, qui y vivaient bien avant l&amp;#x27;arrivée des Européens. Aujourd&amp;#x27;hui, ils représentent une petite minorité, environ 2 % de la population.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this diversity appear in daily life?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Cette diversité apparaît-elle dans la vie quotidienne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everywhere: in food, music, religion, neighbourhoods, festivals and even in the national holidays that are celebrated.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partout : dans la nourriture, la musique, la religion, les quartiers, les fêtes et même dans les jours fériés célébrés.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American Dream (Le rêve américain)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Everyone has heard of the American Dream. What is it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 le monde a entendu parler du rêve américain. Qu&amp;#x27;est-ce que c&amp;#x27;est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American Dream is the idea that anyone, whatever their origin, can succeed in the United States through hard work and determination.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rêve américain est l&amp;#x27;idée que n&amp;#x27;importe qui, quelle que soit son origine, peut réussir aux États-Unis grâce au travail acharné et à la détermination.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just about becoming rich?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S&amp;#x27;agit-il seulement de devenir riche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only. It is also about having a better life, a good education, a house, and freedom to choose your own path.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seulement. Il s&amp;#x27;agit aussi d&amp;#x27;avoir une vie meilleure, une bonne éducation, une maison, et la liberté de choisir son propre chemin.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all Americans believe in this dream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Américains croient-ils encore à ce rêve aujourd&amp;#x27;hui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do, but some criticise it, saying that social inequality can make the dream difficult for poor families. It remains a very powerful idea though.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Beaucoup, oui, mais certains le critiquent, disant que les inégalités sociales peuvent rendre ce rêve difficile pour les familles pauvres. Il reste néanmoins une idée très puissante.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Individualism and independence (L&amp;#x27;individualisme et l&amp;#x27;indépendance)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important American value?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valeur américaine la plus importante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would say individualism: the belief that each person is responsible for their own success and should be free to make their own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diraient l&amp;#x27;individualisme : la croyance que chaque personne est responsable de sa propre réussite et doit être libre de faire ses propres choix.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does individualism show in daily life?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l&amp;#x27;individualisme se manifeste-t-il dans la vie quotidienne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Children are encouraged to be independent very early, and young people often leave home at eighteen to study or work in another city.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enfants sont encouragés très tôt à être indépendants, et les jeunes quittent souvent la maison à dix-huit ans pour étudier ou travailler dans une autre ville.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it mean Americans do not help each other?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signifie-t-il que les Américains ne s&amp;#x27;entraident pas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at all. Americans are very generous and do a lot of voluntary work. Individualism means personal freedom, not selfishness.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du tout. Les Américains sont très généreux et font beaucoup de bénévolat. L&amp;#x27;individualisme signifie la liberté personnelle, pas l&amp;#x27;égoïsme.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Hard work and success (Le travail et la réussite)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important is work in American culture?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l&amp;#x27;importance du travail dans la culture américaine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important. The "work ethic" is a core value: working hard is admired, and professional success is a sign of a good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importante. L&amp;#x27;éthique du travail est une valeur centrale : travailler dur est admiré, et la réussite professionnelle est un signe de bonne vie.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Americans work more than Europeans?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Américains travaillent-ils plus que les Européens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 average, yes. They have fewer paid holidays than most European countries, and many jobs start very early in the morning.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moyenne, oui. Ils ont moins de jours de congés payés que la plupart des pays européens, et beaucoup de métiers commencent très tôt le matin.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"American way of life"?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« mode de vie américain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idea of a comfortable life based on a good job, a car, a home, technology and consumer goods. Many Americans take pride in this lifestyle.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l&amp;#x27;idée d&amp;#x27;une vie confortable fondée sur un bon emploi, une voiture, une maison, la technologie et les biens de consommation. Beaucoup d&amp;#x27;Américains sont fiers de ce mode de vie.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Patriotism and the flag (Le patriotisme et le drapeau)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Americans seem very patriotic. Is that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Américains semblent très patriotes. Est-ce vrai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Patriotism is very visible in the United States. Many families fly the American flag in front of their houses, and children say the Pledge of Allegiance at school.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patriotisme est très visible aux États-Unis. Beaucoup de familles hissent le drapeau américain devant leur maison, et les enfants récitent le serment d&amp;#x27;allégeance à l&amp;#x27;école.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Pledge of Allegiance?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serment d&amp;#x27;allégeance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a short promise of loyalty to the flag and to the republic, recited each morning in many American schools.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courte promesse de loyauté au drapeau et à la république, récitée chaque matin dans de nombreuses écoles américaines.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Americans love their flag so much?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Américains aiment-ils autant leur drapeau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them it symbolises freedom, unity and the history of the nation. It is a sign of belonging rather than of simple nationalism.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eux, il symbolise la liberté, l&amp;#x27;unité et l&amp;#x27;histoire de la nation. C&amp;#x27;est un signe d&amp;#x27;appartenance plutôt qu&amp;#x27;un simple nationalisme.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English language in the USA (La langue anglaise aux États-Unis)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all Americans speak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Américains parlent-ils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Almost all of them, but the United States has no official national language at the federal level. Many families speak Spanish or other languages at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Presque tous, mais les États-Unis n&amp;#x27;ont pas de langue nationale officielle au niveau fédéral. Beaucoup de familles parlent l&amp;#x27;espagnol ou d&amp;#x27;autres langues à la maison.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American English different from British English?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L&amp;#x27;anglais américain est-il différent de l&amp;#x27;anglais britannique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there are differences in spelling, vocabulary and pronunciation, but the two are mutually understandable. We will study this in Course 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il existe des différences d&amp;#x27;orthographe, de vocabulaire et de prononciation, mais les deux se comprennent mutuellement. Nous étudierons cela dans le cours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Americans and British speak differently?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Américains et les Britanniques parlent-ils différemment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Because, after independence in 1776, the two countries developed separately, each keeping and changing different words and sounds.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que, après l&amp;#x27;indépendance en 1776, les deux pays se sont développés séparément, chacun conservant et modifiant des mots et des sons différents.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Food in the USA (La nourriture aux États-Unis)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typical American food?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nourriture typiquement américaine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Hamburgers, hot dogs, pizza, fried chicken and barbecue are all very popular. Portions in restaurants are usually large,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hamburgers, les hot dogs, la pizza, le poulet frit et le barbecue sont tous très populaires. Les portions dans les restaurants sont généralement grandes, aussi.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American food the same everywhere in the country?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nourriture américaine est-elle la même partout dans le pays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Each region has its specialities: seafood in New England, Tex-Mex food in the south-west, and Creole cooking in Louisiana.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Chaque région a ses spécialités : les fruits de mer en Nouvelle-Angleterre, la cuisine tex-mex dans le sud-ouest, et la cuisine créole en Louisiane.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important American meal?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repas le plus important aux États-Unis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Americans say breakfast, which is often big: eggs, bacon, pancakes, cereal and coffee. But habits vary from family to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d&amp;#x27;Américains disent le petit-déjeuner, qui est souvent copieux : œufs, bacon, pancakes, céréales et café. Mais les habitudes varient d&amp;#x27;une famille à l&amp;#x27;autre.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Sport and entertainment (Le sport et le divertissement)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sports are the most popular in the USA?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les sports les plus populaires aux États-Unis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American football, baseball, basketball and ice hockey are the four most followed. Soccer is growing quickly, especially among young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football américain, le baseball, le basket-ball et le hockey sur glace sont les quatre plus suivis. Le football gagne du terrain, surtout chez les jeunes.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American football so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 football américain est-il si important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Super Bowl, its big final, is watched by over one hundred million Americans and is a real national event.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Super Bowl, sa grande finale, est regardé par plus de cent millions d&amp;#x27;Américains et constitue un véritable événement national.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about cinema and music?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qu&amp;#x27;en est-il du cinéma et de la musique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Hollywood and New York dominate world cinema and music. American films, songs and series are known in almost every country, including Algeria.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Hollywood et New York dominent le cinéma et la musique mondiaux. Les films, chansons et séries américains sont connus dans presque tous les pays, y compris l&amp;#x27;Algérie.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Religion and community life (La religion et la vie communautaire)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religion important in American society?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religion est-elle importante dans la société américaine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Compared to most Western countries, Americans are quite religious. About two thirds of them say religion is important in their lives.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Par rapport à la plupart des pays occidentaux, les Américains sont assez religieux. Environ deux tiers d&amp;#x27;entre eux disent que la religion est importante dans leur vie.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one official religion?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une religion officielle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The First Amendment guarantees freedom of religion, and the separation of church and state is strictly respected.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 premier amendement garantit la liberté de religion, et la séparation de l&amp;#x27;Église et de l&amp;#x27;État est strictement respectée.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role do churches play in American life?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rôle les églises jouent-elles dans la vie américaine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Beyond worship, they are often centres of community life: charity, help for the poor, youth activities and social meetings.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Au-delà du culte, elles sont souvent des centres de vie communautaire : charité, aide aux pauvres, activités pour les jeunes et rencontres sociales.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Summary: the American mosaic (Résumé : la mosaïque américaine)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Could you give us a final picture of American society?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donner une image finale de la société américaine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America is a huge, young and diverse country built by immigrants, where individualism, hard work and patriotism are the core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L&amp;#x27;Amérique est un pays immense, jeune et divers, construit par les immigrants, où l&amp;#x27;individualisme, le travail et le patriotisme sont les valeurs centrales.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most fascinating thing about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chose la plus fascinante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diversity itself: fifty states, hundreds of cultures, religions and accents, all united under one flag and one idea of freedom.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diversité elle-même : cinquante États, des centaines de cultures, de religions et d&amp;#x27;accents, tous unis sous un seul drapeau et une seule idée de liberté.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When can we study the American government?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Quand pourrons-nous étudier le gouvernement américain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