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Civilization Course2 UK Institutions</a:t>
            </a:r>
          </a:p>
          <a:p>
            <a:pPr algn="ctr"/>
            <a:r>
              <a:rPr sz="1800">
                <a:solidFill>val="DFE5EA"/&gt;</a:solidFill>
              </a:rPr>
              <a:t>15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Where exactly is the UK? (Où se situe exactement le Royaume-Uni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Could we start with the geography of the UK?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Pourrions-nous commencer par la géographie du Royaume-Uni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morning, of course. The United Kingdom is an island country in north-western Europe, separated from the continent by the English Channel.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bien sûr. Le Royaume-Uni est un pays insulaire d&amp;#x27;Europe du nord-ouest, séparé du continent par la Manche.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big is the country?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taille du pays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whole UK covers about 243,000 square kilometres. For comparison, Algeria is about ten times bigger.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L&amp;#x27;ensemble du Royaume-Uni couvre environ 243 000 kilomètres carrés. Pour comparaison, l&amp;#x27;Algérie est environ dix fois plus grande.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it is a small country, but an important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donc un petit pays, mais un pays important.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Small in size, but historically and politically one of the most influential countries in the world.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Petit par la taille, mais historiquement et politiquement l&amp;#x27;un des pays les plus influents au monde.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The island of Great Britain (L&amp;#x27;île de Grande-Bretagne)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countries are on the island of Great Britain?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pays se trouvent sur l&amp;#x27;île de Grande-Bretagne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Three: England in the south and east, Scotland in the north, and Wales in the west.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Trois : l&amp;#x27;Angleterre au sud et à l&amp;#x27;est, l&amp;#x27;Écosse au nord, et le Pays de Galles à l&amp;#x27;ouest.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where is Northern Ireland?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où se trouve l&amp;#x27;Irlande du Nord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Northern Ireland is on the island of Ireland, which it shares with the independent Republic of Ireland to the south.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L&amp;#x27;Irlande du Nord se trouve sur l&amp;#x27;île d&amp;#x27;Irlande, qu&amp;#x27;elle partage avec la République d&amp;#x27;Irlande, indépendante, au sud.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UK is not one single island.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 Royaume-Uni n&amp;#x27;est pas une seule île.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Correct. The UK is made of two main islands: Great Britain and the north-eastern part of the island of Ireland.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Exact. Le Royaume-Uni est composé de deux îles principales : la Grande-Bretagne et la partie nord-est de l&amp;#x27;île d&amp;#x27;Irlande.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The capital and the big cities (La capitale et les grandes villes)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city is the capital of the whole UK?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ville est la capitale de tout le Royaume-Uni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London, on the River Thames in the south-east of England. It is the seat of the government and the Parliament.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Londres, sur la Tamise, dans le sud-est de l&amp;#x27;Angleterre. C&amp;#x27;est le siège du gouvernement et du Parlement.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 other capitals also important cities?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autres capitales sont-elles aussi des villes importantes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much so. Edinburgh, Cardiff and Belfast are the capitals of Scotland, Wales and Northern Ireland, with their own parliaments or assemblies.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Tout à fait. Édimbourg, Cardiff et Belfast sont les capitales de l&amp;#x27;Écosse, du Pays de Galles et de l&amp;#x27;Irlande du Nord, avec leurs propres parlements ou assemblées.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other famous British cities?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sont les autres grandes villes britanniques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Manchester, Birmingham, Liverpool, Glasgow and Leeds, to name only a few, are major centres of industry, culture and sport.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Manchester, Birmingham, Liverpool, Glasgow et Leeds, pour n&amp;#x27;en citer que quelques-unes, sont d&amp;#x27;importants centres industriels, culturels et sportifs.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Rivers, mountains and countryside (Fleuves, montagnes et campagne)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the UK have long rivers?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Royaume-Uni a-t-il de longs fleuves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very long, but they are famous. The Thames flows through London, and the Severn is the longest river in Britain, about 354 kilometres.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très longs, mais ils sont célèbres. La Tamise traverse Londres, et la Severn est le fleuve le plus long de Grande-Bretagne, environ 354 kilomètres.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highest mountain?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la plus haute montagne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Ben Nevis in Scotland, about 1,345 metres. It is not very high compared to the Atlas Mountains, but it is very popular with walkers.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Ben Nevis en Écosse, environ 1 345 mètres. Ce n&amp;#x27;est pas très haut comparé à l&amp;#x27;Atlas, mais il est très prisé des randonneurs.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British countryside like?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À quoi ressemble la campagne britannique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famous for its green hills, small villages, stone walls, farms and gardens. The landscape is often called "green and pleasant".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 est célèbre pour ses collines verdoyantes, ses petits villages, ses murets de pierre, ses fermes et ses jardins. On décrit souvent ce paysage comme « vert et agréable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What is a constitutional monarchy? (Qu&amp;#x27;est-ce qu&amp;#x27;une monarchie constitutionnelle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 let us talk about institutions. What kind of state is the UK?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Parlons maintenant des institutions. Quel type d&amp;#x27;État est le Royaume-Uni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UK is a constitutional monarchy and a parliamentary democracy. The king is the head of state, but he does not govern.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Royaume-Uni est une monarchie constitutionnelle et une démocratie parlementaire. Le roi est le chef de l&amp;#x27;État, mais il ne gouverne pas.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Who is the king today?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Qui est le roi aujourd&amp;#x27;hui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King Charles III has been king since September 2022, after the long reign of his mother, Queen Elizabeth II.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roi Charles III est roi depuis septembre 2022, après le long règne de sa mère, la reine Elizabeth II.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exactly does the king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fait exactement le roi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He is mostly a symbol of unity and tradition. He opens the Parliament, receives foreign leaders, and represents the country on official occasions.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est surtout un symbole d&amp;#x27;unité et de tradition. Il ouvre le Parlement, reçoit les dirigeants étrangers et représente le pays lors des occasions officielles.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The Parliament of Westminster (Le Parlement de Westminster)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British Parliament?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le Parlement britannique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Parliament meets in the Palace of Westminster in London and is made of two chambers: the House of Commons and the House of Lords.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Parlement siège au Palais de Westminster à Londres et se compose de deux chambres : la Chambre des communes et la Chambre des lords.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chamber is the most powerful?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chambre est la plus puissante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House of Commons. Its elected members, called MPs, are chosen by the people and they decide on laws and taxes.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Chambre des communes. Ses membres élus, appelés MPs (députés), sont choisis par le peuple et décident des lois et des impôts.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House of Lords?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la Chambre des lords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Its members are not elected by the people. They are appointed and they review and improve the laws proposed by the Commons.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Ses membres ne sont pas élus par le peuple. Ils sont nommés et ils examinent et améliorent les lois proposées par les Communes.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The Prime Minister and the government (Le Premier ministre et le gouvernement)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Who really runs the country?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Qui dirige réellement le pays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government, led by the Prime Minister. The Prime Minister is usually the leader of the party that wins the most seats in a general election.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gouvernement, dirigé par le Premier ministre. Le Premier ministre est généralement le chef du parti qui remporte le plus de sièges lors d&amp;#x27;une élection générale.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often are general elections held?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À quelle fréquence ont lieu les élections générales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At least every five years. British adults aged eighteen and over are allowed to vote.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Au moins tous les cinq ans. Les adultes britanniques âgés de dix-huit ans et plus ont le droit de voter.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Where does the Prime Minister live and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Où vit et travaille le Premier ministre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He or she works at 10 Downing Street in London, one of the most famous addresses in the country.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ou elle travaille au 10 Downing Street à Londres, l&amp;#x27;une des adresses les plus célèbres du pays.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The Union Jack flag (Le drapeau Union Jack)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explain the Union Jack to 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nous expliquer l&amp;#x27;Union Jack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Union Jack is the British flag, a union of three crosses: the red cross of Saint George for England, the white cross of Saint Andrew for Scotland, and the red cross of Saint Patrick for Ireland.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L&amp;#x27;Union Jack est le drapeau britannique, une union de trois croix : la croix rouge de Saint Georges pour l&amp;#x27;Angleterre, la croix blanche de Saint André pour l&amp;#x27;Écosse, et la croix rouge de Saint Patrick pour l&amp;#x27;Irlande.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it called the Union Jack?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l&amp;#x27;appelle-t-on Union Jack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"Union" because it unites the nations, and "Jack" probably comes from the small flag flown on ships, called a jack.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Union » parce qu&amp;#x27;il unit les nations, et « Jack » vient probablement du petit pavillon hissé sur les navires, appelé jack.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Wales appear on the flag?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Pays de Galles apparaît-il sur le drapeau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When the flag was created, Wales was already united with England, so it did not get its own cross on the Union Jack.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Lorsque le drapeau a été créé, le Pays de Galles était déjà uni à l&amp;#x27;Angleterre, il n&amp;#x27;a donc pas eu sa propre croix sur l&amp;#x27;Union Jack.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The British national anthem (L&amp;#x27;hymne national britannique)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British national anthem?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l&amp;#x27;hymne national britannique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"God Save the King", or "God Save the Queen" when the monarch is a queen. It is one of the oldest anthems in the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« God Save the King », ou « God Save the Queen » lorsque le monarque est une reine. C&amp;#x27;est l&amp;#x27;un des hymnes les plus anciens du monde.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is it played?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est-il joué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At official ceremonies, royal events, national sports matches and international games. It is also a sign of respect for the monarch.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Lors des cérémonies officielles, des événements royaux, des matchs sportifs nationaux et des compétitions internationales. C&amp;#x27;est aussi un signe de respect envers le monarque.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the four nations share the same anthem?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quatre nations partagent-elles le même hymne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"God Save the King" is the anthem of the whole UK, but Scotland and Wales also have their own songs for sport events.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« God Save the King » est l&amp;#x27;hymne de tout le Royaume-Uni, mais l&amp;#x27;Écosse et le Pays de Galles ont aussi leurs propres chants pour les événements sportifs.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The devolved administrations (Les administrations dévolues)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Scotland, Wales and Northern Ireland have their own governments?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L&amp;#x27;Écosse, le Pays de Galles et l&amp;#x27;Irlande du Nord ont-ils leurs propres gouvernements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Since the late 1990s, they have their own assemblies with powers over education, health, transport and other local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Depuis la fin des années 1990, ils ont leurs propres assemblées avec des pouvoirs sur l&amp;#x27;éducation, la santé, les transports et d&amp;#x27;autres questions locales.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 we call this system?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appelle-t-on ce système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Devolution. It gives some power to the regions while keeping the UK as one country.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dévolution. Elle donne un certain pouvoir aux régions tout en gardant le Royaume-Uni comme un seul pays.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England also have its own parliament?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L&amp;#x27;Angleterre a-t-elle aussi son propre parlement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English affairs are decided directly by the Westminster Parliament, which is one reason why devolution is sometimes debated.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Les affaires anglaises sont décidées directement par le Parlement de Westminster, ce qui est l&amp;#x27;une des raisons pour lesquelles la dévolution est parfois débattue.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The Commonwealth of Nations (Le Commonwealth des Nations)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Commonwealth?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le Commonwealth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Commonwealth is an association of about fifty-six countries, most of them former parts of the British Empire. They cooperate in trade, sport and culture.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Commonwealth est une association d&amp;#x27;une cinquantaine de pays, dont la plupart faisaient partie de l&amp;#x27;ancien Empire britannique. Ils coopèrent dans les domaines du commerce, du sport et de la culture.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 king the head of this organisation?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roi est-il à la tête de cette organisation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king is the symbolic head of the Commonwealth, but each member country is independent and free to make its own decisions.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roi est le chef symbolique du Commonwealth, mais chaque pays membre est indépendant et libre de prendre ses propres décisions.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all Commonwealth countries in Europe?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Tous les pays du Commonwealth sont-ils en Europe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No, not at all. They are on every continent: Canada, Australia, Nigeria, Kenya, India, Pakistan, Singapore, Jamaica, and many others.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Non, pas du tout. Ils se trouvent sur tous les continents : le Canada, l&amp;#x27;Australie, le Nigeria, le Kenya, l&amp;#x27;Inde, le Pakistan, Singapour, la Jamaïque, et bien d&amp;#x27;autres.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The legal system (Le système juridique)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special about British law?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Qu&amp;#x27;y a-t-il de particulier dans le droit britannique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English law is based on the principle of common law, which means that judges&amp;#x27; previous decisions, called precedents, guide new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droit anglais repose sur le principe de la common law, ce qui signifie que les décisions antérieures des juges, appelées précédents, guident les nouvelles affaires.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 UK a democracy with free courts?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Royaume-Uni est-il une démocratie avec des tribunaux indépendants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Courts are independent from the government, and everyone is equal before the law.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tribunaux sont indépendants du gouvernement, et tous sont égaux devant la loi.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highest court called?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s&amp;#x27;appelle la plus haute juridiction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Supreme Court, based in London. It is the final court of appeal for civil cases in the whole UK and for criminal cases in England, Wales and Northern Ireland.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Cour suprême, basée à Londres. C&amp;#x27;est la juridiction d&amp;#x27;appel finale pour les affaires civiles dans tout le Royaume-Uni et pour les affaires pénales en Angleterre, au Pays de Galles et en Irlande du Nord.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Political parties and elections (Les partis politiques et les élections)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are the main British political parties?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sont les principaux partis politiques britanniques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Historically, the two biggest are the Conservative Party and the Labour Party. There are also the Liberal Democrats, the SNP in Scotland and other smaller parties.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Historiquement, les deux plus grands sont le Parti conservateur et le Parti travailliste. Il y a aussi les Libéraux-démocrates, le SNP en Écosse et d&amp;#x27;autres partis plus petits.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are MPs elected?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les députés sont-ils élus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UK is divided into constituencies, one per MP. The candidate who gets the most votes in a constituency wins that seat.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Royaume-Uni est divisé en circonscriptions, une par député. Le candidat qui obtient le plus de voix dans une circonscription remporte ce siège.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happens if no party wins a majority?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se passe-t-il si aucun parti n&amp;#x27;obtient la majorité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Then we talk about a "hung parliament". The parties must negotiate to form a coalition government, or a minority government.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On parle alors de « parlement minoritaire ». Les partis doivent négocier pour former un gouvernement de coalition, ou un gouvernement minoritaire.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The City of London (La City de Londres)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London also an important financial centre?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Londres est-elle aussi un important centre financier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The City of London, the historic heart of the capital, is one of the world&amp;#x27;s biggest financial centres, along with New York and Hong Kong.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La City de Londres, le cœur historique de la capitale, est l&amp;#x27;un des plus grands centres financiers du monde, avec New York et Hong Kong.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famous buildings can tourists see in London?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bâtiments célèbres les touristes peuvent-ils voir à Londres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Big Ben, actually the name of the bell inside the clock tower, the Houses of Parliament, Buckingham Palace, the Tower of London and the London Eye.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Big Ben, en réalité le nom de la cloche à l&amp;#x27;intérieur de la tour de l&amp;#x27;horloge, le Parlement, le palais de Buckingham, la Tour de Londres et le London Eye.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the Tower of London famous?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la Tour de Londres est-elle célèbre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an ancient castle over nine hundred years old, used as a royal palace, a prison, and today a museum where the Crown Jewels are kept.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un ancien château de plus de neuf cents ans, utilisé comme palais royal, comme prison, et aujourd&amp;#x27;hui un musée où sont conservés les joyaux de la Couronne.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Summary: a small island with a big influence (Résumé : une petite île à grande influence)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summarise this course, sir?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résumer ce cours, monsieur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Of course. The UK is a small island state made of four countries, with a constitutional monarchy, a parliamentary democracy and a very old legal tradition.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 sûr. Le Royaume-Uni est un petit État insulaire composé de quatre pays, avec une monarchie constitutionnelle, une démocratie parlementaire et une très ancienne tradition juridique.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what should we remember about its institutions?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que faut-il retenir de ses institutions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That the king is a symbol, the Parliament makes the laws, the government runs the country, and the Union Jack unites the four nations on one flag.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le roi est un symbole, que le Parlement fait les lois, que le gouvernement dirige le pays, et que l&amp;#x27;Union Jack unit les quatre nations sur un seul drapeau.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 very much. Next time we move to the USA?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 beaucoup. La prochaine fois, nous passons aux États-Unis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