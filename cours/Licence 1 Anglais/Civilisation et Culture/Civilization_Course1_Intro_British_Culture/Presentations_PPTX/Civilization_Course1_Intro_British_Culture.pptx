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val="34495E"/&gt;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val="FFFFFF"/&gt;</a:solidFill>
              </a:rPr>
              <a:t>Civilization Course1 Intro British Culture</a:t>
            </a:r>
          </a:p>
          <a:p>
            <a:pPr algn="ctr"/>
            <a:r>
              <a:rPr sz="1800">
                <a:solidFill>val="DFE5EA"/&gt;</a:solidFill>
              </a:rPr>
              <a:t>13 dialogues | EN-FR | Dr. BELACEL Madani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3716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1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1 — What does "British" mean? (Que signifie « British » ?)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Good morning, sir. Everyone talks about "British culture". What does the word "British" actually mean?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Bonjour, monsieur. Tout le monde parle de la « culture britannique ». Que signifie réellement le mot « British »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Good morning. "British" refers to anything connected with the United Kingdom, or the UK, as we usually call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Bonjour. « British » se rapporte à tout ce qui est lié au Royaume-Uni, qu&amp;#x27;on appelle souvent le UK.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So British people come from the UK?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Donc les Britanniques viennent du Royaume-Uni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Exactly. A British person is a citizen of the United Kingdom, whatever part of the country he or she comes from.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Exactement. Une personne britannique est un citoyen du Royaume-Uni, quelle que soit la région du pays dont il ou elle vient.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2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2 — The United Kingdom, Great Britain and England (Le Royaume-Uni, la Grande-Bretagne et l&amp;#x27;Angleterre)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I always confuse the UK, Great Britain and England. Are they the same thing?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Je confonds toujours le Royaume-Uni, la Grande-Bretagne et l&amp;#x27;Angleterre. Est-ce la même chose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No, they are not. Great Britain is the big island with England, Scotland and Wales.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Non, ce n&amp;#x27;est pas pareil. La Grande-Bretagne est la grande île qui comprend l&amp;#x27;Angleterre, l&amp;#x27;Écosse et le Pays de Galles.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And the United Kingdom?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Et le Royaume-Uni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The United Kingdom is Great Britain plus Northern Ireland. So the UK has four countries: England, Scotland, Wales and Northern Ireland.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Le Royaume-Uni, c&amp;#x27;est la Grande-Bretagne plus l&amp;#x27;Irlande du Nord. Donc le Royaume-Uni compte quatre pays : l&amp;#x27;Angleterre, l&amp;#x27;Écosse, le Pays de Galles et l&amp;#x27;Irlande du Nord.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And England is just one of those countries?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Et l&amp;#x27;Angleterre n&amp;#x27;est que l&amp;#x27;un de ces pays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Yes. England is only a part of the UK, even if it is the largest and most populated one. Saying "England" for the whole UK is a common mistake.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Oui. L&amp;#x27;Angleterre n&amp;#x27;est qu&amp;#x27;une partie du Royaume-Uni, même si c&amp;#x27;est la plus grande et la plus peuplée. Dire « England » pour tout le Royaume-Uni est une erreur courante.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3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3 — The countries of the UK (Les pays du Royaume-Uni)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Can you tell us the four countries again, with their capitals?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Pouvez-vous nous redonner les quatre pays, avec leurs capitales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With pleasure. England&amp;#x27;s capital is London, Scotland&amp;#x27;s is Edinburgh, Wales&amp;#x27;s is Cardiff, and Northern Ireland&amp;#x27;s is Belfast.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Avec plaisir. La capitale de l&amp;#x27;Angleterre est Londres, celle de l&amp;#x27;Écosse est Édimbourg, celle du Pays de Galles est Cardiff, et celle de l&amp;#x27;Irlande du Nord est Belfast.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Are all four countries English-speaking?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Les quatre pays sont-ils anglophones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Yes, English is spoken everywhere, but in Wales Welsh is also an official language, and in Scotland some people speak Scottish Gaelic.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Oui, l&amp;#x27;anglais est parlé partout, mais au Pays de Galles le gallois est aussi une langue officielle, et en Écosse certaines personnes parlent le gaélique écossais.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Do people in Scotland call themselves English?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Est-ce que les Écossais se disent anglais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No, and that is very important. Scottish, Welsh and Northern Irish people have their own identities. Many of them never call themselves English.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Non, et c&amp;#x27;est très important. Les Écossais, les Gallois et les Irlandais du Nord ont leur propre identité. Beaucoup d&amp;#x27;entre eux ne se disent jamais anglais.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4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4 — Where do British people live? (Où vivent les Britanniques ?)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How many people live in the United Kingdom?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Combien de personnes vivent au Royaume-Uni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About 67 million people live in the UK today. London alone has about nine million inhabitants.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Environ 67 millions de personnes vivent aujourd&amp;#x27;hui au Royaume-Uni. Londres compte à elle seule environ neuf millions d&amp;#x27;habitants.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Do most British people live in big cities?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La plupart des Britanniques vivent-ils dans de grandes villes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Many do. Cities like London, Manchester, Birmingham, Glasgow and Liverpool are very important, but there are also many quiet villages in the countryside.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Beaucoup, oui. Des villes comme Londres, Manchester, Birmingham, Glasgow et Liverpool sont très importantes, mais il existe aussi de nombreux villages tranquilles à la campagne.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Is Britain a rich or a poor country?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La Grande-Bretagne est-elle un pays riche ou pauvre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It is one of the richest countries in the world, but like everywhere else, wealth is not shared equally between all people.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C&amp;#x27;est l&amp;#x27;un des pays les plus riches du monde, mais comme partout ailleurs, la richesse n&amp;#x27;est pas partagée également entre tous.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5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5 — British customs: queuing (Les coutumes britanniques : faire la queue)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What is the most typical British custom?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Quelle est la coutume britannique la plus typique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Queuing is probably the most famous one. British people wait patiently in line for the bus, at the shop, at the bank, almost everywhere.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Faire la queue est probablement la plus célèbre. Les Britanniques attendent patiemment dans une file pour le bus, au magasin, à la banque, presque partout.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Do they get angry if someone cuts the line?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Se fâchent-ils si quelqu&amp;#x27;un passe devant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They rarely shout, but cutting in line is seen as very rude. People just look at you with a polite but disapproving stare.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Ils crient rarement, mais passer devant tout le monde est considéré comme très impoli. Les gens se contentent de vous regarder avec un regard poli mais désapprobateur.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Why do they love queuing so much?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Pourquoi aiment-ils tant faire la queue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It is not about love; it is about fairness. Queuing means that everyone respects the same rule and waits for their turn.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Il ne s&amp;#x27;agit pas d&amp;#x27;amour, mais d&amp;#x27;équité. Faire la queue signifie que chacun respecte la même règle et attend son tour.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6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6 — Politeness: "please", "thank you", "sorry" (La politesse : « please », « thank you », « sorry »)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What words do British people use all the time?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Quels mots les Britanniques utilisent-ils tout le temps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"Please", "thank you" and "sorry" are used constantly, even in very small situations.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« Please », « thank you » et « sorry » sont utilisés constamment, même dans de toutes petites situations.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Why do they say "sorry" so often?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Pourquoi disent-ils si souvent « sorry »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For them, "sorry" is not only an apology. It is also a way to be polite, for example when you bump into someone or when you did not hear what was said.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Pour eux, « sorry » n&amp;#x27;est pas seulement une excuse. C&amp;#x27;est aussi une façon d&amp;#x27;être poli, par exemple quand on bouscule quelqu&amp;#x27;un ou quand on n&amp;#x27;a pas entendu ce qui a été dit.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Is British politeness only about words?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La politesse britannique se limite-t-elle aux mots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No. It also includes opening doors for people, letting passengers get off the bus first, and not standing too close to strangers.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Non. Elle consiste aussi à tenir la porte aux gens, à laisser les voyageurs descendre du bus d&amp;#x27;abord, et à ne pas s&amp;#x27;approcher trop près des inconnus.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7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7 — Tea culture (La culture du thé)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I have heard that British people drink tea all day. Is that true?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J&amp;#x27;ai entendu dire que les Britanniques boivent du thé toute la journée. Est-ce vrai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It is an old and real tradition. Tea has been the most popular hot drink in the UK for centuries.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C&amp;#x27;est une tradition ancienne et réelle. Le thé est depuis des siècles la boisson chaude la plus populaire au Royaume-Uni.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Do they drink tea with milk?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Boivent-ils du thé avec du lait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Many British people do, yes. You put the tea in a cup and then add a little milk. Some add sugar too.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Beaucoup de Britanniques, oui. On met le thé dans une tasse puis on ajoute un peu de lait. Certains ajoutent aussi du sucre.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Is "five o&amp;#x27;clock tea" still a real tradition?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Le « five o&amp;#x27;clock tea » est-il encore une vraie tradition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The formal tea ceremony is rare today, but the habit of stopping for a cup of tea at any time of the day is still very much alive.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La cérémonie du thé formelle est rare aujourd&amp;#x27;hui, mais l&amp;#x27;habitude de s&amp;#x27;arrêter pour une tasse de thé à tout moment de la journée est encore très vivante.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8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8 — The weather and small talk (Le temps et la conversation ordinaire)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British people often talk about the weather. Why?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Les Britanniques parlent souvent du temps qu&amp;#x27;il fait. Pourquoi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Because the weather in Britain changes very quickly and is never boring. It is a safe and easy topic for starting a conversation.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Parce que le temps change très vite en Grande-Bretagne et n&amp;#x27;est jamais ennuyeux. C&amp;#x27;est un sujet sûr et facile pour commencer une conversation.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So small talk means talking about unimportant things?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Donc « small talk » signifie parler de choses sans importance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Not exactly. Small talk is light, friendly conversation with people you do not know well. It is a way to show friendliness before speaking about serious things.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Pas exactement. Le « small talk » est une conversation légère et amicale avec des gens que l&amp;#x27;on ne connaît pas bien. C&amp;#x27;est une façon de montrer sa sympathie avant de parler de choses sérieuses.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What other topics are good for small talk?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Quels autres sujets sont bons pour le « small talk »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Travel, holidays, work, sport, family and food. Politics, religion and money are usually avoided with strangers.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Les voyages, les vacances, le travail, le sport, la famille et la nourriture. La politique, la religion et l&amp;#x27;argent sont généralement évités avec les inconnus.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9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9 — Food: fish and chips and the Sunday roast (La nourriture : fish and chips et le rôti du dimanche)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What is the most famous British dish?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Quel est le plat britannique le plus célèbre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Fish and chips is certainly the most famous: fried fish with fried potatoes, usually served with salt and vinegar.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Le fish and chips est certainement le plus célèbre : du poisson frit avec des pommes de terre frites, généralement servi avec du sel et du vinaigre.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And the traditional Sunday meal?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Et le repas traditionnel du dimanche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The Sunday roast: roasted meat, roast potatoes, Yorkshire pudding, vegetables and gravy. Many families still enjoy it on Sundays.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Le rôti du dimanche : de la viande rôtie, des pommes de terre rôties, un Yorkshire pudding, des légumes et de la sauce. Beaucoup de familles l&amp;#x27;apprécient encore le dimanche.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Is British food really as bad as people say?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La nourriture britannique est-elle vraiment aussi mauvaise qu&amp;#x27;on le dit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No, that is an old stereotype. British cooking today is varied and creative, and the UK is also known for its many international restaurants.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Non, c&amp;#x27;est un vieux stéréotype. La cuisine britannique d&amp;#x27;aujourd&amp;#x27;hui est variée et créative, et le Royaume-Uni est aussi connu pour ses nombreux restaurants internationaux.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10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10 — Pubs and social life (Les pubs et la vie sociale)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What is a pub exactly?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Qu&amp;#x27;est-ce qu&amp;#x27;un pub exactement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A pub, short for "public house", is a place where people meet to drink, eat and talk. Pubs are very common in every British town and village.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Un pub, abréviation de « public house », est un endroit où les gens se retrouvent pour boire, manger et discuter. Les pubs sont très courants dans chaque ville et village britannique.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Do people go there mainly to drink alcohol?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Les gens y vont-ils surtout pour boire de l&amp;#x27;alcool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No. Many people go to pubs for lunch, to watch a football match, or simply to meet friends. Families with children often eat there.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Non. Beaucoup de gens vont au pub pour déjeuner, regarder un match de football, ou simplement retrouver des amis. Les familles avec enfants y mangent souvent.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Is the pub a good place to practise English?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Le pub est-il un bon endroit pour pratiquer l&amp;#x27;anglais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Absolutely, because people there are relaxed and happy to chat. A famous expression says that the pub is the British "second living room".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Absolument, parce que les gens y sont détendus et heureux de discuter. Une expression célèbre dit que le pub est le « second salon » des Britanniques.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11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11 — The British sense of humour (Le sens de l&amp;#x27;humour britannique)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Is British humour really different from other humour?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L&amp;#x27;humour britannique est-il vraiment différent des autres humor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Yes. It is famous for irony, understatement and self-mockery. British people often make jokes about themselves and their own country.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Oui. Il est célèbre pour l&amp;#x27;ironie, l&amp;#x27;understatement (la litote) et l&amp;#x27;autodérision. Les Britanniques plaisantent souvent sur eux-mêmes et sur leur propre pays.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What is understatement?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Qu&amp;#x27;est-ce que l&amp;#x27;understatement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It is saying less than what you really mean. For example, a British person may describe a big success as "not bad at all".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C&amp;#x27;est dire moins que ce que l&amp;#x27;on pense vraiment. Par exemple, un Britannique peut décrire un grand succès comme « pas mal du tout ».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Is British humour hard to understand?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L&amp;#x27;humour britannique est-il difficile à comprendre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It can be at first, because it is subtle and full of irony. But once you understand the jokes, it becomes one of the most enjoyable parts of the culture.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Il peut l&amp;#x27;être au début, car il est subtil et plein d&amp;#x27;ironie. Mais une fois que l&amp;#x27;on comprend les blagues, il devient l&amp;#x27;une des parties les plus agréables de la culture.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12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12 — Diversity in the United Kingdom (La diversité au Royaume-Uni)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Is the UK a multicultural society?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Le Royaume-Uni est-il une société multiculturelle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Yes, very much. People from Africa, Asia, the Caribbean, Europe and many other places have made Britain their home for generations.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Oui, et beaucoup. Des gens d&amp;#x27;Afrique, d&amp;#x27;Asie, des Caraïbes, d&amp;#x27;Europe et de beaucoup d&amp;#x27;autres endroits ont fait de la Grande-Bretagne leur foyer depuis des générations.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Does that influence British culture?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Cela influence-t-il la culture britannique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Deeply. Music, food, fashion, sport and language are all enriched by this diversity. Think of the famous "chicken tikka masala", often called the national dish.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Profondément. La musique, la nourriture, la mode, le sport et la langue sont tous enrichis par cette diversité. Pensez au célèbre « chicken tikka masala », souvent appelé le plat national.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How does the UK describe this diversity?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Comment le Royaume-Uni décrit-il cette diversité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People often say that Britain is a "nation of nations", a place where many different communities live and work together.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On dit souvent que la Grande-Bretagne est une « nation de nations », un lieu où de nombreuses communautés différentes vivent et travaillent ensemble.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13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13 — Summary: British culture in a nutshell (Résumé : la culture britannique en bref)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Could you give us a final summary of British culture?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Pouvez-vous nous donner un résumé final de la culture britannique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Gladly. British culture is a mix of tradition and change: tea, queuing, politeness and humour are strong traditions, but the society is modern, diverse and open.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Volontiers. La culture britannique est un mélange de tradition et de changement : le thé, la file d&amp;#x27;attente, la politesse et l&amp;#x27;humour sont de fortes traditions, mais la société est moderne, diverse et ouverte.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And the most important thing to remember about the UK?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Et la chose la plus importante à retenir sur le Royaume-Uni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That it is a union of four different countries with four different identities: England, Scotland, Wales and Northern Ireland.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C&amp;#x27;est qu&amp;#x27;il s&amp;#x27;agit d&amp;#x27;une union de quatre pays différents avec quatre identités différentes : l&amp;#x27;Angleterre, l&amp;#x27;Écosse, le Pays de Galles et l&amp;#x27;Irlande du Nord.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Thank you, sir. I think I understand the basics now.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Merci, monsieur. Je pense comprendre les bases maintenant.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