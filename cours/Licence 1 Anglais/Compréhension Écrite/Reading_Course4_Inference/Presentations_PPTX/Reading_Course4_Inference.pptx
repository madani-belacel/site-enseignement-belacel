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Reading Course4 Inference</a:t>
            </a:r>
          </a:p>
          <a:p>
            <a:pPr algn="ctr"/>
            <a:r>
              <a:rPr sz="1800">
                <a:solidFill>val="DFE5EA"/&gt;</a:solidFill>
              </a:rPr>
              <a:t>14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What does "inference" mean? (Que signifie « inférence »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I saw the word "inference" in my lesson. What does it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J&amp;#x27;ai vu le mot « inférence » dans ma leçon. Que signifie-t-il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Inference means understanding something that is not written directly, using clues from the text and your own knowledge.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L&amp;#x27;inférence signifie comprendre quelque chose qui n&amp;#x27;est pas écrit directement, en utilisant les indices du texte et vos propres connaissances.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we read between the lines?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nous lisons entre les lignes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Writers do not always say everything. Good readers complete the picture themselves.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Les auteurs ne disent pas toujours tout. Les bons lecteurs complètent eux-mêmes le tableau.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A simple inference example (Un exemple simple d&amp;#x27;inférence)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show me a simple example?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me montrer un exemple simple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"Karim put on his coat and took his umbrella." The text does not say it, but you can infer it is raining or cold.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Karim mit son manteau et prit son parapluie. » Le texte ne le dit pas, mais vous pouvez en déduire qu&amp;#x27;il pleut ou qu&amp;#x27;il fait froid.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Because of the coat and the umbrella?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À cause du manteau et du parapluie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plus your knowledge of the world. That combination is the heart of inference.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plus votre connaissance du monde. Cette combinaison est le cœur de l&amp;#x27;inférence.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Clues plus knowledge (Les indices plus le savoir)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inference has two ingredients?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l&amp;#x27;inférence a deux ingrédients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Precisely: textual clues plus your background knowledge. One alone is not enough.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Précisément : les indices du texte plus vos connaissances de base. L&amp;#x27;un seul ne suffit pas.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we practise one more?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Pouvons-nous en pratiquer un autre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"The nurse smiled at the new mother and gently handed her the baby." You can infer the baby was just born.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L&amp;#x27;infirmière sourit à la jeune mère et lui tendit doucement le bébé. » Vous pouvez en déduire que le bébé venait de naître.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Implied meaning (Le sens implicite)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"implied meaning" exactly?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que le « sens implicite » exactement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the meaning that is suggested but not stated. The words say one thing, but the real message is another.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le sens qui est suggéré mais non énoncé. Les mots disent une chose, mais le vrai message est autre.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Give me an example where the words say one thing but mean another.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Donnez-moi un exemple où les mots disent une chose mais signifient une autre.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"Another lecture tonight, and I still have two reports to finish." The person implies tiredness and stress, though the words are neutral.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Encore un cours ce soir, et j&amp;#x27;ai encore deux rapports à terminer. » La personne laisse entendre fatigue et stress, même si les mots sont neutres.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Inference in daily life (L&amp;#x27;inférence dans la vie quotidienne)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we use inference outside reading?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Utilisons-nous l&amp;#x27;inférence en dehors de la lecture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All the time. If a friend says "I am fine" in a weak voice, you infer she is not really fine.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Tout le temps. Si une amie dit « je vais bien » d&amp;#x27;une voix faible, vous en déduisez qu&amp;#x27;elle ne va pas vraiment bien.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inference is a life skill, not just an exam skill.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l&amp;#x27;inférence est une compétence de vie, pas seulement une compétence d&amp;#x27;examen.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Well said. Reading between the lines works in texts and in conversations alike.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Bien dit. Lire entre les lignes fonctionne aussi bien dans les textes que dans les conversations.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What is tone? (Qu&amp;#x27;est-ce que le ton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Now let us talk about tone. What is the tone of a text?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Maintenant parlons du ton. Qu&amp;#x27;est-ce que le ton d&amp;#x27;un texte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tone is the author&amp;#x27;s attitude or feeling about the subject. It can be serious, humorous, angry, sad, or sarcastic.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ton est l&amp;#x27;attitude ou le sentiment de l&amp;#x27;auteur envers le sujet. Il peut être sérieux, humoristique, fâché, triste ou sarcastique.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find the tone?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trouver le ton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Look at the choice of words. Strong adjectives, exclamations, and repetitions reveal how the author feels.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Regardez le choix des mots. Les adjectifs forts, les exclamations et les répétitions révèlent ce que ressent l&amp;#x27;auteur.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Detecting tone through word choice (Détecter le ton grâce au choix des mots)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we detect a tone in a short text?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Pouvons-nous détecter un ton dans un texte court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"The hotel was a disaster: dirty rooms, rude staff, and cold food." The tone is clearly angry or disappointed.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L&amp;#x27;hôtel était un désastre : chambres sales, personnel impoli et nourriture froide. » Le ton est clairement fâché ou déçu.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The negative words show it: "disaster", "dirty", "rude".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mots négatifs le montrent : « désastre », « sales », « impoli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Neutral writing would use words like "simple" instead of "dirty".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Un écrit neutre utiliserait des mots comme « simple » au lieu de « sales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Positive and negative tone (Ton positif et ton négatif)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one text mix tones?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texte peut-il mélanger les tons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but usually one tone dominates. A text can start sadly and end hopefully, but the final feeling is what matters.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mais généralement un ton domine. Un texte peut commencer tristement et finir avec espoir, mais le sentiment final est ce qui compte.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neutral tone?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Qu&amp;#x27;en est-il du ton neutre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Scientific texts and news reports usually stay neutral. They report facts without emotion.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textes scientifiques et les reportages restent généralement neutres. Ils rapportent des faits sans émotion.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The author&amp;#x27;s purpose (L&amp;#x27;intention de l&amp;#x27;auteur)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You also mentioned the author&amp;#x27;s purpose. What is that?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avez aussi mentionné l&amp;#x27;intention de l&amp;#x27;auteur. Qu&amp;#x27;est-ce que c&amp;#x27;est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purpose is why the author wrote the text. The main purposes are to inform, to persuade, to entertain, and to describe.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L&amp;#x27;intention, c&amp;#x27;est la raison pour laquelle l&amp;#x27;auteur a écrit le texte. Les principales intentions sont informer, persuader, divertir et décrire.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find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la trouver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Ask yourself: what does the author want me to do or feel after reading? The answer reveals the purpose.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Demandez-vous : que veut l&amp;#x27;auteur que je fasse ou que je ressente après la lecture ? La réponse révèle l&amp;#x27;intention.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Purpose: to inform (Intention : informer)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me guess purposes from examples. "Algeria became independent in 1962. The capital is Algiers."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Laissez-moi deviner des intentions à partir d&amp;#x27;exemples. « L&amp;#x27;Algérie est devenue indépendante en 1962. La capitale est Alger.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purpose is to inform. The text gives facts without opinions or emotions.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L&amp;#x27;intention est d&amp;#x27;informer. Le texte donne des faits sans opinions ni émotions.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Easy. Facts mean inform.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Facile. Les faits signifient informer.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Right. But remember, some texts mix facts with persuasion.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juste. Mais rappelez-vous, certains textes mélangent les faits et la persuasion.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Purpose: to persuade (Intention : persuader)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Give me a persuasive example.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Donnez-moi un exemple persuasif.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"Do not wait any longer! Join our club today and discover the joy of mountain climbing." The author wants you to join.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N&amp;#x27;attendez plus ! Rejoignez notre club dès aujourd&amp;#x27;hui et découvrez la joie de l&amp;#x27;escalade en montagne. » L&amp;#x27;auteur veut que vous adhériez.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The exclamation marks and "do not wait" push me to 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points d&amp;#x27;exclamation et « n&amp;#x27;attendez plus » me poussent à agir.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Persuasive texts use strong language to change your behaviour.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Les textes persuasifs utilisent un langage fort pour changer votre comportement.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Purpose: to entertain (Intention : divertir)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to entertain?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divertir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Stories, jokes, and novels exist mainly to entertain. Their goal is pleasure, not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histoires, les blagues et les romans existent surtout pour divertir. Leur but est le plaisir, pas l&amp;#x27;information.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a short story about a funny fox would be to entertain.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une courte histoire sur un renard drôle serait pour divertir.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The reader smiles or feels emotions, and that is the whole purpose.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Le lecteur sourit ou ressent des émotions, et c&amp;#x27;est là tout le but.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Practice: finding the purpose (Entraînement : trouver l&amp;#x27;intention)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me practise. "The new library opens every day from 8 am to 8 pm. It offers free internet access to all students."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Laissez-moi m&amp;#x27;entraîner. « La nouvelle bibliothèque ouvre tous les jours de 8 h à 20 h. Elle offre un accès internet gratuit à tous les étudiants.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What is the purpose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l&amp;#x27;intention et pourquoi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To inform, because it only gives facts about opening hours and services.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Informer, parce qu&amp;#x27;elle donne seulement des faits sur les horaires et les services.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Correct. Now change one word to make it persuasive.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Correct. Maintenant changez un mot pour la rendre persuasive.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"Visit the amazing new library and enjoy completely free internet!"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Visitez l&amp;#x27;incroyable nouvelle bibliothèque et profitez d&amp;#x27;un internet totalement gratuit !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Nice. "Amazing" and "completely" made it persuasive.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Bien. « Incroyable » et « totalement » l&amp;#x27;ont rendue persuasive.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Summary and practice (Résumé et entraînement)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me summarise. Inference uses clues and knowledge, tone shows the author&amp;#x27;s feeling, and purpose explains why the text exists.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Laissez-moi résumer. L&amp;#x27;inférence utilise les indices et le savoir, le ton montre le sentiment de l&amp;#x27;auteur, et l&amp;#x27;intention explique pourquoi le texte existe.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Perfect. One last challenge: "I waited two hours for the bus again. What a wonderful way to spend my morning!" What is the tone?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Parfait. Un dernier défi : « J&amp;#x27;ai encore attendu deux heures le bus. Quelle merveilleuse façon de passer ma matinée ! » Quel est le ton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Sarcastic, because the words are positive but the meaning is clearly negative.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Sarcastique, parce que les mots sont positifs mais le sens est clairement négatif.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