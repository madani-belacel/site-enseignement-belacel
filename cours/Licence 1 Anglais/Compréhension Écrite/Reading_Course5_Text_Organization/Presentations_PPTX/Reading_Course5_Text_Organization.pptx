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Reading Course5 Text Organization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do texts feel easy or difficult? (Pourquoi les textes semblent-ils faciles ou difficiles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Some texts feel smooth, and others feel like a puzzle. Why?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Certains textes semblent fluides, et d&amp;#x27;autres comme un puzzle. Pourquoi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well-written texts are organised and cohesive. Ideas follow a clear order and words point back to earlier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les textes bien écrits sont organisés et cohérents. Les idées suivent un ordre clair et les mots renvoient aux idées précédentes.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if I understand the organisation, reading becomes easier?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je comprends l&amp;#x27;organisation, la lecture devient plus facile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Much easier. Knowing how a text is built helps you predict and follow the ideas.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Beaucoup plus facile. Savoir comment un texte est construit vous aide à prévoir et à suivre les idées.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Signpost words (Les mots balises)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"signposts" in a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les « balises » dans un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Signpost words are like road signs. They tell you the direction: what comes next, what is opposite, what is a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mots balises sont comme des panneaux routiers. Ils vous indiquent la direction : ce qui suit, ce qui est opposé, ce qui est une conclusion.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they help me navigate the 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ils m&amp;#x27;aident à naviguer dans le texte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When you see "however", you know an opposite idea is coming.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Quand vous voyez « however », vous savez qu&amp;#x27;une idée contraire arrive.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Linking words for order (Les mots de liaison pour l&amp;#x27;ordre)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writers show the order of events?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auteurs montrent-ils l&amp;#x27;ordre des événements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use time words like "first", "then", "next", "after that", and "finally".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utilisent des mots de temps comme « d&amp;#x27;abord », « ensuite », « puis », « après cela » et « enfin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we see them in a small 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Pouvons-nous les voir dans un petit texte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"First, I prepare the couscous dough. Then I shape the grains. Finally, I steam them twice." The order is clear.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D&amp;#x27;abord, je prépare la pâte de couscous. Ensuite, je forme les grains. Enfin, je les cuis à la vapeur deux fois. » L&amp;#x27;ordre est clair.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Linking words for contrast (Les mots de liaison pour le contraste)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words show contrast?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mots montrent le contraste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"However", "but", "although", "on the other hand", and "whereas" introduce opposite or different ideas.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However », « but », « although », « on the other hand » et « whereas » introduisent des idées opposées ou différentes.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Show me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Montrez-m&amp;#x27;en un.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"The weather was rainy. However, the match continued as planned." The word "however" signals a contrast with the weather.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Le temps était pluvieux. Cependant, le match a continué comme prévu. » Le mot « however » signale un contraste avec le temps.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Linking words for cause and effect (Les mots de liaison pour la cause et l&amp;#x27;effet)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show that one thing caused another?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montrer qu&amp;#x27;une chose a causé une autre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Words like "because", "so", "therefore", and "as a result" link causes to their effects.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Des mots comme « parce que », « donc », « par conséquent » et « en conséquence » relient les causes à leurs effets.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me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me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"He studied hard, so he passed the exam." "So" connects the cause to the result.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Il a beaucoup étudié, donc il a réussi l&amp;#x27;examen. » « So » relie la cause au résultat.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Linking words for examples (Les mots de liaison pour les exemples)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giving examples?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donner des exemples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"For example", "for instance", and "such as" introduce examples that illustrate an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For example », « for instance » et « such as » introduisent des exemples qui illustrent une idée.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already know those from Course 3. They were context clues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connais déjà ceux-là du cours 3. C&amp;#x27;étaient aussi des indices de contexte.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memory. The same words can do many jobs: guide the reader and explain new words.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Bonne mémoire. Les mêmes mots peuvent remplir plusieurs fonctions : guider le lecteur et expliquer les mots nouveaux.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Linking words for conclusions (Les mots de liaison pour les conclusions)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writers end a paragraph or text?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auteurs terminent-ils un paragraphe ou un texte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use conclusion words like "in conclusion", "to sum up", "finally", and "in short".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Ils utilisent des mots de conclusion comme « en conclusion », « pour résumer », « enfin » et « en bref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when I see "to sum up", a summary is coming.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quand je vois « to sum up », un résumé arrive.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These words prepare you for the final, most important message.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Ces mots vous préparent au message final, le plus important.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Reference words: what are they? (Les mots de référence : qu&amp;#x27;est-ce que c&amp;#x27;est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Now, what are "reference words"?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Maintenant, qu&amp;#x27;est-ce que les « mots de référence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Reference words point to other words in the text. Examples are "it", "they", "this", "that", "these", and "those".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mots de référence renvoient à d&amp;#x27;autres mots du texte. Par exemple « it », « they », « this », « that », « these » et « those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writers use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auteurs les utilisent-ils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To avoid repeating the same noun again and again. The text stays short and smooth.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éviter de répéter le même nom encore et encore. Le texte reste court et fluide.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Finding the referent of "it" (Trouver le référent de « it »)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when I read "it", I must find what it refers 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quand je lis « it », je dois trouver à quoi il se réfère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and this is a very common exam question. Let me show you. "The camel walked for hours. It finally reached the oasis."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et c&amp;#x27;est une question d&amp;#x27;examen très courante. Laissez-moi vous montrer. « Le chameau marcha pendant des heures. Il atteignit enfin l&amp;#x27;oasis.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Here "it" refers to the camel.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Ici « it » se réfère au chameau.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Correct. The referent is usually the noun mentioned just before.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Correct. Le référent est généralement le nom mentionné juste avant.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Practising with "they" and "this" (S&amp;#x27;entraîner avec « they » et « this »)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try "they". "The workers built the bridge in two years. They were proud of their work."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essayer « they ». « Les ouvriers ont construit le pont en deux ans. Ils étaient fiers de leur travail.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What does "they" refer 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À quoi « they » se réfère-t-il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workers.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ouvriers.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Good. And in "We need to reduce waste. This requires new habits", what does "this" refer 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Bien. Et dans « Nous devons réduire les déchets. Cela exige de nouvelles habitudes », à quoi « this » se réfère-t-il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It refers to the whole idea of reducing waste, not just one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se réfère à toute l&amp;#x27;idée de réduire les déchets, pas seulement à un mot.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A referent can be far away (Un référent peut être loin)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referent always just before the reference word?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référent est-il toujours juste avant le mot de référence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always. Sometimes the referent appears one or two sentences earlier. You must look back carefully.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toujours. Parfois le référent apparaît une ou deux phrases plus tôt. Vous devez regarder en arrière avec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should not always take the nearest noun.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ne devrais pas toujours prendre le nom le plus proche.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Always check that the noun you choose makes sense with the verb and the rest of the sentence.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Vérifiez toujours que le nom que vous choisissez a du sens avec le verbe et le reste de la phrase.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Checking the referent makes sense (Vérifier que le référent a du sens)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Show me a trick to check my answer.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Montrez-moi une astuce pour vérifier ma réponse.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Replace the reference word with the noun you chose and re-read the sentence aloud in your 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Remplacez le mot de référence par le nom que vous avez choisi et relisez la phrase dans votre tête.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If it sounds natural, the referent is right?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Si cela sonne naturel, le référent est bon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"It finally reached the oasis" becomes "The camel finally reached the oasis". Perfectly natural.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« It finally reached the oasis » devient « The camel finally reached the oasis ». Parfaitement naturel.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How cohesion helps you (Comment la cohésion vous aide)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cohesion so important for the reader?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la cohésion est-elle si importante pour le lecteur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cohesion keeps the ideas connected. When you follow the links, you never lose the thread of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la cohésion maintient les idées reliées. Quand vous suivez les liens, vous ne perdez jamais le fil du texte.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It is like following a chain?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comme suivre une chaîne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Each link takes you to the next idea, from the beginning to the end.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Chaque maillon vous mène à l&amp;#x27;idée suivante, du début à la fin.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Reading a full cohesive text (Lire un texte cohérent complet)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read a short full text. "Yasmine loves cooking. First, she chooses fresh vegetables from the market. Then she washes them carefully. After that, she cooks them slowly. As a result, her dishes are always delicious."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lire un petit texte complet. « Yasmine adore cuisiner. D&amp;#x27;abord, elle choisit des légumes frais au marché. Ensuite, elle les lave soigneusement. Après cela, elle les cuisine lentement. En conséquence, ses plats sont toujours délicieux.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Excellent text to analyse. What signposts do you see?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Excellent texte à analyser. Quelles balises voyez-vous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"First", "then", "after that" show the order, and "as a result" shows the consequence.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D&amp;#x27;abord », « ensuite », « après cela » montrent l&amp;#x27;ordre, et « en conséquence » montre la conséquence.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And what does "them" refer to in "washes them"?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à quoi « them » se réfère-t-il dans « les lave »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vegetables.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légumes.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Perfect. You analysed order, consequence, and reference in one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Parfait. Vous avez analysé l&amp;#x27;ordre, la conséquence et la référence dans un seul texte.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 and practice (Résumé et entraînement)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Let me summarise. Signposts guide me, linking words connect ideas, and reference words avoid repetition.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Laissez-moi résumer. Les balises me guident, les mots de liaison relient les idées, et les mots de référence évitent la répétition.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One last practice. "The athletes trained every morning. They hoped to win the race." What does "they" refer 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dernière pratique. « Les athlètes s&amp;#x27;entraînaient chaque matin. Ils espéraient gagner la course. » À quoi « they » se réfère-t-il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 athletes. And I checked: "The athletes hoped to win" sounds natural.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athlètes. Et j&amp;#x27;ai vérifié : « Les athlètes espéraient gagner » sonne naturel.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