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Reading Course1 Introduction Reading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do we study reading comprehension? (Pourquoi étudions-nous la compréhension écrite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Why do we have a whole course just about reading?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Pourquoi avons-nous tout un cours rien que sur la lecture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reading is a skill, not a talent. You can train it, just like listening or speaking.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la lecture est une compétence, pas un don. On peut l&amp;#x27;entraîner, tout comme l&amp;#x27;écoute ou la parole.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even if I read slowly, I can improve?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même si je lis lentement, je peux m&amp;#x27;améliorer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With the right strategies, every student can read faster and understand more.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Avec les bonnes stratégies, chaque étudiant peut lire plus vite et comprendre davantage.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What does "comprehension" really mean? (Que signifie vraiment « compréhension »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word "comprehension" sounds complicated. What does it mean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mot « compréhension » semble compliqué. Que signifie-t-il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simply means understanding. Reading comprehension is understanding what a text means, not just decoding the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signifie simplement comprendre. La compréhension écrite, c&amp;#x27;est comprendre ce que veut dire un texte, pas seulement déchiffrer les mots.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must get the message of the 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dois saisir le message du texte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A good reader looks for meaning: ideas, opinions, and facts, not only letters and sounds.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Un bon lecteur cherche le sens : les idées, les opinions et les faits, et pas seulement les lettres et les sons.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Reading for the general idea (Lire pour avoir l&amp;#x27;idée générale)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I open an article, where should I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j&amp;#x27;ouvre un article, par où dois-je commencer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with the title, then read the first and last paragraphs quickly to get the general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par le titre, puis lisez rapidement le premier et le dernier paragraphe pour avoir l&amp;#x27;idée générale.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But what if I miss important details?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Mais que se passe-t-il si je rate des détails importants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is normal at first. Getting the big picture first helps you place the details later.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normal au début. Avoir d&amp;#x27;abord une vue d&amp;#x27;ensemble vous aide à situer les détails ensuite.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What is skimming? (Qu&amp;#x27;est-ce que le skimming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often hear the word "skimming". What does it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J&amp;#x27;entends souvent le mot « skimming ». Que signifie-t-il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Skimming is reading very quickly to understand the main idea of a text without stopping at every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skimming consiste à lire très vite pour comprendre l&amp;#x27;idée principale d&amp;#x27;un texte sans s&amp;#x27;arrêter à chaque mot.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Imagine you see a poster for a festival. You read only the name, the date, and the place. That is skimming.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Imaginez que vous voyez une affiche pour un festival. Vous lisez seulement le nom, la date et le lieu. C&amp;#x27;est du skimming.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Trying skimming ourselves (Essayons le skimming nous-mêmes)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try. Here is a text: "Ali loves football. He plays every Friday with his friends and dreams of playing for a national team." What is the main idea?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essayer. Voici un texte : « Ali adore le football. Il joue chaque vendredi avec ses amis et rêve de jouer dans une équipe nationale. » Quelle est l&amp;#x27;idée principale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main idea is that Ali loves football and plays it regularly. You did not need every word, only the key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L&amp;#x27;idée principale est qu&amp;#x27;Ali adore le football et y joue régulièrement. Vous n&amp;#x27;aviez pas besoin de chaque mot, seulement des mots clés.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see. The words "loves", "plays", and "dreams" gave me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vois. Les mots « aime », « joue » et « rêve » m&amp;#x27;ont tout donné.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Perfect. Skimming is about speed and the big picture, not about perfection.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Parfait. Le skimming, c&amp;#x27;est la vitesse et la vue d&amp;#x27;ensemble, pas la perfection.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What is scanning? (Qu&amp;#x27;est-ce que le scanning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also said "scanning". Is it the same thing?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aussi dit « scanning ». Est-ce la même chose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Scanning means reading to find one specific piece of information, like a date, a name, or a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 scanning consiste à lire pour trouver une information précise, comme une date, un nom ou un nombre.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that useful in real life?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quoi est-ce utile dans la vraie vie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Think of a phone directory or a train timetable: you do not read everything, you search for one name or one hour.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Pensez à un annuaire téléphonique ou à un horaire de train : vous ne lisez pas tout, vous cherchez un nom ou une heure.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Practising scanning (Pratiquer le scanning)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practise. Here is a text: "The meeting is on Monday at 9 am in Room B12. Mrs. Bennani will present the new project." I need the room number.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m&amp;#x27;entraîner. Voici un texte : « La réunion est lundi à 9 heures dans la salle B12. Mme Bennani présentera le nouveau projet. » J&amp;#x27;ai besoin du numéro de la salle.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room number is B12. Did you have to read the whole sentence carefully?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numéro de la salle est B12. Avez-vous dû lire toute la phrase attentivement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No, my eyes jumped straight to "Room B12".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mes yeux ont sauté directement sur « salle B12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When you scan, your eyes move quickly to find the target information.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Quand vous scannez, vos yeux se déplacent rapidement pour trouver l&amp;#x27;information visée.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Skimming vs scanning (Skimming et scanning : les différences)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am confused. How do I know when to skim and when to scan?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suis confus. Comment savoir quand faire du skimming et quand faire du scanning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Skim when you want the general idea. Scan when you want one fact. Skimming is broad, scanning is precise.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Faites du skimming quand vous voulez l&amp;#x27;idée générale. Faites du scanning quand vous voulez un fait précis. Le skimming est large, le scanning est précis.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can use both in the same 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peux utiliser les deux dans le même texte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Absolutely. Good readers often skim first, then scan for the details they need.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Absolument. Les bons lecteurs font souvent du skimming d&amp;#x27;abord, puis du scanning pour les détails dont ils ont besoin.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What is intensive reading? (Qu&amp;#x27;est-ce que la lecture intensive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I hear about "intensive reading". What is that?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j&amp;#x27;entends parler de « lecture intensive ».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Intensive reading is slow, careful reading, word by word, to understand every detail and every grammar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lecture intensive est une lecture lente et attentive, mot par mot, pour comprendre chaque détail et chaque structure grammaticale.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l&amp;#x27;utilise-t-on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use it for short texts in class: a paragraph, a poem, or an exam passage that you must understand completely.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l&amp;#x27;utilise pour des textes courts en classe : un paragraphe, un poème, ou un passage d&amp;#x27;examen qu&amp;#x27;il faut comprendre entièrement.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What is extensive reading? (Qu&amp;#x27;est-ce que la lecture extensive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about "extensive reading"?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qu&amp;#x27;en est-il de la « lecture extensive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Extensive reading is the opposite: you read long texts for pleasure, without stopping on every unknown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lecture extensive est le contraire : vous lisez de longs textes pour le plaisir, sans vous arrêter sur chaque mot inconnu.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can read a whole novel that way?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peux lire tout un roman de cette façon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Read a novel or a short story in English every week. You will learn words naturally through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Lisez un roman ou une nouvelle en anglais chaque semaine. Vous apprendrez des mots naturellement grâce au contexte.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Intensive or extensive? (Intensive ou extensive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one is better for me as a first-year student?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Laquelle est la meilleure pour moi en tant qu&amp;#x27;étudiant de première année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need both. Use intensive reading for your course texts, and extensive reading for pleasure outside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besoin des deux. Utilisez la lecture intensive pour vos textes de cours, et la lecture extensive pour le plaisir hors de la classe.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they complete each other?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elles se complètent l&amp;#x27;une l&amp;#x27;autre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Intensive reading builds accuracy; extensive reading builds speed and confidence.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La lecture intensive développe la précision ; la lecture extensive développe la vitesse et la confiance.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The three most common reading mistakes (Les trois erreurs de lecture les plus courantes)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should I avoid when I read?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dois-je éviter quand je lis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First, reading every text at the same speed. Second, stopping at every unknown word. Third, reading without any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D&amp;#x27;abord, lire tous les textes à la même vitesse. Ensuite, s&amp;#x27;arrêter sur chaque mot inconnu. Enfin, lire sans aucun objectif.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But if I do not stop, I will not understand.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Mais si je ne m&amp;#x27;arrête pas, je ne comprendrai pas.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Remember: a word you do not know is often less important than the idea you are following.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Rappelez-vous : un mot que vous ne connaissez pas est souvent moins important que l&amp;#x27;idée que vous suivez.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A practical reading routine (Une routine de lecture pratique)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 simple routine to follow before each reading?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une routine simple à suivre avant chaque lecture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One: look at the title and predict the topic. Two: skim to confirm your prediction. Three: scan or read carefully for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 : regardez le titre et devinez le sujet. Deux : survolez pour confirmer votre prédiction. Trois : scannez ou lisez attentivement pour les détails.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seems easy to remember. Do we always start with the title?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semble facile à retenir. Commençons-nous toujours par le titre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title is your first friend. It tells you what the whole text is about.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titre est votre premier ami. Il vous dit de quoi parle tout le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practice (Résumé et entraînement)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summarise. Today I learned skimming, scanning, intensive and extensive reading.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résumer. Aujourd&amp;#x27;hui j&amp;#x27;ai appris le skimming, le scanning, la lecture intensive et extensive.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good. Now tell me: to find a phone number in a directory, do you skim or scan?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bien. Maintenant dites-moi : pour trouver un numéro de téléphone dans un annuaire, faites-vous du skimming ou du scanning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scan, because I am looking for one precise piece of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scanne, parce que je cherche une information précise.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Excellent. And to understand the general idea of a newspaper article?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Excellent. Et pour comprendre l&amp;#x27;idée générale d&amp;#x27;un article de journal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skim the beginning and the end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survole rapidement le début et la fin.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