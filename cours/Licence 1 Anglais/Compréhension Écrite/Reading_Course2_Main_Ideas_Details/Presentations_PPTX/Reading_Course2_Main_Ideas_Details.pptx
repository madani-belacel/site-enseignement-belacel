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Reading Course2 Main Ideas Details</a:t>
            </a:r>
          </a:p>
          <a:p>
            <a:pPr algn="ctr"/>
            <a:r>
              <a:rPr sz="1800">
                <a:solidFill>val="DFE5EA"/&gt;</a:solidFill>
              </a:rPr>
              <a:t>14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What is the main idea? (Qu&amp;#x27;est-ce que l&amp;#x27;idée principale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Good morning, sir. In my last exam, I could not find the main idea. What exactly is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Bonjour, monsieur. À mon dernier examen, je n&amp;#x27;ai pas pu trouver l&amp;#x27;idée principale. Qu&amp;#x27;est-ce que c&amp;#x27;est exactement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main idea is the most important message of a paragraph or text. It is the answer to the question "what is this about?"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L&amp;#x27;idée principale est le message le plus important d&amp;#x27;un paragraphe ou d&amp;#x27;un texte. C&amp;#x27;est la réponse à la question « de quoi s&amp;#x27;agit-il ?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there always one main idea?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Y a-t-il toujours une seule idée principale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for each paragraph. All the other sentences in that paragraph explain or support that one idea.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pour chaque paragraphe. Toutes les autres phrases de ce paragraphe expliquent ou soutiennent cette idée.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Topic vs main idea (Le sujet et l&amp;#x27;idée principale)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also hear the word "topic". Is the topic the same as the main idea?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J&amp;#x27;entends aussi le mot « sujet ». Le sujet est-il la même chose que l&amp;#x27;idée principale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Not exactly. The topic is the general subject, usually one or two words. The main idea is a full statement about the topic.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Pas exactement. Le sujet est le thème général, en général un ou deux mots. L&amp;#x27;idée principale est une phrase complète sur le sujet.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show me the difference?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me montrer la différence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Take this text: "Camel racing is a popular sport in the Algerian south. Families gather every weekend to watch the races." The topic is "camel racing". The main idea is that it is a popular family sport.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Prenons ce texte : « La course de chameaux est un sport populaire dans le sud algérien. Les familles se rassemblent chaque week-end pour regarder les courses. » Le sujet est « la course de chameaux ». L&amp;#x27;idée principale est que c&amp;#x27;est un sport familial populaire.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Finding the topic easily (Trouver le sujet facilement)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I find the topic quickly?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puis-je trouver le sujet rapidement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Ask yourself two questions: "Who or what is this paragraph about?" and "Which word appears most often?"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Posez-vous deux questions : « De qui ou de quoi parle ce paragraphe ? » et « Quel mot revient le plus souvent ?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I look for repeated words?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je cherche les mots répétés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Repeated words are a strong clue. Writers often repeat the topic so the reader does not get lost.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Les mots répétés sont un indice fort. Les auteurs répètent souvent le sujet pour que le lecteur ne se perde pas.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What is a topic sentence? (Qu&amp;#x27;est-ce qu&amp;#x27;une phrase de thème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Now, what is a "topic sentence"? I read this term in my book.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Maintenant, qu&amp;#x27;est-ce qu&amp;#x27;une « phrase de thème » ? J&amp;#x27;ai lu ce terme dans mon livre.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topic sentence is the sentence that states the main idea of a paragraph. It is usually the first sentence.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Une phrase de thème est la phrase qui énonce l&amp;#x27;idée principale d&amp;#x27;un paragraphe. C&amp;#x27;est généralement la première phrase.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it always the first sentence?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Est-elle toujours la première phrase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Usually, but not always. Sometimes it is the last sentence, as a conclusion. Sometimes it is in the middle.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En général, mais pas toujours. Parfois c&amp;#x27;est la dernière phrase, en guise de conclusion. Parfois elle est au milieu.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A topic sentence at the start (Une phrase de thème au début)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Show me an example where the topic sentence comes first.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Montrez-moi un exemple où la phrase de thème vient en premier.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Here: "Modern cities face a serious traffic problem. Every morning, thousands of cars block the main roads, and buses are always late."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Voici : « Les villes modernes font face à un sérieux problème de circulation. Chaque matin, des milliers de voitures bloquent les grandes routes, et les bus sont toujours en retard.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"Modern cities face a serious traffic problem" is the topic sentence.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« Les villes modernes font face à un sérieux problème de circulation » est la phrase de thème.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The second sentence gives details that support that main idea.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La deuxième phrase donne des détails qui soutiennent cette idée principale.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A topic sentence at the end (Une phrase de thème à la fin)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show me a paragraph where the topic sentence is at the end?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me montrer un paragraphe où la phrase de thème est à la fin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Certainly. "Every summer, tourists visit the Casbah of Algiers. They walk through the narrow streets and buy traditional crafts. The old city is a true treasure for visitors."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Bien sûr. « Chaque été, les touristes visitent la Casbah d&amp;#x27;Alger. Ils se promènent dans les ruelles étroites et achètent de l&amp;#x27;artisanat traditionnel. La vieille ville est un véritable trésor pour les visiteurs.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Here the last sentence gives the main idea.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Ici, la dernière phrase donne l&amp;#x27;idée principale.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Correct. The writer gives examples first, then draws a general conclusion.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Correct. L&amp;#x27;auteur donne d&amp;#x27;abord des exemples, puis tire une conclusion générale.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What are supporting details? (Qu&amp;#x27;est-ce que les détails d&amp;#x27;appui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You keep saying "supporting details". What are they?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Vous ne cessez de dire « détails d&amp;#x27;appui ». Qu&amp;#x27;est-ce que c&amp;#x27;est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Supporting details are the sentences that explain, prove, or give examples of the main idea.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détails d&amp;#x27;appui sont les phrases qui expliquent, prouvent ou donnent des exemples de l&amp;#x27;idée principale.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 I need to remember all of them?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Dois-je les mémoriser tous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You need to recognise them and see how they connect to the main idea. That connection is what we test.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Vous devez les reconnaître et voir comment ils se relient à l&amp;#x27;idée principale. C&amp;#x27;est ce lien que nous évaluons.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Distinguishing main idea from details (Distinguer l&amp;#x27;idée principale des détails)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I tell a main idea from a detail?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distinguer une idée principale d&amp;#x27;un détail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Simple test: delete the sentence. If the paragraph still makes sense, it is probably a detail. If the paragraph loses its meaning, it is the main idea.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Test simple : supprimez la phrase. Si le paragraphe a toujours un sens, c&amp;#x27;est probablement un détail. Si le paragraphe perd son sens, c&amp;#x27;est l&amp;#x27;idée principale.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That is a clever trick. Can I try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un truc malin. Puis-je essayer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Of course. Use it whenever you are hesitating between two sentences.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Bien sûr. Utilisez-le chaque fois que vous hésitez entre deux phrases.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Practice: finding the main idea (Entraînement : trouver l&amp;#x27;idée principale)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me practise with this text: "Rania wakes up at five o&amp;#x27;clock. She makes tea for her father and helps her little brother with his homework before school."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Laissez-moi m&amp;#x27;entraîner avec ce texte : « Rania se réveille à cinq heures. Elle prépare du thé pour son père et aide son petit frère à faire ses devoirs avant l&amp;#x27;école.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Good. What is the main idea?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Bien. Quelle est l&amp;#x27;idée principale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Rania has a busy morning routine.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Rania a une routine matinale chargée.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Excellent. The hours and the tasks are only details supporting that idea.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Excellent. Les heures et les tâches ne sont que des détails qui soutiennent cette idée.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Identifying the topic sentence in practice (Identifier la phrase de thème dans la pratique)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Now, where is the topic sentence in that paragraph?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Maintenant, où se trouve la phrase de thème dans ce paragraphe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There is no topic sentence written. Here the main idea is not stated; the reader must infer it from the details.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 n&amp;#x27;y a pas de phrase de thème écrite. Ici, l&amp;#x27;idée principale n&amp;#x27;est pas énoncée ; le lecteur doit la déduire des détails.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some paragraphs have no topic sentence?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certains paragraphes n&amp;#x27;ont pas de phrase de thème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That is right. In that case, you build the main idea yourself from the details.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exact. Dans ce cas, vous construisez vous-même l&amp;#x27;idée principale à partir des détails.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Details that give examples (Les détails qui donnent des exemples)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 supporting details always look the same?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détails d&amp;#x27;appui ont-ils toujours la même forme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They can be examples, reasons, facts, or descriptions. Writers often use words like "for example", "such as", and "for instance".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Ce peuvent être des exemples, des raisons, des faits ou des descriptions. Les auteurs utilisent souvent des mots comme « par exemple », « tels que » et « notamment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Those words are signals for me, then.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Ces mots sont donc des signaux pour moi.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They show you that a detail is coming to illustrate the main idea.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Ils vous montrent qu&amp;#x27;un détail va venir illustrer l&amp;#x27;idée principale.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The main idea of a whole text (L&amp;#x27;idée principale de tout un texte)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We talked about paragraphs. How do I find the main idea of a whole text?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Nous avons parlé des paragraphes. Comment trouver l&amp;#x27;idée principale de tout un texte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First find the main idea of each paragraph. Then ask yourself: what do all these ideas together tell me?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Trouvez d&amp;#x27;abord l&amp;#x27;idée principale de chaque paragraphe. Puis demandez-vous : qu&amp;#x27;est-ce que toutes ces idées réunies me disent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the main idea of the text is a summary of the paragraph ideas?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l&amp;#x27;idée principale du texte est un résumé des idées des paragraphes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Think of it as a pyramid: details support paragraph ideas, and paragraph ideas support the text&amp;#x27;s main message.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Pensez-y comme à une pyramide : les détails soutiennent les idées des paragraphes, et les idées des paragraphes soutiennent le message principal du texte.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Common mistakes with main ideas (Erreurs courantes avec les idées principales)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mistakes do students make with main ideas?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erreurs font les étudiants avec les idées principales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biggest one is choosing a detail as the main idea. Another is choosing a statement that is too general or too broad.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plus grande est de choisir un détail comme idée principale. Une autre est de choisir une affirmation trop générale ou trop large.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give me an example of "too broad"?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me donner un exemple de « trop large 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If the text is about my grandmother&amp;#x27;s cooking, do not write "the text is about food". That is too broad. "My grandmother&amp;#x27;s favourite recipes" is more precise.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Si le texte parle de la cuisine de ma grand-mère, n&amp;#x27;écrivez pas « le texte parle de la nourriture ». C&amp;#x27;est trop large. « Les recettes préférées de ma grand-mère » est plus précis.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Summary and practice (Résumé et entraînement)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me check my understanding. A topic is the subject, a topic sentence states the main idea, and details support 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Laissez-moi vérifier ma compréhension. Un sujet est le thème, une phrase de thème énonce l&amp;#x27;idée principale, et les détails la soutiennent.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Perfect summary. Now, in one sentence, what is the main idea here? "Amine studies every evening for two hours. He also reads English books before sleeping."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Résumé parfait. Maintenant, en une phrase, quelle est l&amp;#x27;idée principale ici ? « Amine étudie chaque soir pendant deux heures. Il lit aussi des livres anglais avant de dormir.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Amine works hard and practises English regularly.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Amine travaille dur et pratique l&amp;#x27;anglais régulièrement.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