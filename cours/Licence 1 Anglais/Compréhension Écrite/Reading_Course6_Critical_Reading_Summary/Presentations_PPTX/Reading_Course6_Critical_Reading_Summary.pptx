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Reading Course6 Critical Reading Summary</a:t>
            </a:r>
          </a:p>
          <a:p>
            <a:pPr algn="ctr"/>
            <a:r>
              <a:rPr sz="1800">
                <a:solidFill>val="DFE5EA"/&gt;</a:solidFill>
              </a:rPr>
              <a:t>13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What is critical reading? (Qu&amp;#x27;est-ce que la lecture critique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Good morning, sir. We studied many strategies this year. What is "critical reading"?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monsieur. Nous avons étudié beaucoup de stratégies cette année. Qu&amp;#x27;est-ce que la « lecture critique »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Critical reading means reading actively and questioning the text instead of accepting everything it says.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lecture critique consiste à lire activement et à questionner le texte au lieu de tout accepter.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 can disagree with the author?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je peux être en désaccord avec l&amp;#x27;auteur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but politely and with reasons. A critical reader judges ideas, not people.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mais poliment et avec des raisons. Un lecteur critique juge les idées, pas les personnes.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Questions a critical reader asks (Les questions que se pose un lecteur critique)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questions should I ask while reading?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questions devrais-je me poser en lisant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Ask: Who wrote this? Why? Is the information true? Is anything missing? Who benefits from this text?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Demandez : Qui a écrit cela ? Pourquoi ? L&amp;#x27;information est-elle vraie ? Manque-t-il quelque chose ? Qui profite de ce texte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That is a lot of 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beaucoup de questions.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You do not need all of them every time. Choose the ones that fit the text you are reading.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Vous n&amp;#x27;avez pas besoin de toutes à chaque fois. Choisissez celles qui conviennent au texte que vous lisez.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Evaluating the source (Évaluer la source)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know a source is reliable?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savoir si une source est fiable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Check who the author is, where the text was published, and whether the information can be verified elsewhere.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Vérifiez qui est l&amp;#x27;auteur, où le texte a été publié, et si l&amp;#x27;information peut être vérifiée ailleurs.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websites and social media?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Qu&amp;#x27;en est-il des sites web et des réseaux sociaux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 extra careful. Anyone can post anything online. Always cross-check important information.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Soyez très prudent. N&amp;#x27;importe qui peut publier n&amp;#x27;importe quoi en ligne. Recoupez toujours les informations importantes.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Reliable and unreliable sources (Sources fiables et non fiables)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compare two sources?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comparer deux sources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"According to the National Statistics Office, unemployment fell last year." This is reliable because the office is official and verifiable.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Selon l&amp;#x27;Office national des statistiques, le chômage a baissé l&amp;#x27;année dernière. » C&amp;#x27;est fiable parce que l&amp;#x27;office est officiel et vérifiable.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an unreliable one?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une source non fiable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"A random blogger says this city is the most dangerous in the world." No data, no author name, no source. Not reliable.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Un blogueur quelconque dit que cette ville est la plus dangereuse du monde. » Aucune donnée, aucun nom d&amp;#x27;auteur, aucune source. Pas fiable.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Fact vs opinion (Fait ou opinion)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Now, what is the difference between a fact and an opinion?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Maintenant, quelle est la différence entre un fait et une opinion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fact can be proven true or false. An opinion is a personal belief that cannot be proven.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fait peut être prouvé vrai ou faux. Une opinion est une croyance personnelle qui ne peut pas être prouvée.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give me one of each?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m&amp;#x27;en donner un de chaque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"Oran is on the Mediterranean coast" is a fact. "Oran is the most beautiful city in Algeria" is an opinion.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Oran est sur la côte méditerranéenne » est un fait. « Oran est la plus belle ville d&amp;#x27;Algérie » est une opinion.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Clues that show opinion (Les indices qui révèlent l&amp;#x27;opinion)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 spot opinions in a text?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repérer les opinions dans un texte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Look for judgement words like "wonderful", "terrible", "best", and "worst". Also look for "I think", "in my view", and "should".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Cherchez des mots de jugement comme « merveilleux », « terrible », « meilleur » et « pire ». Cherchez aussi « je pense », « à mon avis » et « devrait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"Students should study English" is an opinion?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« Les étudiants devraient étudier l&amp;#x27;anglais » est une opinion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The word "should" expresses a recommendation, not a proven fact.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Le mot « should » exprime une recommandation, pas un fait prouvé.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Practising fact or opinion (S&amp;#x27;entraîner : fait ou opinion)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me practise. "The Sahara Desert covers most of northern Africa."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Laissez-moi m&amp;#x27;entraîner. « Le désert du Sahara couvre la plus grande partie de l&amp;#x27;Afrique du Nord.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Fact or opinion?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Fait ou opinion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 fact, because it can be checked on a map.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fait, parce qu&amp;#x27;il peut être vérifié sur une carte.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Correct. And "Winter is the best season because it is cooler"?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Correct. Et « L&amp;#x27;hiver est la meilleure saison parce qu&amp;#x27;il fait plus frais »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 opinion. "Best" is a judgement word.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opinion. « Meilleur » est un mot de jugement.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Very good. Notice that the "because" part does not make it a fact.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Très bien. Remarquez que la partie « parce que » n&amp;#x27;en fait pas un fait.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Why summarising is important (Pourquoi le résumé est important)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Now let us talk about summarising. Why do we need to summarise texts?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Maintenant parlons du résumé. Pourquoi devons-nous résumer des textes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a summary proves you understood the text, and it helps you remember and reuse the ideas later.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qu&amp;#x27;un résumé prouve que vous avez compris le texte, et il vous aide à vous souvenir et à réutiliser les idées plus tard.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difference between a summary and a paraphrase?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la différence entre un résumé et une paraphrase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paraphrase repeats one idea in your own words. A summary condenses a whole text into a short version.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paraphrase reprend une idée dans vos propres mots. Un résumé condense tout un texte en une version courte.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The steps of a good summary (Les étapes d&amp;#x27;un bon résumé)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are the steps to write a good summary?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sont les étapes pour écrire un bon résumé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One: read the whole text carefully. Two: find the main idea of each paragraph. Three: remove examples and details.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: lisez tout le texte attentivement. Deux : trouvez l&amp;#x27;idée principale de chaque paragraphe. Trois : supprimez les exemples et les détails.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then?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ensuite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Four: rewrite the main ideas in your own words, in the same order. Five: keep it short, usually under one third of the 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Quatre : réécrivez les idées principales dans vos propres mots, dans le même ordre. Cinq : restez court, généralement moins d&amp;#x27;un tiers du texte.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Writing a summary together (Écrire un résumé ensemble)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me try with a text. "Forests cover about thirty percent of the land on Earth. They clean the air and give a home to animals. For this reason, many countries are planting new forests."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Laissez-moi essayer avec un texte. « Les forêts couvrent environ trente pour cent des terres sur Terre. Elles purifient l&amp;#x27;air et offrent un foyer aux animaux. Pour cette raison, de nombreux pays plantent de nouvelles forêts.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Good text. What is the main idea of each sentence?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 texte. Quelle est l&amp;#x27;idée principale de chaque phrase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Forests are large, forests are useful, and countries are planting new 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forêts sont vastes, les forêts sont utiles, et les pays en plantent de nouvelles.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Now put that into one short sentence in your own words.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Maintenant mettez cela dans une phrase courte dans vos propres mots.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"Forests are very useful, so many countries are planting new ones."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Les forêts sont très utiles, donc beaucoup de pays en plantent de nouvelles.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Excellent summary. Short, in your own words, and faithful to the 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Excellent résumé. Court, dans vos propres mots, et fidèle au texte.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Common summary mistakes (Les erreurs courantes du résumé)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mistakes should I avoid in summaries?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erreurs devrais-je éviter dans les résumés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Copying whole sentences from the text, adding your own opinion, and including minor details.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Recopier des phrases entières du texte, ajouter votre propre opinion, et inclure des détails mineurs.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a summary must be neutral.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un résumé doit être neutre.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Keep the author&amp;#x27;s message. Your opinion belongs in a different task, like a comment or a review.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Gardez le message de l&amp;#x27;auteur. Votre opinion appartient à une autre tâche, comme un commentaire ou une critique.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Putting everything together (Tout rassembler)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all our courses fit together now?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tous nos cours s&amp;#x27;assemblent-ils maintenant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You skim and scan to find the text quickly. You find main ideas and guess words from context. You infer and follow the links.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Vous faites du skimming et du scanning pour trouver le texte rapidement. Vous trouvez les idées principales et devinez les mots par le contexte. Vous inférez et suivez les liens.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finally I judge the source and summarise.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enfin je juge la source et je résume.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That is the complete journey of a critical reader.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C&amp;#x27;est le parcours complet d&amp;#x27;un lecteur critique.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Final practice: a full review (Entraînement final : une révision complète)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me do a final review. I have a text about football. First, I skim the title and the first paragraph.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Laissez-moi faire une révision finale. J&amp;#x27;ai un texte sur le football. D&amp;#x27;abord, je survole le titre et le premier paragraphe.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Good. Then what?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Bien. Ensuite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find the main ideas, guess unknown words from context, and look for the author&amp;#x27;s purpose.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Je trouve les idées principales, je devine les mots inconnus par le contexte, et je cherche l&amp;#x27;intention de l&amp;#x27;auteur.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And at the end?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à la fin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check if the source is reliable, separate facts from opinions, and write a short summary in my own 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Je vérifie si la source est fiable, je sépare les faits des opinions, et j&amp;#x27;écris un court résumé dans mes propres mots.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