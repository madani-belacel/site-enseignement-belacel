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Reading Course3 Vocabulary Context</a:t>
            </a:r>
          </a:p>
          <a:p>
            <a:pPr algn="ctr"/>
            <a:r>
              <a:rPr sz="1800">
                <a:solidFill>val="DFE5EA"/&gt;</a:solidFill>
              </a:rPr>
              <a:t>15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Why not use the dictionary all the time? (Pourquoi ne pas toujours utiliser le dictionnaire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When I meet a new word, I look it up in the dictionary. Is that wrong?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Quand je rencontre un mot nouveau, je le cherche dans le dictionnaire. Est-ce une erreur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not wrong, but it is slow. If you stop at every unknown word, you will never finish the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 n&amp;#x27;est pas une erreur, mais c&amp;#x27;est lent. Si vous vous arrêtez à chaque mot inconnu, vous ne finirez jamais le texte.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what should I do instead?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Alors que devrais-je faire à la place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Try to guess the meaning from the context. Use the dictionary only for very important words that block your understanding.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Essayez de deviner le sens à partir du contexte. Utilisez le dictionnaire seulement pour les mots très importants qui bloquent votre compréhension.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What is context? (Qu&amp;#x27;est-ce que le contexte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do you mean by "context"?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voulez-vous dire par « contexte 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Context is everything around the unknown word: the other words, the sentences, and the situation in the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contexte, c&amp;#x27;est tout ce qui entoure le mot inconnu : les autres mots, les phrases et la situation dans le texte.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 context can give me clues?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le contexte peut me donner des indices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Writers usually leave enough information for the reader to understand new words without a dictionary.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Les auteurs laissent généralement assez d&amp;#x27;informations pour que le lecteur comprenne les mots nouveaux sans dictionnaire.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The definition clue (L&amp;#x27;indice de définition)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types of clues exist? Let me learn them one by one.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types d&amp;#x27;indices existent ? Laissez-moi les apprendre un par un.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first is the definition clue: the text explains the word directly after using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premier est l&amp;#x27;indice de définition : le texte explique le mot directement après l&amp;#x27;avoir employé.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me an example?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me donner un exemple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"A herbivore is an animal that eats only plants." The words after "is" define the word.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Un herbivore est un animal qui ne mange que des plantes. » Les mots après « est » définissent le mot.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The synonym clue (L&amp;#x27;indice de synonyme)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second type of clue?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est le deuxième type d&amp;#x27;indice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synonym clue: a word with a similar meaning appears near the unknown word.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L&amp;#x27;indice de synonyme : un mot de sens proche apparaît près du mot inconnu.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Show me an example, please.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Montrez-moi un exemple, s&amp;#x27;il vous plaît.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"The man was exhausted. After the long journey, he felt completely tired." "Tired" helps you understand "exhausted".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L&amp;#x27;homme était épuisé. Après le long voyage, il se sentait complètement fatigué. » « Fatigué » vous aide à comprendre « épuisé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The antonym clue (L&amp;#x27;indice de contraire)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a word mean the opposite of something I know?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mot peut-il signifier le contraire de quelque chose que je connais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and that is the antonym clue. The text gives you an opposite word, often with words like "but", "unlike", or "however".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et c&amp;#x27;est l&amp;#x27;indice de contraire. Le texte donne un mot opposé, souvent avec des mots comme « mais », « contrairement à » ou « cependant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see. Example, please.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vois. Un exemple, s&amp;#x27;il vous plaît.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"Unlike her shy brother, Leila is very outgoing." "Outgoing" means the opposite of "shy": sociable and confident.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Contrairement à son frère timide, Leila est très extravertie. » « Outgoing » signifie le contraire de « timide » : sociable et sûre d&amp;#x27;elle.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The example clue (L&amp;#x27;indice d&amp;#x27;exemple)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there a clue that uses examples?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un indice qui utilise des exemples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the example clue. Words like "such as", "for example", and "including" introduce examples of the unknown word.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l&amp;#x27;indice d&amp;#x27;exemple. Des mots comme « tels que », « par exemple » et « y compris » introduisent des exemples du mot inconnu.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me guess one. "Amina loves citrus fruits, such as oranges, lemons, and grapefruits."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Laissez-moi deviner. « Amina adore les agrumes, comme les oranges, les citrons et les pamplemousses. »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The examples tell you that citrus fruits are fruits of this type.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Les exemples vous disent que les agrumes sont des fruits de ce type.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Practice: identifying the clue (Entraînement : identifier l&amp;#x27;indice)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me try one alone. "The children were overjoyed; they laughed and clapped all afternoon."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Laissez-moi en essayer un seul. « Les enfants étaient ravis ; ils riaient et applaudissaient tout l&amp;#x27;après-midi.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What does "overjoyed" mean, and which clue helped you?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signifie « ravis » et quel indice vous a aidé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It means very happy. The example clue of laughing and clapping helped 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signifie très heureux. L&amp;#x27;indice d&amp;#x27;exemple des rires et des applaudissements m&amp;#x27;a aidé.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Well done. The action described the feeling.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Bien joué. L&amp;#x27;action décrivait le sentiment.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Word formation: the root (La formation des mots : la racine)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You also mentioned word formation. How does that 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avez aussi mentionné la formation des mots. Comment cela fonctionne-t-il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Many English words are built from a root word plus small parts added before or after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Beaucoup de mots anglais sont construits à partir d&amp;#x27;un mot racine plus de petites parties ajoutées avant ou après.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those small parts have meanings?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ces petites parties ont des sens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Learn a few common ones and you can understand many words at once.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Apprenez-en quelques-unes courantes et vous pourrez comprendre beaucoup de mots d&amp;#x27;un coup.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Prefixes (Les préfixes)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us start with prefixes. What are they?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Commençons par les préfixes. Qu&amp;#x27;est-ce que c&amp;#x27;est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prefix is added to the beginning of a word and changes its meaning. For example, "un-" means "not": "happy" becomes "unhappy".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préfixe s&amp;#x27;ajoute au début d&amp;#x27;un mot et en change le sens. Par exemple, « un- » signifie « non » : « happy » devient « unhappy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there other common prefixes?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d&amp;#x27;autres préfixes courants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Yes: "re-" means "again" (rewrite), "pre-" means "before" (preview), and "dis-" means "not" (disagree).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 : « re- » signifie « à nouveau » (réécrire), « pre- » signifie « avant » (aperçu), et « dis- » signifie « non » (être en désaccord).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if I know "read", I can understand "reread"?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si je connais « lire », je peux comprendre « relire »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"Reread" means to read again. And "prepaid" means paid before.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« Reread » signifie relire. Et « prepaid » signifie payé d&amp;#x27;avance.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This saves a lot of dictionary time.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fait gagner beaucoup de temps de dictionnaire.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That is the goal. Ten prefixes and ten suffixes can unlock hundreds of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le but. Dix préfixes et dix suffixes peuvent débloquer des centaines de mots.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Suffixes (Les suffixes)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Now, what about suffixes?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Maintenant, qu&amp;#x27;en est-il des suffixes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suffix is added to the end of a word. It often changes the word&amp;#x27;s part of speech: "teach" becomes "teacher" or "teaching".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suffixe s&amp;#x27;ajoute à la fin d&amp;#x27;un mot. Il change souvent la nature du mot : « teach » devient « teacher » ou « teaching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"-er" means a person who does something?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« -er » signifie une personne qui fait quelque chose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A "driver" drives, a "singer" sings. This helps you understand new words easily.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Un « conducteur » conduit, une « chanteuse » chante. Cela vous aide à comprendre les mots nouveaux facilement.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More useful suffixes (D&amp;#x27;autres suffixes utiles)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other suffixes should I know?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autres suffixes devrais-je connaître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"-less" means "without" (careless), "-ful" means "full of" (careful), and "-ly" forms adverbs (quickly).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-less » signifie « sans » (insouciant), « -ful » signifie « plein de » (prudent), et « -ly » forme des adverbes (rapidement).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"hopeless" means without hope, and "hopeful" means full of hope?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« hopeless » signifie sans espoir, et « hopeful » signifie plein d&amp;#x27;espoir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Perfect. You just used your knowledge of suffixes to understand two words.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Parfait. Vous venez d&amp;#x27;utiliser vos connaissances des suffixes pour comprendre deux mots.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Guessing: context plus word formation (Deviner : le contexte plus la formation des mots)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I use context and word formation together?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Dois-je utiliser le contexte et la formation des mots ensemble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combine them. They give you two different kinds of help that confirm each other.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combinez-les. Ils vous offrent deux types d&amp;#x27;aide différents qui se confirment l&amp;#x27;un l&amp;#x27;autre.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we practise a full sentence?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Pouvons-nous nous entraîner sur une phrase complète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"The forest looked colourless in the winter light, without any green leaves." You can guess "colourless" from "-less" and from "without any green".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La forêt semblait sans couleur dans la lumière d&amp;#x27;hiver, sans aucune feuille verte. » Vous pouvez deviner « colourless » grâce à « -less » et grâce à « sans aucune feuille verte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Practice: one full paragraph (Entraînement : un paragraphe complet)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me try a whole paragraph. "Sofia is very courageous. Unlike her fearful friends, she dives into the sea without hesitation."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Laissez-moi essayer un paragraphe entier. « Sofia est très courageuse. Contrairement à ses amis craintifs, elle plonge dans la mer sans hésitation.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What does "courageous" mean?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signifie « courageous »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Brave. The antonym clue with "fearful friends" and the example of diving helped 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Courageux. L&amp;#x27;indice de contraire avec « amis craintifs » et l&amp;#x27;exemple de la plongée m&amp;#x27;ont aidé.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Excellent reasoning. You used two clues in one sentence.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Excellent raisonnement. Vous avez utilisé deux indices dans une seule phrase.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When guessing is not enough (Quand deviner ne suffit pas)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guessing always enough?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Deviner suffit-il toujours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Sometimes context gives no help. When the word is key to the exam question, use the dictionary.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Parfois le contexte n&amp;#x27;aide pas. Quand le mot est essentiel pour la question d&amp;#x27;examen, utilisez le dictionnaire.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 dictionary is my last tool, not my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le dictionnaire est mon dernier outil, pas le premier.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Guess first, check later, and remember: understanding the idea matters more than knowing every word.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Devinez d&amp;#x27;abord, vérifiez ensuite, et rappelez-vous : comprendre l&amp;#x27;idée importe plus que connaître chaque mot.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15 — Summary and practice (Résumé et entraînement)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me summarise. I have definition, synonym, antonym, and example clues, plus prefixes and suffixes.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Laissez-moi résumer. J&amp;#x27;ai les indices de définition, de synonyme, de contraire et d&amp;#x27;exemple, plus les préfixes et les suffixes.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Very good. One last test: "The old bridge was unusable, so the villagers had to cross the river by boat."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Très bien. Un dernier test : « L&amp;#x27;ancien pont était inutilisable, alors les villageois devaient traverser la rivière en bateau.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"Unusable" means not usable, from the prefix "un-" and the situation in the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Unusable » signifie inutilisable, grâce au préfixe « un- » et à la situation dans le texte.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