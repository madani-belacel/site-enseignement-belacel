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Grammar Course8 Present Perfect Future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the present perfect? (Qu&amp;#x27;est-ce que le present perfect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This is our last grammar course. What is the present perfect?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C&amp;#x27;est notre dernier cours de grammaire. Qu&amp;#x27;est-ce que le present perfect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connects the past and the present. It is formed with have/has + past participle: "I have visited London."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relie le passé et le présent. Il se forme avec have/has + participe passé : « I have visited London.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But why not say "I visited London"?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Mais pourquoi ne pas dire « I visited London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the simple past says "when it happened": "I visited London in 2020." The present perfect says "I have done it in my life" — no specific time.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le passé simple dit « quand c&amp;#x27;est arrivé » : « I visited London in 2020. » Le present perfect dit « je l&amp;#x27;ai fait dans ma vie » — sans moment précis.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time matters in the choice.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 temps joue un rôle dans le choix.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Present perfect: a connection to now. Simple past: a finished moment.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Present perfect : un lien avec le présent. Passé simple : un moment terminé.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Past participles (Les participes passés)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past participle?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 participe passé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regular verbs, it is the -ed form: worked, played. For irregular verbs, it is the third column: go-went-gone, see-saw-seen.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verbes réguliers, c&amp;#x27;est la forme en -ed : worked, played. Pour les verbes irréguliers, c&amp;#x27;est la troisième colonne : go-went-gone, see-saw-seen.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need the past participle, not the past simple.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j&amp;#x27;ai besoin du participe passé, pas du passé simple.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"I have gone", "She has seen", "We have eaten". Never "I have went".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« I have gone », « She has seen », « We have eaten ». Jamais « I have went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 past simple and participle always different?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passé simple et le participe passé sont-ils toujours différents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For many verbs they are the same: "I have bought" and "I bought" both use "bought". But never mix "have went" or "have saw".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Pour beaucoup de verbes, ils sont identiques : « I have bought » et « I bought » utilisent tous deux « bought ». Mais ne mélangez jamais « have went » ou « have saw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Present perfect: form and negatives (Present perfect : forme et négations)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form the present perfect?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forme-t-on le present perfect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Subject + have/has + past participle: "I have finished", "She has arrived", "They have left".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Sujet + have/has + participe passé : « I have finished », « She has arrived », « They have left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negative?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négation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Add "not": "I haven&amp;#x27;t finished", "She hasn&amp;#x27;t arrived". And questions: "Have you finished?" "Has she arrived?"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Ajoutez « not » : « I haven&amp;#x27;t finished », « She hasn&amp;#x27;t arrived ». Et les questions : « Have you finished? » « Has she arrived?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"have" behaves like an auxiliary.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have » se comporte comme un auxiliaire.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It does all the work of forming negatives and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C&amp;#x27;est lui qui fait tout le travail pour former les négations et les questions.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Uses: experience and result (Usages : l&amp;#x27;expérience et le résultat)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the present perfect?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utilisons-nous le present perfect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First, for life experiences, with no specific time: "Have you ever eaten couscous? Yes, I have."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D&amp;#x27;abord, pour les expériences de vie, sans moment précis : « Have you ever eaten couscous? Yes, I have. » (As-tu déjà mangé du couscous ? Oui.)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second use?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deuxième usage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a recent action with a present result: "I have lost my keys" — so I cannot open the door now.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une action récente avec un résultat présent : « I have lost my keys » (J&amp;#x27;ai perdu mes clés) — donc je ne peux pas ouvrir la porte maintenant.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past action affects the present.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l&amp;#x27;action passée affecte le présent.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If the result is still true now, we prefer the present perfect.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Si le résultat est toujours vrai maintenant, nous préférons le present perfect.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Since and for (Since et for)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express duration?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exprimer la durée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"for" with a period and "since" with a starting point: "for three years", "since 2020".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« for » avec une durée et « since » avec un point de départ : « for three years » (pendant trois ans), « since 2020 » (depuis 2020).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full examples?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des exemples complets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"I have studied English for five years." "She has lived in Algiers since 2019."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 have studied English for five years. » (J&amp;#x27;étudie l&amp;#x27;anglais depuis cinq ans.) « She has lived in Algiers since 2019. » (Elle vit à Alger depuis 2019.)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"since" needs a point in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since » nécessite un point dans le temps.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Yes: since Monday, since 8 o&amp;#x27;clock, since I was a child.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: since Monday (depuis lundi), since 8 o&amp;#x27;clock (depuis 8 heures), since I was a child (depuis mon enfance).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Just, already, yet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"just", "already" and "yet"?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« just », « already » et « yet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"Just" means a moment ago: "I have just finished my homework."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Just » signifie il y a un instant : « I have just finished my homework. » (Je viens de finir mes devoirs.)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"already"?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« already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"Already" means before expected: "They have already left." It is used in affirmative sentences.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Already » signifie avant l&amp;#x27;attendu : « They have already left. » Il s&amp;#x27;utilise dans les phrases affirmatives.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Where does "yet" 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Où se place « yet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"Yet" goes at the end, in negatives and questions: "I haven&amp;#x27;t eaten yet." "Have you finished yet?"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Yet » se place à la fin, dans les négations et les questions : « I haven&amp;#x27;t eaten yet. » « Have you finished yet?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Present perfect vs simple past (Present perfect vs passé simple)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choose between present perfect and simple past?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choisir entre le present perfect et le passé simple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Look for a time expression. Specific time → simple past: "I visited him in 2018."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Cherchez une expression de temps. Moment précis → passé simple : « I visited him in 2018.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without a time?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sans indication de temps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Present perfect: "I have visited him before." Or the action is finished: "He arrived an hour ago" → simple past.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Present perfect : « I have visited him before. » Ou si l&amp;#x27;action est terminée : « He arrived an hour ago » → passé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words always signal the simple past?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mots signalent toujours le passé simple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Yesterday, last week, in 2020, two days ago. These never go with the present perfect.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Yesterday, last week, in 2020, two days ago. Ces mots ne vont jamais avec le present perfect.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Will for the future (Will pour le futur)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let us move to the future. When do we use "will"?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Passons au futur. Quand utilisons-nous « will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predictions, promises and decisions made at the moment of speaking: "I will help you", "It will rain tomorrow".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prédictions, les promesses et les décisions prises au moment où l&amp;#x27;on parle : « I will help you » (Je t&amp;#x27;aiderai), « It will rain tomorrow » (Il pleuvra demain).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"will" change with the subject?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que « will » change avec le sujet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Will is the same for everyone: I will, she will, they will. The verb stays in the base form.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Will est identique pour tout le monde : I will, she will, they will. Le verbe reste à la forme de 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negative?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négation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"Won&amp;#x27;t" (will not): "I won&amp;#x27;t forget your advice."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Won&amp;#x27;t » (will not) : « I won&amp;#x27;t forget your advice. » (Je n&amp;#x27;oublierai pas vos conseils.)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Going to for plans (Going to pour les projets)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"going to"?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utilisons-nous « going to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plans and intentions decided before, and for predictions based on evidence: "I am going to study medicine."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plans et intentions décidés à l&amp;#x27;avance, et pour les prédictions fondées sur des indices : « I am going to study medicine. » (Je vais étudier la médecine.)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form?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forme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 + going to + base verb: "I am going to travel", "She is going to buy a car", "They are going to visit Tlemcen".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 + going to + verbe de base : « I am going to travel », « She is going to buy a car », « They are going to visit Tlemcen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"am/is/are" change with the subject.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am/is/are » changent selon le sujet.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And the negative is easy: "I am not going to..." "She isn&amp;#x27;t going to..."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Et la négation est facile : « I am not going to... » « She isn&amp;#x27;t going to...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Will vs going to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 between "will" and "going to"?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différence entre « will » et « going to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"Going to" is for decisions already made: "I am going to call him tonight" — decided before.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Going to » est pour les décisions déjà prises : « I am going to call him tonight » — décidé avant.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"will"?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« will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"Will" is for decisions at the moment: "The phone is ringing. I will answer it."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Will » est pour les décisions au moment présent : « The phone is ringing. I will answer it. » (Le téléphone sonne. Je vais répondre.)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difference is the moment of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la différence est le moment de la décision.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Planned before → going to. Decided now → will.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Prévu avant → going to. Décidé maintenant → will.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Present continuous and simple present for the future (Présent continu et présent simple pour le futur)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we also use the present tenses for the future?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Utilisons-nous aussi les temps du présent pour le futur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 present continuous is for fixed arrangements with a time and place: "We are meeting at six tomorrow."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 présent continu est pour les arrangements fixes avec un moment et un lieu : « We are meeting at six tomorrow. » (Nous nous rencontrons demain à six heures.)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simple present?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présent simple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timetables and programmes: "The train leaves at nine", "The course starts next week."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horaires et les programmes : « The train leaves at nine », « The course starts next week.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future has many 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 futur a de nombreuses formes.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and that is the richness of English: will, going to, present continuous, and simple present each have a role.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et c&amp;#x27;est la richesse de l&amp;#x27;anglais : will, going to, présent continu et présent simple ont chacun un rôle.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The first conditional (Le premier conditionnel)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talk about possible future conditions?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parler de conditions futures possibles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With the first conditional: If + present simple, will + base verb.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le premier conditionnel : If + présent simple, will + verbe de 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un exemple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"If it rains tomorrow, we will stay at home." The condition is real and possible.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If it rains tomorrow, we will stay at home. » (S&amp;#x27;il pleut demain, nous resterons à la maison.) La condition est réelle et possible.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no "will" after "if".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pas de « will » après « if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Never say "If it will rain". After "if", we use the present simple.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Ne dites jamais « If it will rain ». Après « if », nous utilisons le présent simple.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 order of the two parts flexible?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L&amp;#x27;ordre des deux parties est-il flexible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"We will stay at home if it rains." The comma disappears when "if" comes second.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« We will stay at home if it rains. » La virgule disparaît quand « if » vient en second.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The English tense map (La carte des temps anglais)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We have seen many tenses this year. Can you summarise?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avons vu beaucoup de temps cette année. Pouvez-vous résumer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With pleasure. Present: simple for habits and facts, continuous for now. Past: simple for finished actions, continuous for scenes.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plaisir. Présent : simple pour les habitudes et les faits, continu pour maintenant. Passé : simple pour les actions terminées, continu pour les scènes.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perfect and the future?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perfect et le futur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Present perfect connects past and present. Future: will for decisions, going to for plans, present continuous for arrangements.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present perfect relie le passé et le présent. Futur : will pour les décisions, going to pour les projets, présent continu pour les arrangements.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is a complete 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une carte complète.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Keep it in your notebook, and always ask: when? how long? now or in general? plan or decision?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Gardez-la dans votre cahier, et demandez-vous toujours : quand ? depuis combien de temps ? maintenant ou en général ? projet ou décision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Common mistakes with the present perfect (Erreurs fréquentes avec le present perfect)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mistakes do students make with these tenses?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erreurs les étudiants font-ils avec ces temps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Saying "I have went" instead of "I have gone", and using the present perfect with "yesterday": "I have seen him yesterday" is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Dire « I have went » au lieu de « I have gone », et utiliser le present perfect avec « yesterday » : « I have seen him yesterday » est faux.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else?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Quoi d&amp;#x27;autre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Saying "I am here since Monday" instead of "I have been here since Monday".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Dire « I am here since Monday » au lieu de « I have been here since Monday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"since" and "for" force the present perfect.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since » et « for » imposent le present perfect.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when the action started in the past and continues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quand l&amp;#x27;action a commencé dans le passé et continue maintenant.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Final advice: the grammar of the whole year (Conseils finaux : la grammaire de toute l&amp;#x27;année)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This is the last dialogue of the year. What is your final advice?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le dernier dialogue de l&amp;#x27;année. Quel est votre dernier conseil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Grammar is a tool, not a goal. Speak, write, and make mistakes, but always correct them and understand why.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grammaire est un outil, pas un but. Parlez, écrivez, faites des erreurs, mais corrigez-les toujours et comprenez pourquoi.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I do every 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devrais-je faire chaque jour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Ten minutes of practice: write three sentences in the present, three in the past, and three in the future. Simple but powerful.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Dix minutes de pratique : écrivez trois phrases au présent, trois au passé, et trois au futur. Simple mais puissant.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sir, for this whole year of grammar.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monsieur, pour toute cette année de grammaire.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