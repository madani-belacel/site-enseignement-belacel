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Grammar Course1 Introduction English Sentence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grammar? (Qu&amp;#x27;est-ce que la grammaire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First of all, what is grammar?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Tout d&amp;#x27;abord, qu&amp;#x27;est-ce que la grammaire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Grammar is the system of rules that tells us how words combine to form correct sentences.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grammaire est le système de règles qui nous dit comment les mots se combinent pour former des phrases correctes.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we need rules? Can&amp;#x27;t we just communicate?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avons-nous besoin de règles ? Ne pouvons-nous pas simplement communiquer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Rules help us be clear and correct. Compare "The cat chased the dog" with "Cat dog the chased". Only the first one is a real English sentence.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règles nous aident à être clairs et corrects. Comparez « The cat chased the dog » avec « Cat dog the chased ». Seule la première est une véritable phrase anglaise.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What is a sentence? (Qu&amp;#x27;est-ce qu&amp;#x27;une phrase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what exactly is a sentence?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Alors, qu&amp;#x27;est-ce qu&amp;#x27;une phrase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sentence is a group of words that expresses a complete idea. It begins with a capital letter and ends with a full stop, a question mark or an exclamation mark.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phrase est un groupe de mots qui exprime une idée complète. Elle commence par une majuscule et se termine par un point, un point d&amp;#x27;interrogation ou un point d&amp;#x27;exclamation.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every sentence need a verb?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que chaque phrase a besoin d&amp;#x27;un verbe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English, yes. Every complete sentence has at least a subject and a verb. Example: "She sleeps."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anglais, oui. Chaque phrase complète a au moins un sujet et un verbe. Exemple : « She sleeps.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can a sentence be one word only?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une phrase peut-elle être un seul mot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Only in commands, like "Go!" or "Listen!" There the subject "you" is understood.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Seulement dans les ordres, comme « Go! » ou « Listen! » Là, le sujet « you » est sous-entendu.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The eight parts of speech (Les huit parties du discours)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hear about "parts of speech". What are they?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J&amp;#x27;entends parler de « parties du discours ». Qu&amp;#x27;est-ce que c&amp;#x27;est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are the categories of words in English: noun, pronoun, verb, adjective, adverb, preposition, conjunction, and interjection.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 sont les catégories de mots en anglais : nom, pronom, verbe, adjectif, adverbe, préposition, conjonction et interjection.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one word belong to two categories?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mot peut-il appartenir à deux catégories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For example, "water" is a noun in "I drink water", but a verb in "Please water the plants".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Par exemple, « water » est un nom dans « I drink water », mais un verbe dans « Please water the plants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I need to know all eight from memory?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Ai-je besoin de connaître les huit par cœur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all at once. Learn to recognise them in real sentences, and they will become natural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toutes d&amp;#x27;un coup. Apprenez à les reconnaître dans de vraies phrases, et elles deviendront naturelles avec le temps.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The subject (Le sujet)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Let&amp;#x27;s start with the subject. What is it exactly?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Commençons par le sujet. Qu&amp;#x27;est-ce que c&amp;#x27;est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subject is the person, thing or idea that performs the action or is described. It usually comes first in the sentence.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sujet est la personne, la chose ou l&amp;#x27;idée qui accomplit l&amp;#x27;action ou qui est décrite. Il vient généralement en premier dans la phrase.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the subject be more than one 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sujet peut-il être plus qu&amp;#x27;un mot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Of course. "The new students" is a subject in "The new students arrive today". It can be a noun phrase.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 sûr. « The new students » est un sujet dans « The new students arrive today ». Il peut s&amp;#x27;agir d&amp;#x27;un groupe nominal.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can it be a pronoun?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peut-il être un pronom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 pronoun like I, you, he, she, it, we or they: "They study hard."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un pronom comme I, you, he, she, it, we ou they : « They study hard.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The verb (Le verbe)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Now, what about the verb?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Maintenant, qu&amp;#x27;en est-il du verbe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verb expresses the action or the state. "Run", "eat", "be", "have" and "seem" are all verbs.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verbe exprime l&amp;#x27;action ou l&amp;#x27;état. « Run », « eat », « be », « have » et « seem » sont tous des verbes.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find the verb in a sentence?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trouver le verbe dans une phrase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Ask yourself what the subject does or is. In "Lina reads a book", the action is "reads".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Demandez-vous ce que fait ou ce qu&amp;#x27;est le sujet. Dans « Lina reads a book », l&amp;#x27;action est « reads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"is" really a verb?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que « is » est vraiment un verbe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It is the verb "be", which expresses a state. "I am a student" has a subject and a verb.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C&amp;#x27;est le verbe « be », qui exprime un état. « I am a student » a un sujet et un verbe.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The object (Le complément d&amp;#x27;objet)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an object in a sentence?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 complément d&amp;#x27;objet dans une phrase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object is the person or thing that receives the action. In "Riad drinks tea", the object is "tea".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complément d&amp;#x27;objet est la personne ou la chose qui reçoit l&amp;#x27;action. Dans « Riad drinks tea », l&amp;#x27;objet est « tea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 object always necessary?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L&amp;#x27;objet est-il toujours nécessaire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Some verbs do not need an object: "She sleeps", "He works". Others, like "give" or "buy", usually need 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Certains verbes n&amp;#x27;ont pas besoin d&amp;#x27;objet : « She sleeps », « He works ». D&amp;#x27;autres, comme « give » ou « buy », en ont généralement besoin.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a sentence have two objects?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phrase peut-elle avoir deux compléments d&amp;#x27;objet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"I gave Sara a present" — "Sara" is the indirect object and "a present" is the direct object.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« I gave Sara a present » — « Sara » est le complément d&amp;#x27;objet indirect et « a present » est le complément d&amp;#x27;objet direct.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SVO: the golden rule (SVO : la règle d&amp;#x27;or)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often hear about "SVO". What does it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J&amp;#x27;entends souvent parler de « SVO ». Qu&amp;#x27;est-ce que ça signifie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SVO stands for Subject-Verb-Object. It is the basic word order in English: the subject comes first, then the verb, then the object.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SVO signifie Sujet-Verbe-Objet (Subject-Verb-Object). C&amp;#x27;est l&amp;#x27;ordre des mots de base en anglais : le sujet vient en premier, puis le verbe, puis l&amp;#x27;objet.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"Amine eats apples" follows SVO?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Amine eats apples » suit l&amp;#x27;ordre SVO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Exactly: Amine (S), eats (V), apples (O). Never say "Eats Amine apples".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 : Amine (S), eats (V), apples (O). Ne dites jamais « Eats Amine apples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French follow the same order?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que le français suit le même ordre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Usually yes, but French is more flexible. In English the order is much more fixed, so respect SVO strictly.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Généralement oui, mais le français est plus flexible. En anglais, l&amp;#x27;ordre est beaucoup plus fixe, alors respectez strictement l&amp;#x27;ordre SVO.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Word order in questions (L&amp;#x27;ordre des mots dans les questions)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the SVO order also work in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L&amp;#x27;ordre SVO fonctionne-t-il aussi dans les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In questions we invert: the auxiliary comes first, then the subject, then the main verb.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Dans les questions, on inverse : l&amp;#x27;auxiliaire vient en premier, puis le sujet, puis le verbe principal.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me an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me donner un exemple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Statement: "You like coffee." Question: "Do you like coffee?" The auxiliary "do" jumps in front of the subject.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Affirmation : « You like coffee. » Question : « Do you like coffee? » L&amp;#x27;auxiliaire « do » se place devant le sujet.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if the verb is "be"?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le verbe est « be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invert directly: "He is tired" → "Is he tired?"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On inverse directement : « He is tired » → « Is he tired?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Negative sentences (Les phrases négatives)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build a negative sentence in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construire une phrase négative en anglais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the auxiliary "do" plus "not", or "don&amp;#x27;t" and "doesn&amp;#x27;t", followed by the base verb.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l&amp;#x27;auxiliaire « do » plus « not », ou « don&amp;#x27;t » et « doesn&amp;#x27;t », suivi du verbe à la 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"She works" becomes...?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She works » devient...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"She doesn&amp;#x27;t work." Notice that the "s" disappears from the verb after "doesn&amp;#x27;t".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She doesn&amp;#x27;t work. » Remarquez que le « s » disparaît du verbe après « doesn&amp;#x27;t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with the verb "be"?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avec le verbe « be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Just add "not": "I am not ready", "They are not here."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Ajoutez simplement « not » : « I am not ready », « They are not here.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Word order with adverbs (L&amp;#x27;ordre des mots avec les adverbes)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Where do adverbs go in a sentence?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Où se placent les adverbes dans une phrase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Frequency adverbs like always, often and never go before the main verb: "She always arrives early."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adverbes de fréquence comme always, often et never se placent avant le verbe principal : « She always arrives early.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manner adverbs like "quickly"?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adverbes de manière comme « quickly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usually go after the verb or the object: "He speaks English quickly."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se placent généralement après le verbe ou l&amp;#x27;objet : « He speaks English quickly.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place and time?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lieu et le temps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Place comes before time: "They study in the library every day."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lieu vient avant le temps : « They study in the library every day.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Simple, compound and complex sentences (Phrases simples, composées et complexes)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all sentences just Subject-Verb-Object?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Toutes les phrases sont-elles juste Sujet-Verbe-Objet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There are three main types. A simple sentence has one clause: "I study." A compound sentence joins two with a conjunction: "I study, and my brother works."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Il y a trois types principaux. Une phrase simple a une seule proposition : « I study. » Une phrase composée en relie deux avec une conjonction : « I study, and my brother works.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a complex sentence?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une phrase complexe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has one main clause and one or more dependent clauses: "I study because I want to become a teacher."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a une proposition principale et une ou plusieurs subordonnées : « I study because I want to become a teacher.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type should I use most?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type devrais-je utiliser le plus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Start with simple and compound sentences. Later, add complex ones to make your writing richer.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Commencez par des phrases simples et composées. Plus tard, ajoutez-en des complexes pour enrichir votre écriture.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Capital letters and punctuation (Majuscules et ponctuation)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punctuation rules in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règles de ponctuation en anglais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Capitalise the first word of a sentence, the pronoun "I", and proper names like Algeria or Amine.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Mettez une majuscule au premier mot d&amp;#x27;une phrase, au pronom « I », et aux noms propres comme Algeria ou Amine.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there a space before a question mark in French but not in English?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un espace avant le point d&amp;#x27;interrogation en français mais pas en anglais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In English, no space: "How are you?" In French, you write « Comment allez-vous ?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En anglais, pas d&amp;#x27;espace : « How are you? » En français, on écrit « Comment allez-vous ?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the apostrophe?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l&amp;#x27;apostrophe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it for contractions like "don&amp;#x27;t" and for possession like "Amine&amp;#x27;s book".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Utilisez-la pour les contractions comme « don&amp;#x27;t » et pour la possession comme « Amine&amp;#x27;s book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Common word-order mistakes (Erreurs d&amp;#x27;ordre des mots fréquentes)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mistakes do Algerian students often make?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erreurs les étudiants algériens font-ils souvent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One common mistake is translating French directly, like "I have hunger" instead of "I am hungry".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erreur fréquente est de traduire le français directement, comme « I have hunger » au lieu de « I am hungry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else?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Quoi d&amp;#x27;autre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Placing adjectives after nouns, like "a book interesting" instead of "an interesting book".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Placer les adjectifs après les noms, comme « a book interesting » au lieu de « an interesting book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putting the verb too late?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mettre le verbe trop tard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In English the verb must come soon after the subject, so avoid structures like "I yesterday went to Algiers" — say "I went to Algiers yesterday".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En anglais, le verbe doit venir rapidement après le sujet, alors évitez des structures comme « I yesterday went to Algiers » — dites « I went to Algiers yesterday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Reading a sentence like a detective (Lire une phrase comme un détective)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train myself to analyse sentences?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m&amp;#x27;entraîner à analyser des phrases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Take any sentence and label the parts. For example: "My sister writes long letters" → subject, verb, object, adjective.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Prenez n&amp;#x27;importe quelle phrase et étiquetez les parties. Par exemple : « My sister writes long letters » → sujet, verbe, objet, adjectif.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the object always come at the end?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L&amp;#x27;objet vient-il toujours à la fin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always. It can be followed by adverbs of time and place: "My sister writes long letters every week."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toujours. Il peut être suivi d&amp;#x27;adverbes de temps et de lieu : « My sister writes long letters every week.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do this every 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Devrais-je faire cela tous les jours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few minutes of sentence analysis each day will improve your grammar faster than memorising rules blindly.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Quelques minutes d&amp;#x27;analyse de phrases chaque jour amélioreront votre grammaire plus vite que de mémoriser les règles aveuglément.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Your advice for studying grammar (Vos conseils pour étudier la grammaire)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We reached the end of this lesson. Do you have any advice, sir?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sommes arrivés à la fin de cette leçon. Avez-vous des conseils, monsieur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Never study grammar in isolation. Read English texts, and each time ask: who does what to whom?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N&amp;#x27;étudiez jamais la grammaire isolément. Lisez des textes en anglais, et demandez-vous à chaque fois : qui fait quoi à qui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making mistakes a problem?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un problème de faire des erreurs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at all. Mistakes show you are learning. What matters is that you understand why and correct yourself.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du tout. Les erreurs montrent que vous apprenez. Ce qui compte, c&amp;#x27;est que vous compreniez pourquoi et que vous vous corrigiez.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I will practise every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Je vais m&amp;#x27;entraîner tous les jours.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