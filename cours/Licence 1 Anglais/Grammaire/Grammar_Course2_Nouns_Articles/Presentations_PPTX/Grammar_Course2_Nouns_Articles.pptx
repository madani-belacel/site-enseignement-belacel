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Grammar Course2 Nouns Articles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a noun? (Qu&amp;#x27;est-ce qu&amp;#x27;un nom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exactly is a noun?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Qu&amp;#x27;est-ce qu&amp;#x27;un nom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noun is a word that names a person, a place, a thing, or an idea. Examples: teacher, school, book, happiness.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nom est un mot qui désigne une personne, un lieu, une chose ou une idée. Exemples : teacher (enseignant), school (école), book (livre), happiness (bonheur).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"teacher" and "happiness" both nouns?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« teacher » et « happiness » sont tous deux des noms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"Teacher" is a concrete noun you can see, while "happiness" is an abstract noun you cannot touch but you can feel.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Teacher » est un nom concret que vous pouvez voir, tandis que « happiness » est un nom abstrait que vous ne pouvez pas toucher mais que vous pouvez ressentir.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nouns are everywhere in a sentence.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noms sont partout dans une phrase.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That is why they are the first words we learn in a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C&amp;#x27;est pourquoi ce sont les premiers mots que nous apprenons dans une langue.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Countable and uncountable nouns (Noms comptables et non comptables)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countable and uncountable nouns?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les noms comptables et non comptables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Countable nouns can be counted: one book, two books, three books. Uncountable nouns cannot: water, sugar,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noms comptables peuvent être comptés : one book, two books, three books. Les noms non comptables ne le peuvent pas : water (eau), sugar (sucre), information (information).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say "two waters"?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dire « two waters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Only in a restaurant, meaning two glasses or bottles of water. In general English, water is uncountable.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Seulement au restaurant, pour dire deux verres ou deux bouteilles d&amp;#x27;eau. En anglais général, water est non comptable.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uncountable nouns have no plural?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noms non comptables n&amp;#x27;ont pas de pluriel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Never say "informations". Say "information" or, if needed, "a piece of information".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Ne dites jamais « informations ». Dites « information » ou, si nécessaire, « a piece of information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Regular plurals (Les pluriels réguliers)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form the plural of most nouns?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former le pluriel de la plupart des noms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Simply add "s": book → books, chair → chairs, day →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Ajoutez simplement « s » : book → books, chair → chairs, day →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what about words ending in s, x, ch or 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mots qui se terminent par s, x, ch ou sh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Add "es": bus → buses, box → boxes, watch → watches, dish → dishes.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Ajoutez « es » : bus → buses, box → boxes, watch → watches, dish → dishes.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any change in pronunciation?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 changement de prononciation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"s" is pronounced /z/ after vowels and voiced sounds, and /s/ after voiceless sounds: dogs /dɒgz/, cats /kæts/.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« s » se prononce /z/ après les voyelles et les sons voisés, et /s/ après les sons sourds : dogs /dɒgz/, cats /kæts/.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Spelling changes for plurals (Changements orthographiques pour les pluriels)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nouns that change spelling in the plural?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noms qui changent d&amp;#x27;orthographe au pluriel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Nouns ending in consonant + y change y to i and add es: city → cities, baby → babies.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noms se terminant par consonne + y changent le y en i et ajoutent es : city → cities, baby → babies.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a noun ends in "o"?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un nom se termine par « o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add "es": potato → potatoes, tomato → tomatoes. But some only add "s": photo → photos, piano → pianos.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ajoutent « es » : potato → potatoes, tomato → tomatoes. Mais certains ajoutent seulement « s » : photo → photos, piano → pianos.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words ending in "f" or "fe"?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mots se terminant par « f » ou « fe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Some change f to v and add es: leaf → leaves, wife → wives. Others are regular: roof → 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Certains changent le f en v et ajoutent es : leaf → leaves, wife → wives. D&amp;#x27;autres sont réguliers : roof → roofs.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Irregular plurals (Les pluriels irréguliers)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plurals are irregular?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pluriels sont irréguliers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most common ones: man → men, woman → women, child → children, foot → feet, tooth → teeth.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plus courants : man → men (homme → hommes), woman → women (femme → femmes), child → children (enfant → enfants), foot → feet (pied → pieds), tooth → teeth (dent → dents).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"person"? Is it "persons"?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person » ? Est-ce « persons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we say "people": one person, two people. "Persons" exists but is rare and formal.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dit généralement « people » : one person, two people. « Persons » existe mais est rare et formel.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all irregular nouns change their vowel?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tous les noms irréguliers changent leur voyelle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Some stay the same in the plural: sheep → sheep, fish → fish, deer → deer.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Certains restent identiques au pluriel : sheep → sheep (mouton → moutons), fish → fish (poisson → poissons), deer → deer (cerf → cerfs).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A or an? (A ou an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"a" and when "an"?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« a » et quand « an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"an" before a vowel sound, and "a" before a consonant sound: an apple, an hour, a book, a university.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an » devant un son voyelle, et « a » devant un son consonne : an apple (une pomme), an hour (une heure), a book (un livre), a university (une université).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"a university"? It starts with a vowel letter.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« a university » ? Cela commence par une lettre voyelle.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 first sound is /j/, like a consonant. What matters is the sound, not the letter.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 premier son est /j/, comme une consonne. Ce qui compte, c&amp;#x27;est le son, pas la lettre.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"an hour"? That starts with "h".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an hour » ? Cela commence par « h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the "h" is silent, so we hear /aʊə/, a vowel sound. That is why we say "an hour".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le « h » est muet, donc on entend /aʊə/, un son voyelle. C&amp;#x27;est pourquoi on dit « an hour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definite article: the (L&amp;#x27;article défini : the)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"the"?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« the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use "the" when both speaker and listener know which thing we mean: "Please open the door" — we know which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utilisons « the » quand le locuteur et l&amp;#x27;auditeur savent de quelle chose on parle : « Please open the door » — nous savons de quelle porte il s&amp;#x27;agit.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also use it for unique things?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L&amp;#x27;utilisons-nous aussi pour des choses uniques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the sun, the moon, the sky, the President, the internet.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the sun (le soleil), the moon (la lune), the sky (le ciel), the President (le président), the internet (l&amp;#x27;internet).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for superlatives?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superlatifs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Superlatives always take "the": the best student, the tallest building, the most interesting 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superlatifs prennent toujours « the » : the best student (le meilleur étudiant), the tallest building (le plus grand bâtiment), the most interesting book (le livre le plus intéressant).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First mention, then "the" (Première mention, puis « the »)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there a rule about first and second mention?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une règle sur la première et la deuxième mention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it is very useful. The first time we mention something we often use "a". The second time we use "the".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elle est très utile. La première fois que nous mentionnons une chose, nous utilisons souvent « a ». La deuxième fois, nous utilisons « the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"I saw a cat in the garden. The cat was black." First mention: a cat. Second mention: the cat.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saw a cat in the garden. The cat was black. » Première mention : a cat. Deuxième mention : the cat.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this the same in French?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pareil en français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Roughly, yes. In French you might use "un" then "le". English does the same with "a" then "the".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peu près, oui. En français, vous pourriez utiliser « un » puis « le ». L&amp;#x27;anglais fait de même avec « a » puis « the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zero article (L&amp;#x27;article zéro)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NO article at 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n&amp;#x27;utilisons-nous aucun article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plural nouns when we speak generally: "Cats are lovely animals." Not "The cats are lovely" in a general sense.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les noms au pluriel quand on parle de façon générale : « Cats are lovely animals. » Pas « The cats are lovely » dans un sens général.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uncountable nouns?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noms non comptables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Also no article in general statements: "Water is essential for life." "I love music."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Aussi pas d&amp;#x27;article dans les énoncés généraux : « Water is essential for life. » (L&amp;#x27;eau est essentielle à la vie.) « I love music.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with meals, languages and countries?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avec les repas, les langues et les pays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 article: "I have breakfast at seven", "I study English", "She lives in Algeria". But we say "the United States" and "the United Kingdom".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d&amp;#x27;article : « I have breakfast at seven » (Je prends le petit-déjeuner à sept heures), « I study English » (J&amp;#x27;étudie l&amp;#x27;anglais), « She lives in Algeria » (Elle vit en Algérie). Mais on dit « the United States » et « the United Kingdom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Articles with jobs and nationalities (Articles avec les métiers et les nationalités)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talk about someone&amp;#x27;s job?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parler du métier de quelqu&amp;#x27;un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"a" or "an": "My father is a doctor", "She is an engineer". No article is used after be in French, but English requires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a » ou « an » : « My father is a doctor » (Mon père est médecin), « She is an engineer » (Elle est ingénieure). Le français n&amp;#x27;utilise pas d&amp;#x27;article après être, mais l&amp;#x27;anglais l&amp;#x27;exige.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nationalities?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nationalités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 adjectives, no article: "She is Algerian." As nouns referring to a language, also no article: "We speak Arabic."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adjectifs, pas d&amp;#x27;article : « She is Algerian. » Comme noms désignant une langue, pas d&amp;#x27;article non plus : « We speak Arabic.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articles depend on the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les articles dépendent du contexte.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Always ask: general or specific? Singular countable or uncountable?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Demandez-vous toujours : général ou spécifique ? Singulier comptable ou non comptable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Some, any and no with plural and uncountable nouns (Some, any et no avec les pluriels et les noms non comptables)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word do we use instead of "a" with plurals?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mot utilisons-nous à la place de « a » avec les pluriels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use "some" in affirmative sentences: "I have some books", "She needs some water".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utilisons « some » dans les phrases affirmatives : « I have some books », « She needs some water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dans les questions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often use "any": "Do you have any money?" In affirmative answers: "Yes, I have some."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utilisons souvent « any » : « Do you have any money? » Dans les réponses affirmatives : « Yes, I have some.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negatives?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négations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"any" or "no": "I don&amp;#x27;t have any money" = "I have no money."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any » ou « no » : « I don&amp;#x27;t have any money » = « I have no money.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Irregular nouns with two plurals (Noms irréguliers avec deux pluriels)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words that change their meaning in the plural?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mots qui changent de sens au pluriel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"Glass" means the material, but "glasses" means eyeglasses. "Wood" is the material, but "woods" means a small forest.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Glass » signifie le verre (matériau), mais « glasses » signifie les lunettes. « Wood » est le bois (matériau), mais « woods » signifie un petit bois (forêt).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Interesting. What about "hair"?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Intéressant. Et « hair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"Hair" is usually uncountable: "She has long hair." But "hairs" can mean individual strands.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Hair » est généralement non comptable : « She has long hair. » Mais « hairs » peut désigner des cheveux individuels.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Any other useful pair?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d&amp;#x27;autres paires utiles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"Fruit" is usually uncountable, but "fruits" means different kinds of fruit.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Fruit » est généralement non comptable, mais « fruits » signifie différentes sortes de fruits.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Common mistakes with articles (Erreurs fréquentes avec les articles)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article mistakes do Algerians often make?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d&amp;#x27;articles les Algériens font-ils souvent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Using "the" with general ideas, like "The English is a good subject" instead of "English is a good subject".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Utiliser « the » avec des idées générales, comme « The English is a good subject » au lieu de « English is a good subject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Forgetting "a" with jobs: "My brother is engineer" instead of "My brother is an engineer".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Oublier « a » avec les métiers : « My brother is engineer » au lieu de « My brother is an engineer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mixing countable and uncountable?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mélanger comptable et non comptable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Saying "I have a good news" is wrong. News is uncountable: "I have good news."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Dire « I have a good news » est faux. News est non comptable : « I have good news.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Plurals in everyday conversation (Les pluriels dans la conversation quotidienne)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practise plurals naturally?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pratiquer les pluriels naturellement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Describe what you see around you. Say: "There are three windows, two doors and four shelves in this room."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Décrivez ce que vous voyez autour de vous. Dites : « There are three windows, two doors and four shelves in this room.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"shelves" the plural of "shelf"?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Shelves » est-il le pluriel de « shelf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another f → v example: shelf → shelves, knife → knives.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un autre exemple de f → v : shelf → shelves, knife → knives.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will describe my room every evening.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décrirai ma chambre chaque soir.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Excellent idea. A few minutes of daily practice will fix these rules in your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Excellente idée. Quelques minutes de pratique quotidienne fixeront ces règles dans votre mémoire.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Final advice on nouns and articles (Conseils finaux sur les noms et les articles)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This was our last dialogue. Any final advice?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C&amp;#x27;était notre dernier dialogue. Des conseils finaux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When you learn a new noun, learn its article too. Do not learn "table", learn "a table".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Quand vous apprenez un nouveau nom, apprenez aussi son article. N&amp;#x27;apprenez pas « table », apprenez « a table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a clever tip.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 conseil astucieux.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remember: check if the noun is countable, and always ask general or specific before choosing an article.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rappelez-vous : vérifiez si le nom est comptable, et demandez-vous toujours général ou spécifique avant de choisir un article.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 very much, sir.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 beaucoup, monsieur.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