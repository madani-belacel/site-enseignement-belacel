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Grammar Course7 Past Tenses</a:t>
            </a:r>
          </a:p>
          <a:p>
            <a:pPr algn="ctr"/>
            <a:r>
              <a:rPr sz="1800">
                <a:solidFill>val="DFE5EA"/&gt;</a:solidFill>
              </a:rPr>
              <a:t>15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Why do we need past tenses? (Pourquoi avons-nous besoin des temps du passé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Why do we study the past tenses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Pourquoi étudions-nous maintenant les temps du passé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talking about the past is essential in daily life: we tell stories, describe memories, and report what happened.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parler du passé est essentiel dans la vie quotidienne : nous racontons des histoires, décrivons des souvenirs, et rapportons ce qui s&amp;#x27;est passé.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past tenses exist in English?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temps du passé existent en anglais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 this course we will see the simple past, the past continuous and "used to". Later courses will add the present perfect.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Dans ce cours, nous verrons le passé simple, le passé continu et « used to ». Les cours suivants ajouteront le present perfect.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past is a big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passé est un vaste monde.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but with clear rules, and today we will master the first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mais avec des règles claires, et aujourd&amp;#x27;hui nous allons maîtriser les premiers pas.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Form of the simple past: regular verbs (La forme du passé simple : les verbes réguliers)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form the simple past?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forme-t-on le passé simple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regular verbs, add -ed to the base form: work → worked, play → played, finish → finished.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les verbes réguliers, ajoutez -ed à la forme de base : work → worked, play → played, finish → finished.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is the same for all subjects?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c&amp;#x27;est pareil pour tous les sujets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There is only one form: I worked, you worked, he worked, we worked, they worked.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Il n&amp;#x27;y a qu&amp;#x27;une seule forme : I worked, you worked, he worked, we worked, they worked.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That is easier than the present!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plus facile que le présent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The past has no -s for the third person, which is great news.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Le passé n&amp;#x27;a pas de -s à la troisième personne, ce qui est une excellente nouvelle.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Spelling rules for -ed (Règles d&amp;#x27;orthographe du -ed)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spelling rules for adding -ed?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règles d&amp;#x27;orthographe pour ajouter -ed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Verbs ending in "e" add only -d: live → lived, like → liked.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verbes se terminant par « e » ajoutent seulement -d : live → lived, like → liked.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consonant + vowel + consonant?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consonne + voyelle + consonne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Double the final consonant: stop → stopped, plan → planned.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Doublez la consonne finale : stop → stopped, plan → planned.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verbs ending in "y"?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verbes se terminant par « y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Change y to i: study → studied, try → tried. But vowel + y stays: play → played.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Changez le y en i : study → studied, try → tried. Mais voyelle + y reste : play → played.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Pronunciation of -ed (La prononciation du -ed)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is -ed pronounced?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se prononce -ed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has three sounds. /t/ after voiceless sounds: worked /wɜːkt/. /d/ after voiced sounds: played /pleɪd/.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Il a trois sons. /t/ après les sons sourds : worked /wɜːkt/. /d/ après les sons voisés : played /pleɪd/.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third 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 troisième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/ɪd/ after t and d: wanted /ˈwɒntɪd/, decided /dɪˈsaɪdɪd/.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/ɪd/ après t et d : wanted /ˈwɒntɪd/, decided /dɪˈsaɪdɪd/.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"ed" has three different sounds.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« ed » a trois sons différents.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Practise with minimal pairs: stopped, called, invited. Your ear will learn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Entraînez-vous avec des paires minimales : stopped, called, invited. Votre oreille les apprendra.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Irregular verbs (Les verbes irréguliers)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all verbs regular?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Tous les verbes sont-ils réguliers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Many common verbs are irregular and change completely: go → went, see → saw, eat → ate, come → came.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Beaucoup de verbes courants sont irréguliers et changent complètement : go → went, see → saw, eat → ate, come → came.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 learn them all?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puis-je les apprendre tous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Learn them in groups of similar patterns. Go/went, get/got, forget/forgot; break/broke, speak/spoke.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Apprenez-les par groupes de formes similaires. Go/went, get/got, forget/forgot ; break/broke, speak/spoke.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groups that do not change at 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des groupes qui ne changent pas du tout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cut → cut, put → put, read → read (but pronounced differently), hit → hit.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cut → cut, put → put, read → read (mais prononcé différemment), hit → hit.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Negative and questions: did (Négations et questions : did)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make the simple past negative?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faire le passé simple négatif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"did not" (didn&amp;#x27;t) + the base verb: "I didn&amp;#x27;t work", "She didn&amp;#x27;t go".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did not » (didn&amp;#x27;t) + le verbe de base : « I didn&amp;#x27;t work », « She didn&amp;#x27;t go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verb stays in the base form after "didn&amp;#x27;t"?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le verbe reste à la forme de base après « didn&amp;#x27;t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exactly. Never say "She didn&amp;#x27;t went". After "didn&amp;#x27;t", the verb goes back to the base: "She didn&amp;#x27;t go."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exactement. Ne dites jamais « She didn&amp;#x27;t went ». Après « didn&amp;#x27;t », le verbe revient à la base : « She didn&amp;#x27;t go.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"Did you see him?" "Did they finish?" Did + subject + base verb.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Did you see him? » « Did they finish? » Did + sujet + verbe de base.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Uses of the simple past (Les usages du passé simple)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the simple past?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utilisons-nous le passé simple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finished actions at a specific time in the past: "I visited Timgad last summer."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des actions terminées à un moment précis du passé : « I visited Timgad last summer. » (J&amp;#x27;ai visité Timgad l&amp;#x27;été dernier.)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other uses?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autres usages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a series of past actions in a story: "He woke up, had breakfast, and left the house."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une série d&amp;#x27;actions passées dans un récit : « He woke up, had breakfast, and left the house. » (Il se réveilla, prit son petit-déjeuner et quitta la maison.)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for past states?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les états passés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Yes: "When I was a child, I lived in a small village." States use the simple past with "be" and other state verbs.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 : « When I was a child, I lived in a small village. » (Quand j&amp;#x27;étais enfant, je vivais dans un petit village.) Les états utilisent le passé simple avec « be » et d&amp;#x27;autres verbes d&amp;#x27;état.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time expressions go with the simple past?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expressions de temps vont avec le passé simple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Yesterday, last week, last year, two days ago, in 2020, when I was young.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Yesterday (hier), last week (la semaine dernière), last year (l&amp;#x27;année dernière), two days ago (il y a deux jours), in 2020 (en 2020), when I was young (quand j&amp;#x27;étais jeune).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does "ago" go?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se place « ago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After the time period: "I met him three years ago." Never "ago three years". These words are clear signals of the simple past.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Après la période : « I met him three years ago. » (Je l&amp;#x27;ai rencontré il y a trois ans.) Jamais « ago three years ». Ces mots sont des signaux clairs du passé simple.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Form of the past continuous (La forme du passé continu)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let us see the past continuous. How do we form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Passons au passé continu. Comment le forme-t-on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Subject + was/were + verb-ing. "I was reading", "They were playing".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Sujet + was/were + verbe-ing. « I was reading », « They were playing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"was" and when "were"?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utilisons-nous « was » et quand « were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Was with I, he, she, it. Were with you, we, they.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Was avec I, he, she, it. Were avec you, we, they.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negative and question forms?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formes négative et interrogative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Negative: "He was not sleeping." Question: "Were you listening?" Was/were come before the subject.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Négation : « He was not sleeping. » Question : « Were you listening? » Was/were se placent avant le sujet.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Uses of the past continuous (Les usages du passé continu)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When do we use the past continuous?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utilisons-nous le passé continu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an action in progress at a certain moment in the past: "At eight o&amp;#x27;clock, I was studying."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une action en cours à un certain moment du passé : « At eight o&amp;#x27;clock, I was studying. » (À huit heures, j&amp;#x27;étudiais.)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Like a background 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 une action de fond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It describes the background or scene of a story: "The sun was shining and the birds were singing."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Elle décrit le décor ou la scène d&amp;#x27;une histoire : « The sun was shining and the birds were singing. » (Le soleil brillait et les oiseaux chantaient.)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is the "movie scene" tense.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c&amp;#x27;est le temps de la « scène de film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nice way to think of it. It sets the scene while the simple past tells the main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Une jolie façon de le voir. Il plante le décor pendant que le passé simple raconte les événements principaux.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Simple past + past continuous together (Passé simple + passé continu ensemble)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the two past tenses work together?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les deux temps du passé fonctionnent-ils ensemble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well. The past continuous shows the longer action, the simple past interrupts it: "I was cooking when the phone rang."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bien. Le passé continu montre l&amp;#x27;action plus longue, le passé simple l&amp;#x27;interrompt : « I was cooking when the phone rang. » (Je cuisinais quand le téléphone a sonné.)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one action interrupts another.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une action interrompt une autre.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"While" often introduces the continuous action: "While I was walking, it started to rain."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« While » introduit souvent l&amp;#x27;action continue : « While I was walking, it started to rain. » (Pendant que je marchais, il a commencé à pleuvoir.)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tense comes after "while"?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 temps vient après « while »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Usually the past continuous, because "while" emphasises duration.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Généralement le passé continu, parce que « while » met l&amp;#x27;accent sur la durée.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Used to for past habits (Used to pour les habitudes passées)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talk about past habits that no longer exist?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parler d&amp;#x27;habitudes passées qui n&amp;#x27;existent plus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"used to" + base verb: "I used to play football when I was young."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« used to » + verbe de base : « I used to play football when I was young. » (Je jouais au football quand j&amp;#x27;étais jeune.)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Does it exist in the present?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Existe-t-il au présent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For present habits we use the simple present: "I play football now." "Used to" is only for the past.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Pour les habitudes présentes, nous utilisons le présent simple : « I play football now. » « Used to » est uniquement pour le passé.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we make it negative and question?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le mettre au négatif et à la question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"I didn&amp;#x27;t use to smoke" and "Did you use to play?" Notice: "didn&amp;#x27;t use", not "didn&amp;#x27;t used".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 didn&amp;#x27;t use to smoke » et « Did you use to play? » Remarquez : « didn&amp;#x27;t use », pas « didn&amp;#x27;t used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Simple past vs used to (Passé simple vs used to)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"used to" the same as the simple past?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Used to » est-il pareil que le passé simple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exactly. "Used to" emphasises a repeated habit or a state that is finished. The simple past can express one single event.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exactement. « Used to » met l&amp;#x27;accent sur une habitude répétée ou un état terminé. Le passé simple peut exprimer un événement unique.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"I used to live in Annaba" — a past state, now finished. "Last summer I visited Annaba" — one single event.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 used to live in Annaba » — un état passé, maintenant terminé. « Last summer I visited Annaba » — un seul événement.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they overlap but are not identical.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ils se chevauchent mais ne sont pas identiques.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For repeated habits, both are possible, but "used to" adds the feeling of "in those days, no longer now".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Pour les habitudes répétées, les deux sont possibles, mais « used to » ajoute le sentiment de « à cette époque, plus maintenant ».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Telling a story in the past (Raconter une histoire au passé)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tell a full story in English?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raconter une histoire complète en 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Set the scene with the past continuous, then narrate events with the simple past, and end with the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Plantez le décor avec le passé continu, puis racontez les événements au passé simple, et terminez par le résultat.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tell us a mini-story?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nous raconter une mini-histoire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"It was raining. I was walking home when I saw an old friend. We talked for an hour and had a great time."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It was raining. I was walking home when I saw an old friend. We talked for an hour and had a great time. » (Il pleuvait. Je rentrais à pied quand j&amp;#x27;ai vu un vieil ami. Nous avons parlé pendant une heure et nous avons passé un bon moment.)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Scene, interruption, events,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Décor, interruption, événements, résultat.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understood perfectly. That is the structure of good narration.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parfaitement compris. C&amp;#x27;est la structure d&amp;#x27;une bonne narration.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Common mistakes with past tenses (Erreurs fréquentes avec les temps du passé)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mistakes do students make with the past?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erreurs les étudiants font-ils avec le passé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Saying "I didn&amp;#x27;t went" instead of "I didn&amp;#x27;t go", and "I did saw" instead of "I saw" or "I did see".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Dire « I didn&amp;#x27;t went » au lieu de « I didn&amp;#x27;t go », et « I did saw » au lieu de « I saw » ou « I did see 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else?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Quoi d&amp;#x27;autre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Mixing up the two past tenses: "I was sleeping when the alarm was ringing" should be "I was sleeping when the alarm rang".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Mélanger les deux temps du passé : « I was sleeping when the alarm was ringing » devrait être « I was sleeping when the alarm rang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the short interrupting action takes the simple past.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l&amp;#x27;action courte qui interrompt prend le passé simple.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Two continuous actions together are possible, but the interrupted one is usually simple.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Deux actions continues ensemble sont possibles, mais celle qui est interrompue est généralement au passé simple.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Final advice on past tenses (Conseils finaux sur les temps du passé)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This is our last dialogue. Any final advice?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notre dernier dialogue. Des conseils finaux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Make a list of the fifty most common irregular verbs and revise ten of them every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Faites une liste des cinquante verbes irréguliers les plus courants et révisez-en dix chaque jour.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for narration?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la narration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Practise telling your yesterday: "Yesterday I got up, I had breakfast, and I went to university." Then add scene details.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Entraînez-vous à raconter votre hier : « Yesterday I got up, I had breakfast, and I went to university. » Puis ajoutez des détails de décor.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I will tell my story every evening.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Je raconterai mon histoire chaque soir.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