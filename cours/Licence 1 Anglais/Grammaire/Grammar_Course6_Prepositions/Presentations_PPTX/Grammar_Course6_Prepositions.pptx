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Grammar Course6 Prepositions</a:t>
            </a:r>
          </a:p>
          <a:p>
            <a:pPr algn="ctr"/>
            <a:r>
              <a:rPr sz="1800">
                <a:solidFill>val="DFE5EA"/&gt;</a:solidFill>
              </a:rPr>
              <a:t>15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What is a preposition? (Qu&amp;#x27;est-ce qu&amp;#x27;une préposition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Good morning, sir. What is a preposition?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Bonjour, monsieur. Qu&amp;#x27;est-ce qu&amp;#x27;une préposition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preposition is a small word that links a noun or pronoun to the rest of the sentence, showing time, place or direction.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Une préposition est un petit mot qui relie un nom ou un pronom au reste de la phrase, indiquant le temps, le lieu ou la direction.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Are they really that important?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Sont-elles vraiment si importantes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Very. "I go to school", "I go at school", "I go on school" — only the first is correct. A wrong preposition changes everything.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Beaucoup. « I go to school », « I go at school », « I go on school » — seule la première est correcte. Une mauvaise préposition change tout.</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Which are the most common ones?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Lesquelles sont les plus courantes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For time and place, the most important are in, on and at. Today we will master them.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Pour le temps et le lieu, les plus importantes sont in, on et at. Aujourd&amp;#x27;hui, nous allons les maîtriser.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At for precise times (At pour les heures précises)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Let us start with time. When do we use "at"?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Commençons par le temps. Quand utilisons-nous « at »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For clock times and precise moments: at 8 o&amp;#x27;clock, at half past two, at midnight, at noon.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Pour les heures et les moments précis : at 8 o&amp;#x27;clock (à huit heures), at half past two (à deux heures et demie), at midnight (à minuit), at noon (à midi).</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 we also say "at night"?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Dit-on aussi « at night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"at night" is an exception. Also "at the weekend" in British English.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 at night » est une exception. Aussi « at the weekend » en anglais britannique.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What about "at the moment"?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 at the moment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Yes, "at the moment" means right now: "I am busy at the moment."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Oui, « at the moment » signifie en ce moment : « I am busy at the moment.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On for days and dates (On pour les jours et les dates)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When do we use "on" for time?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Quand utilisons-nous « on » pour le temps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For days and dates: on Monday, on Friday morning, on my birthday, on the 14th of August.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Pour les jours et les dates : on Monday (lundi), on Friday morning (vendredi matin), on my birthday (le jour de mon anniversaire), on the 14th of August (le 14 août).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days always take "on"?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les jours prennent toujours « on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when they are specific days. "I have English class on Tuesday and on Thursday."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quand ce sont des jours précis. « I have English class on Tuesday and on Thursday.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What about "on the weekend"?</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 on the weekend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That is American English. In British English we say "at the weekend". Both are correct.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C&amp;#x27;est l&amp;#x27;anglais américain. En anglais britannique, on dit « at the weekend ». Les deux sont corrects.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In for months, years and parts of the day (In pour les mois, les années et les parties de la journée)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And when do we use "in" for time?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Et quand utilisons-nous « in » pour le temps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For months, seasons, years and centuries: in July, in winter, in 2026, in the 21st century.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Pour les mois, les saisons, les années et les siècles : in July (en juillet), in winter (en hiver), in 2026 (en 2026), in the 21st century (au 21e siècle).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parts of the day?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les parties de la journée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In the morning, in the afternoon, in the evening. But "at night" and "at noon".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In the morning (le matin), in the afternoon (l&amp;#x27;après-midi), in the evening (le soir). Mais « at night » et « at noon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So "in the morning" but "at night".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Donc « in the morning » mais « at night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Exactly. These are fixed expressions to memorise.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Exactement. Ce sont des expressions fixes à mémoriser.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In for places: bigger areas (In pour les lieux : les grandes zones)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Now let us talk about place. When do we use "in" for location?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Parlons maintenant du lieu. Quand utilisons-nous « in » pour l&amp;#x27;emplacement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For larger areas and enclosed spaces: in Algeria, in Oran, in the classroom, in my bag, in the kitchen.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Pour les grandes zones et les espaces fermés : in Algeria (en Algérie), in Oran (à Oran), in the classroom (dans la salle de classe), in my bag (dans mon sac), in the kitchen (dans la cuisine).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Even for cities?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Même pour les villes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"I live in Algiers." "She studies in Constantine." In French we say "à Alger", but English uses "in".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 I live in Algiers. » (Je vis à Alger.) « She studies in Constantine. » En français on dit « à Alger », mais l&amp;#x27;anglais utilise « in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So countries, cities and rooms all take "in".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Donc les pays, les villes et les pièces prennent tous « in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Exactly. Think of "in" as "inside" a large or enclosed space.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Exactement. Pensez à « in » comme « à l&amp;#x27;intérieur » d&amp;#x27;un grand espace ou d&amp;#x27;un espace fermé.</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On for places: surfaces and lines (On pour les lieux : les surfaces et les lignes)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When do we use "on" for place?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Quand utilisons-nous « on » pour le lieu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For surfaces and lines: on the table, on the wall, on the page, on the coast, on the left, on the right.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Pour les surfaces et les lignes : on the table (sur la table), on the wall (sur le mur), on the page (sur la page), on the coast (sur la côte), on the left (à gauche), on the right (à droite).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transport?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les transports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Use "on" for buses, trains and planes: "on the bus", "on the train", "on the plane". But "in a car" and "in a taxi".</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Utilisez « on » pour les bus, les trains et les avions : « on the bus », « on the train », « on the plane ». Mais « in a car » et « in a taxi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Why "in a car" but "on a bus"?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Pourquoi « in a car » mais « on a bus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Because you sit inside a car, but you walk onto and stand on a bus. It is simply a fixed habit of the language.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Parce que vous êtes assis à l&amp;#x27;intérieur d&amp;#x27;une voiture, mais vous montez sur un bus et vous y restez debout. C&amp;#x27;est simplement une habitude fixe de la langue.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At for places: precise points (At pour les lieux : les points précis)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When do we use "at" for place?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Quand utilisons-nous « at » pour le lieu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For precise points and fixed locations: at the door, at the bus stop, at the station, at home, at work, at school.</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Pour les points précis et les lieux fixes : at the door (à la porte), at the bus stop (à l&amp;#x27;arrêt de bus), at the station (à la gare), at home (à la maison), at work (au travail), at school (à l&amp;#x27;école).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"at school" but "in the classroom".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 at school » mais « in the classroom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"At school" means the place or the idea of school; "in the classroom" is the room inside.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 At school » signifie le lieu ou l&amp;#x27;idée de l&amp;#x27;école ; « in the classroom » est la salle à l&amp;#x27;intérieur.</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And with addresses?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avec les adresses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"At" for the exact address: "She lives at 15 Didouche Street." "On" for the street name alone: "She lives on Didouche Street."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 At » pour l&amp;#x27;adresse exacte : « She lives at 15 Didouche Street. » « On » pour le seul nom de la rue : « She lives on Didouche Street.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Golden rules summary: in, on, at (Résumé des règles d&amp;#x27;or : in, on, at)</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Could you give us a summary of the three prepositions?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Pourriez-vous nous donner un résumé des trois prépositions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With pleasure. For time: at = precise time, on = days and dates, in = months, years and parts of the day.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Avec plaisir. Pour le temps : at = heure précise, on = jours et dates, in = mois, années et parties de la journée.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for place?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pour le lieu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At = precise point, on = surface, in = enclosed or large space.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At = point précis, on = surface, in = espace fermé ou grand.</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That is a clear triangle.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C&amp;#x27;est un triangle clair.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Exactly. Write it in your notebook: time and place both follow the same small rule: at point, on surface, in space.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Exactement. Écrivez-le dans votre cahier : le temps et le lieu suivent tous deux la même petite règle : at point, on surface, in space.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By and until (By et until)</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difference between "by" and "until"?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 est la différence entre « by » et « until »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"By" means not later than: "Please finish the exercise by five o&amp;#x27;clock."</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 By » signifie au plus tard : « Please finish the exercise by five o&amp;#x27;clock. » (Veuillez finir l&amp;#x27;exercice au plus tard à cinq heures.)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"until"?</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 until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"Until" means up to a point, and it continues: "The shop stays open until nine." The action continues to that time.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Until » signifie jusqu&amp;#x27;à un point, et cela continue : « The shop stays open until nine. » (Le magasin reste ouvert jusqu&amp;#x27;à neuf heures.) L&amp;#x27;action continue jusqu&amp;#x27;à ce moment.</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"I&amp;#x27;ll wait for you by 3 pm"?</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 I&amp;#x27;ll wait for you by 3 pm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Careful! With "wait", use "until": "I&amp;#x27;ll wait for you until 3 pm." If you wait by 3, that is strange.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Attention ! Avec « wait », utilisez « until » : « I&amp;#x27;ll wait for you until 3 pm. » Si vous attendez « by 3 », c&amp;#x27;est étrange.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From...to and during (From...to et during)</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do I express a period of time?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exprimer une période de temps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Use "from...to" or "from...until": "The lesson lasts from eight to ten."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Utilisez « from...to » ou « from...until » : « The lesson lasts from eight to ten. » (Le cours dure de huit à dix heures.)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what about "during"?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 during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"During" means in the course of an event: "Please do not talk during the lesson."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During » signifie pendant un événement : « Please do not talk during the lesson. » (Veuillez ne pas parler pendant le cours.)</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Is "during" like "for"?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 During » est-il comme « for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No. "For" answers "how long": "I slept for eight hours." "During" answers "when": "I slept during the film."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Non. « For » répond à « combien de temps » : « I slept for eight hours. » « During » répond à « quand » : « I slept during the film.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No preposition with last, next, today (Pas de préposition avec last, next, today)</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Are there cases with NO preposition?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Y a-t-il des cas sans préposition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very important ones. Before last, next, this, that, today, yesterday and tomorrow, we use no preposition.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des cas très importants. Devant last, next, this, that, today, yesterday et tomorrow, nous n&amp;#x27;utilisons pas de préposition.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"on last Friday" is wrong?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 on last Friday » est faux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Wrong. Say "last Friday" or "on Friday", but never "on last Friday".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Faux. Dites « last Friday » ou « on Friday », mais jamais « on last Friday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And "I saw him at yesterday"?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 I saw him at yesterday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Also wrong. Say "I saw him yesterday." No preposition needed.</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Aussi faux. Dites « I saw him yesterday. » Aucune préposition n&amp;#x27;est nécessaire.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To and from for direction (To et from pour la direction)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do I talk about movement?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parler de mouvement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Use "to" for the destination and "from" for the starting point: "I go to the library from home."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Utilisez « to » pour la destination et « from » pour le point de départ : « I go to the library from home.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 we use "at" with "go"?</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Utilisons-nous « at » avec « go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 "Go to school", "go to the shop", "go to bed". But "arrive at" and "arrive in": "We arrived at the airport."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Non. « Go to school », « go to the shop », « go to bed ». Mais « arrive at » et « arrive in » : « We arrived at the airport.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What about home?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 home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"Go home" — no "to". "Go to the house" — with "to". Home has its own rule.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 Go home » — sans « to ». « Go to the house » — avec « to ». Home a sa propre règle.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Prepositions with adjectives (Les prépositions avec les adjectifs)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Are prepositions fixed after some words?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Les prépositions sont-elles fixes après certains mots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Some adjectives are always followed by a specific preposition: interested in, good at, afraid of, proud of, married to.</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Certains adjectifs sont toujours suivis d&amp;#x27;une préposition spécifique : interested in (intéressé par), good at (bon en), afraid of (effrayé par), proud of (fier de), married to (marié à).</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"Good in English" or "good at English"?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 Good in English » ou « good at English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"Good at English". We are good AT skills and activities.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Good at English ». Nous sommes bons « at » pour les compétences et les activités.</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And "married with"?</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 married with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In English, "married to": "She is married to a doctor." In French we say « mariée avec », but English prefers "to".</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En anglais, « married to » : « She is married to a doctor. » En français on dit « mariée avec », mais l&amp;#x27;anglais préfère « to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Common mistakes with prepositions (Erreurs fréquentes avec les prépositions)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preposition mistakes do Algerians often make?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erreurs de prépositions les Algériens font-ils souvent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Saying "I am in home" instead of "I am at home", and "I work in Friday" instead of "I work on Friday".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Dire « I am in home » au lieu de « I am at home », et « I work in Friday » au lieu de « I work on Friday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Any others?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D&amp;#x27;autres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"Listen me" instead of "listen to me", "discuss about" instead of "discuss", and "I arrived to school" instead of "I arrived at school".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Listen me » au lieu de « listen to me », « discuss about » au lieu de « discuss », et « I arrived to school » au lieu de « I arrived at school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These are easy to fix once we know them.</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Elles sont faciles à corriger une fois qu&amp;#x27;on les connaît.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Exactly. Write each correct form with an example in your notebook, and review them often.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Exactement. Notez chaque forme correcte avec un exemple dans votre cahier, et relisez-les souvent.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15</a:t>
            </a:r>
          </a:p>
          <a:p>
            <a:pPr algn="ctr">
              <a:spcBef>
                <a:spcPts val="1200"/>
              </a:spcBef>
            </a:pPr>
            <a:r>
              <a:rPr sz="2000">
                <a:solidFill>val="DFE5EA"/&gt;</a:solidFill>
              </a:rPr>
              <a:t>🗣️ Dialogue 15 — Final advice on prepositions (Conseils finaux sur les prépositions)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This is our final dialogue. Any last advice?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C&amp;#x27;est notre dernier dialogue. Des derniers conseils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Never translate French prepositions word for word. English has its own habits: at night, in the morning, on Friday.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Ne traduisez jamais les prépositions françaises mot à mot. L&amp;#x27;anglais a ses propres habitudes : at night, in the morning, on Friday.</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I should learn phrases, not single prepositions.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je devrais apprendre des phrases, pas des prépositions isolées.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Exactly. Learn "in the morning", "on Monday", "at the station" as whole chunks of language.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Exactement. Apprenez « in the morning », « on Monday », « at the station » comme des blocs entiers de langue.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Thank you, sir. I will memorise those chunks.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Merci, monsieur. Je mémoriserai ces blocs.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