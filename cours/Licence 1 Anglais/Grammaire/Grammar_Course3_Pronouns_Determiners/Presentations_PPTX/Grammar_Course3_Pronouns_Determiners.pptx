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Grammar Course3 Pronouns Determiners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a pronoun? (Qu&amp;#x27;est-ce qu&amp;#x27;un pronom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What is a pronoun?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Qu&amp;#x27;est-ce qu&amp;#x27;un pronom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pronoun is a word that replaces a noun, so we do not repeat it. Instead of "Sara is kind and Sara is smart", we say "Sara is kind and she is smart".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pronom est un mot qui remplace un nom, pour ne pas le répéter. Au lieu de « Sara is kind and Sara is smart », nous disons « Sara is kind and she is smart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pronouns make sentences shorter?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pronoms raccourcissent les phrases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They avoid repetition and make speech flow more naturally.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Ils évitent la répétition et rendent le discours plus naturel.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many kinds of pronouns are there?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de types de pronoms existe-t-il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this course we will see subject, object, possessive and reflexive pronouns.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ce cours, nous verrons les pronoms sujets, compléments, possessifs et réfléchis.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Subject pronouns (Les pronoms sujets)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start with subject pronouns.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Commençons par les pronoms sujets.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replace the subject of the sentence: I, you, he, she, it, we, they.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remplacent le sujet de la phrase : I, you, he, she, it, we, they.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"he" and "she" only for people?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He » et « she » ne concernent-ils que les personnes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modern English, "he" and "she" are for people and animals we care about. For objects and things we use "it".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anglais moderne, « he » et « she » sont pour les personnes et les animaux auxquels on tient. Pour les objets et les choses, on utilise « it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examples?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des exemples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"Amine is tall" → "He is tall." "The book is new" → "It is new." "My parents are here" → "They are here."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Amine is tall » → « He is tall. » « The book is new » → « It is new. » « My parents are here » → « They are here.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Object pronouns (Les pronoms compléments)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object pronouns?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pronoms compléments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replace the object of the sentence: me, you, him, her, it, us,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remplacent le complément de la phrase : me, you, him, her, it, us,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they differ from subject pronouns?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quoi diffèrent-ils des pronoms sujets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Subject pronouns do the action; object pronouns receive it. "I call him" — "I" does the action, "him" receives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pronoms sujets accomplissent l&amp;#x27;action ; les pronoms compléments la reçoivent. « I call him » — « I » accomplit l&amp;#x27;action, « him » la reçoit.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"her" both subject and object?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« her » est à la fois sujet et objet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Careful. "Her" is only an object pronoun. The female subject pronoun is "she": "She loves her mother."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Attention. « Her » n&amp;#x27;est que pronom complément. Le pronom sujet féminin est « she » : « She loves her mother.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Possessive adjectives and pronouns (Les adjectifs et pronoms possessifs)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"my" and "mine"?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« my » et « mine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"My" is a possessive adjective; it always comes before a noun: "my book". "Mine" is a possessive pronoun; it stands alone: "This book is mine."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My » est un adjectif possessif ; il se place toujours avant un nom : « my book ». « Mine » est un pronom possessif ; il est utilisé seul : « This book is mine.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list both series?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lister les deux séries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My/mine, your/yours, his/his, her/hers, its/its, our/ours, their/theirs.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My/mine, your/yours, his/his, her/hers, its/its, our/ours, their/theirs.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"its" like "it&amp;#x27;s"?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« its » est comme « it&amp;#x27;s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No, and this is a classic mistake. "Its" means possession: "The cat licked its paw." "It&amp;#x27;s" means "it is": "It&amp;#x27;s raining."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et c&amp;#x27;est une erreur classique. « Its » exprime la possession : « The cat licked its paw. » « It&amp;#x27;s » signifie « it is » : « It&amp;#x27;s raining.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Reflexive pronouns (Les pronoms réfléchis)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reflexive pronouns?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les pronoms réfléchis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When the subject and the object are the same person. "I taught myself English." "She looked at herself in the mirror."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le sujet et le complément sont la même personne. « I taught myself English. » (Je me suis appris l&amp;#x27;anglais.) « She looked at herself in the mirror. » (Elle s&amp;#x27;est regardée dans le miroir.)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I say "I feel myself good"?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dire « I feel myself good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With "feel" in this sense, the reflexive is unnecessary. Say "I feel good" or "I feel well".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Avec « feel » dans ce sens, le réfléchi est inutile. Dites « I feel good » ou « I feel well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"myself" after verbs like "enjoy"?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myself » après des verbes comme « enjoy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"enjoy yourself" is correct: "We enjoyed ourselves at the party."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« enjoy yourself » est correct : « We enjoyed ourselves at the party. » (Nous nous sommes amusés à la fête.)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This, that, these, those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I use "this" and "that"?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utiliser « this » et « that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"This" and "these" are for things near us: "this pen", "these books". "That" and "those" are for things far from us: "that mountain", "those cars".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This » et « these » sont pour les choses proches : « this pen », « these books ». « That » et « those » sont pour les choses éloignées : « that mountain », « those cars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how do I ask about things?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demander des choses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"What is this?" near, "What is that?" far. For plurals: "These are my keys", "Those are his glasses".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What is this? » pour le proche, « What is that? » pour le lointain. Pour les pluriels : « These are my keys », « Those are his glasses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"this" ever used for people?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« this » est parfois utilisé pour des personnes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for introductions: "This is my friend Karim." "These are my classmates."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pour les présentations : « This is my friend Karim. » (Voici mon ami Karim.) « These are my classmates. » (Voici mes camarades de classe.)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Some and any (Some et any)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"some" and "any"?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« some » et « any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use "some" in affirmative sentences: "I want some tea." We use "any" in negative sentences: "I don&amp;#x27;t want any tea."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utilisons « some » dans les phrases affirmatives : « I want some tea. » Nous utilisons « any » dans les phrases négatives : « I don&amp;#x27;t want any tea.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questions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"any": "Do you have any questions?" But we can use "some" in offers and requests: "Would you like some coffee?"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général « any » : « Do you have any questions? » Mais on peut utiliser « some » dans les offres et les demandes : « Would you like some coffee?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"some" in that question?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« some » dans cette question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it is an offer, and we expect the answer "yes". Offers and requests politely assume a positive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c&amp;#x27;est une offre, et on s&amp;#x27;attend à une réponse « oui ». Les offres et les demandes supposent poliment une réponse positive.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Much and many (Much et many)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"much" and "many"?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« much » et « many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"Many" is used with countable nouns: "many books", "many students". "Much" is used with uncountable nouns: "much water", "much time".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Many » s&amp;#x27;utilise avec les noms comptables : « many books », « many students ». « Much » s&amp;#x27;utilise avec les noms non comptables : « much water », « much time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they used in all sentence types?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Sont-ils utilisés dans tous les types de phrases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everyday speech, "much" and "many" are most common in negatives and questions: "I don&amp;#x27;t have much money", "How many brothers do you have?"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la langue de tous les jours, « much » et « many » sont surtout courants dans les négations et les questions : « I don&amp;#x27;t have much money », « How many brothers do you have?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in affirmative sentences?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dans les phrases affirmatives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prefer "a lot of": "I have a lot of books", "She drinks a lot of water."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préférons « a lot of » : « I have a lot of books », « She drinks a lot of water.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A few, a little, a lot of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express small or large quantities?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exprimer des quantités petites ou grandes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"A few" goes with countable nouns: "a few minutes". "A little" goes with uncountable nouns: "a little sugar".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A few » va avec les noms comptables : « a few minutes » (quelques minutes). « A little » va avec les noms non comptables : « a little sugar » (un peu de sucre).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 difference without "a"?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une différence sans « a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"Few" means not many, with a negative feeling: "Few students came." "A few" means some, a positive feeling: "A few students came."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Few » signifie pas beaucoup, avec une connotation négative : « Few students came. » (Peu d&amp;#x27;étudiants sont venus.) « A few » signifie quelques-uns, une connotation positive : « A few students came.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same for "little"?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pareil pour « little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"Little time" = not enough time. "A little time" = some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« Little time » = pas assez de temps. « A little time » = un peu de temps.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Each and every (Each et every)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"each" and "every"?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« each » et « every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close. "Each" focuses on the individual items one by one. "Every" focuses on the group as a whole.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sont proches. « Each » se concentre sur les éléments individuels un par un. « Every » se concentre sur le groupe dans son ensemble.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des exemples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"Each student received a book" — one by one. "Every student passed the exam" — all of them, as a group.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Each student received a book » — un par un. « Every student passed the exam » — tous, en tant que groupe.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they take a singular verb?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Prennent-ils un verbe au singulier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both are singular: "Each student is ready" and "Every student is ready".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les deux sont au singulier : « Each student is ready » et « Every student is ready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One and ones (One et ones)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avoid repeating a noun?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éviter de répéter un nom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"one" for singular and "ones" for plural: "I don&amp;#x27;t like this pen, I prefer the blue one." "I prefer the red ones."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one » pour le singulier et « ones » pour le pluriel : « I don&amp;#x27;t like this pen, I prefer the blue one. » « I prefer the red ones.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"one" replaces "pen"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one » remplace « pen » ici.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"Which shoes do you want? The black ones." It makes conversation shorter and more natural.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« Which shoes do you want? The black ones. » Cela rend la conversation plus courte et plus naturelle.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say "a one" or "an one"?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dire « a one » ou « an one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No, avoid that. Say "a blue one" or "one". "One" begins with a /w/ sound, so we use "a".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évitez cela. Dites « a blue one » ou « one ». « One » commence par un son /w/, donc nous utilisons « a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Everyone, someone, anyone, no one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compounds with "one" and "body"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fonctionnent les composés avec « one » et « body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"Everyone" and "everybody" mean all people. "Someone" and "somebody" mean an unknown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Everyone » et « everybody » signifient toutes les personnes. « Someone » et « somebody » signifient une personne inconnue.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"anyone" and "no one"?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anyone » et « no one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"Anyone" is used in questions and negatives: "Is anyone there?" "No one" means nobody: "No one came to the meeting."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Anyone » s&amp;#x27;utilise dans les questions et les négations : « Is anyone there? » « No one » signifie personne : « No one came to the meeting.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we use a singular or plural verb?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Utilisons-nous un verbe au singulier ou au pluriel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singular verb: "Everyone is here", "No one knows the answer."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verbe au singulier : « Everyone is here », « No one knows the answer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Whose — asking about possession (Whose — poser des questions sur la possession)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ask whose thing something 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demander à qui appartient une chose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"Whose" + noun: "Whose bag is this?" Or without the noun: "Whose is this?"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Whose » + nom : « Whose bag is this? » (À qui est ce sac ?) Ou sans le nom : « Whose is this?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answer?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répondre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a possessive pronoun: "It&amp;#x27;s mine", "It&amp;#x27;s yours", "It&amp;#x27;s hers", "It&amp;#x27;s ours".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un pronom possessif : « It&amp;#x27;s mine » (c&amp;#x27;est le mien), « It&amp;#x27;s yours » (c&amp;#x27;est le tien), « It&amp;#x27;s hers » (c&amp;#x27;est le sien), « It&amp;#x27;s ours » (c&amp;#x27;est le nôtre).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we never say "It&amp;#x27;s my".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on ne dit jamais « It&amp;#x27;s my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"My" needs a noun: "It&amp;#x27;s my book." Without the noun, use "mine".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Correct. « My » a besoin d&amp;#x27;un nom : « It&amp;#x27;s my book. » Sans le nom, utilisez « mine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Common mistakes with pronouns (Erreurs fréquentes avec les pronoms)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pronoun mistakes do first-year students make?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de pronoms les étudiants de première année font-ils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Using "me" instead of "I": "Me and my friend went home" → correct: "My friend and I went home".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Utiliser « me » à la place de « I » : « Me and my friend went home » → correct : « My friend and I went home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else?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Quoi d&amp;#x27;autre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Confusing "its" and "it&amp;#x27;s", and using "she" for objects: "The car is she" is wrong. Say "The car is it" or simply "It is a car".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Confondre « its » et « it&amp;#x27;s », et utiliser « she » pour les objets : « The car is she » est faux. Dites « The car is it » ou simplement « It is a car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in the classroom?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en classe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Practise with your classmates: "Whose pen is this? It&amp;#x27;s mine. These are yours." Oral practice fixes the forms quickly.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Entraînez-vous avec vos camarades : « Whose pen is this? It&amp;#x27;s mine. These are yours. » La pratique orale fixe rapidement les formes.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Final advice on pronouns and determiners (Conseils finaux sur les pronoms et les déterminants)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We have finished this lesson. Any final advice?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avons terminé cette leçon. Des conseils finaux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Pronouns replace nouns, so always check: is this word a subject or an object? Is the noun countable or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pronoms remplacent les noms, alors vérifiez toujours : ce mot est-il un sujet ou un complément ? Le nom est-il comptable ou non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seems clear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semble clair maintenant.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Make your own examples with your family and friends, and write them in a notebook. Then review them once a week.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Créez vos propres exemples avec votre famille et vos amis, et notez-les dans un cahier. Puis relisez-les une fois par semaine.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See you next lesson!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À la prochaine leçon !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