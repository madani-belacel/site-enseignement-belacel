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val="FFFFFF"/&gt;</a:solidFill>
              </a:rPr>
              <a:t>Grammar Course4 Present Tenses</a:t>
            </a:r>
          </a:p>
          <a:p>
            <a:pPr algn="ctr"/>
            <a:r>
              <a:rPr sz="1800">
                <a:solidFill>val="DFE5EA"/&gt;</a:solidFill>
              </a:rPr>
              <a:t>15 dialogues | EN-FR | Dr. BELACEL Madani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3716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 — Why two present tenses? (Pourquoi deux temps du présent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Good morning, sir. Why does English have two present tenses?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Bonjour, monsieur. Pourquoi l&amp;#x27;anglais a-t-il deux temps du présent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Because they express two different ideas. The simple present describes habits and general truths, while the present continuous describes actions happening right now.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Parce qu&amp;#x27;ils expriment deux idées différentes. Le présent simple décrit des habitudes et des vérités générales, tandis que le présent continu décrit des actions qui se déroulent en ce moment.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you give examples?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Pouvez-vous donner des exemples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"I drink tea every morning" is a habit. "I am drinking tea now" is happening at this moment.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I drink tea every morning » est une habitude. « I am drinking tea now » se déroule en ce moment.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the choice depends on the situation.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le choix dépend de la situation.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Ask yourself: is it a routine, or is it happening now?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Demandez-vous : est-ce une routine, ou cela se passe-t-il maintenant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2 — Form of the simple present (La forme du présent simple)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we form the simple present?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forme-t-on le présent simple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Use the base form of the verb for I, you, we and they. Add "s" for he, she and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Utilisez la forme de base du verbe pour I, you, we et they. Ajoutez « s » pour he, she et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"I work", "you work", but...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« I work », « you work », mais...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"...he works", "she works", "it works". The third person singular is the only form that changes.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...he works », « she works », « it works ». La troisième personne du singulier est la seule forme qui change.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about the verb "be"?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le verbe « be »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"Be" is irregular: I am, you are, he/she/it is, we are, they 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Be » est irrégulier : I am, you are, he/she/it is, we are, they are.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3 — Spelling rules for -s (Règles d&amp;#x27;orthographe du -s)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Are there spelling rules for adding -s?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Y a-t-il des règles d&amp;#x27;orthographe pour ajouter -s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With verbs ending in s, x, ch, sh or o, we add "es": pass → passes, fix → fixes, watch → watches, wash → washes, go → goes.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Avec les verbes se terminant par s, x, ch, sh ou o, nous ajoutons « es » : pass → passes, fix → fixes, watch → watches, wash → washes, go → goes.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about verbs ending in consonant + 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les verbes se terminant par consonne + y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Change y to i and add es: study → studies, try → tries. But vowel + y stays: play → plays, say → says.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Changez le y en i et ajoutez es : study → studies, try → tries. Mais voyelle + y reste : play → plays, say → says.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is the -s pronounced?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se prononce le -s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/z/ after voiced sounds and vowels: goes /gəʊz/; /s/ after voiceless sounds: stops /stɒps/; /ɪz/ after s, z, x, ch, sh: watches /ˈwɒtʃɪz/.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/z/ après les sons voisés et les voyelles : goes /gəʊz/ ; /s/ après les sons sourds : stops /stɒps/ ; /ɪz/ après s, z, x, ch, sh : watches /ˈwɒtʃɪz/.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4 — Negatives and questions: do / does (Négations et questions : do / does)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we make the simple present negative?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faire le présent simple négatif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Use "do not" (don&amp;#x27;t) or "does not" (doesn&amp;#x27;t) + the base verb.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Utilisez « do not » (don&amp;#x27;t) ou « does not » (doesn&amp;#x27;t) + le verbe de base.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"She doesn&amp;#x27;t works"?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She doesn&amp;#x27;t works »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No! After "does", the verb loses its -s: "She doesn&amp;#x27;t work." "He doesn&amp;#x27;t play football."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 ! Après « does », le verbe perd son -s : « She doesn&amp;#x27;t work. » « He doesn&amp;#x27;t play football.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les questions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"Do you like tea?" "Does he speak English?" The auxiliary comes first, then the subject, then the base verb.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Do you like tea? » « Does he speak English? » L&amp;#x27;auxiliaire vient en premier, puis le sujet, puis le verbe de base.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5 — Uses of the simple present (Les usages du présent simple)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When exactly do we use the simple present?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Quand exactement utilisons-nous le présent simple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For habits and routines: "I get up at six." For general truths: "Water boils at 100 degrees."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 les habitudes et les routines : « I get up at six. » Pour les vérités générales : « Water boils at 100 degrees.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else?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Quoi d&amp;#x27;autre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For permanent states and feelings: "I live in Algeria", "She loves music". And for timetables: "The bus leaves at eight."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 les états permanents et les sentiments : « I live in Algeria », « She loves music ». Et pour les horaires : « The bus leaves at eight.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simple present covers many situations.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le présent simple couvre beaucoup de situations.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but never for an action happening at the exact moment of speaking. That is the job of the present continuous.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mais jamais pour une action qui se déroule au moment précis où l&amp;#x27;on parle. C&amp;#x27;est le rôle du présent continu.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6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6 — Signal words for the simple present (Les mots repères du présent simple)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Are there words that tell me to use the simple present?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Y a-t-il des mots qui m&amp;#x27;indiquent d&amp;#x27;utiliser le présent simple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Yes: always, usually, often, sometimes, never, every day, on Mondays, in the morning.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 : always (toujours), usually (habituellement), often (souvent), sometimes (parfois), never (jamais), every day (chaque jour), on Mondays (les lundis), in the morning (le matin).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Where do these words go in the sentence?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Où se placent ces mots dans la phrase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Before the main verb: "She always arrives early." But with "be" after the verb: "I am never late."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Avant le verbe principal : « She always arrives early. » Mais avec « be » après le verbe : « I am never late.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Every day at the end?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« every day » à la fin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Yes: "I walk to university every day."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 : « I walk to university every day. »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7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7 — Form of the present continuous (La forme du présent continu)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we form the present continuous?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forme-t-on le présent continu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Subject + am/is/are + verb-ing. "I am studying", "She is reading", "They are playing".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Sujet + am/is/are + verbe-ing. « I am studying », « She is reading », « They are playing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it has two parts.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il a deux parties.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The auxiliary "be" changes with the subject, and the main verb always ends in -ing.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L&amp;#x27;auxiliaire « be » change selon le sujet, et le verbe principal se termine toujours par -ing.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I make it negative and question?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le mettre à la négatif et à la question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Negative: "She is not sleeping." Question: "Are you listening?" Simply move "am/is/are" in front of the subject.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Négation : « She is not sleeping. » Question : « Are you listening? » Il suffit de placer « am/is/are » devant le sujet.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8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8 — Spelling rules for -ing (Règles d&amp;#x27;orthographe du -ing)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Are there spelling rules for the -ing form?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Y a-t-il des règles d&amp;#x27;orthographe pour la forme en -ing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Verbs ending in silent "e" drop the "e": make → making, write → writing.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Les verbes se terminant par un « e » muet perdent le « e » : make → making, write → writing.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verbs ending in consonant + vowel + consonant?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les verbes se terminant par consonne + voyelle + consonne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Double the final consonant: run → running, sit → sitting, swim → swimming. But not for long vowels: eat → eating, read → reading.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Doublez la consonne finale : run → running, sit → sitting, swim → swimming. Mais pas pour les voyelles longues : eat → eating, read → reading.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verbs ending in "ie"?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les verbes se terminant par « ie »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Change "ie" to "y": die → dying, lie → lying, tie → tying.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Changez « ie » en « y » : die → dying, lie → lying, tie → tying.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9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9 — Uses of the present continuous (Les usages du présent continu)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When do we use the present continuous?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Quand utilisons-nous le présent continu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For actions happening now, at this moment: "Be quiet! The baby is sleeping."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 les actions qui se déroulent maintenant, à ce moment : « Be quiet! The baby is sleeping.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Does it only describe "now"?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Décrit-il seulement « maintenant »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No. It also describes temporary situations around now: "I am reading a very long novel these days."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Non. Il décrit aussi des situations temporaires autour du présent : « I am reading a very long novel these days. » (Je lis un très long roman en ce moment.)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future arrangements?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les projets futurs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Yes: "We are meeting our friends tomorrow." This tense is often used for arranged plans.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 : « We are meeting our friends tomorrow. » Ce temps est souvent utilisé pour les plans prévus.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10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10 — State verbs vs action verbs (Verbes d&amp;#x27;état vs verbes d&amp;#x27;action)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I use the present continuous with any verb?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Puis-je utiliser le présent continu avec n&amp;#x27;importe quel verbe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No. State verbs describe states, not actions, and usually take the simple present. Examples: like, love, want, know, believe, understand.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Non. Les verbes d&amp;#x27;état décrivent des états, pas des actions, et prennent généralement le présent simple. Exemples : like (aimer), love (adorer), want (vouloir), know (savoir), believe (croire), understand (comprendre).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"I am knowing" is wrong?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« I am knowing » est faux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Say "I know the answer", "I understand you", "I want a coffee".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Dites « I know the answer », « I understand you », « I want a coffee ».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But "have" — is it a state verb?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Mais « have » — est-ce un verbe d&amp;#x27;état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Usually yes: "I have a car." But in "having dinner" or "having fun", it expresses an action and can take -ing.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Généralement oui : « I have a car. » Mais dans « having dinner » ou « having fun », il exprime une action et peut prendre -ing.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11 — Signal words for the present continuous (Les mots repères du présent continu)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Which words signal the present continuous?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Quels mots signalent le présent continu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Now, right now, at the moment, today, these days, still, look!, listen!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Now (maintenant), right now (tout de suite), at the moment (en ce moment), today (aujourd&amp;#x27;hui), these days (ces jours-ci), still (encore), look! (regarde !), listen! (écoute !).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"Listen! Someone is singing."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Listen! Someone is singing. »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Perfect example. "Look!" and "Listen!" draw attention to an action happening right now.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Exemple parfait. « Look! » et « Listen! » attirent l&amp;#x27;attention sur une action qui se déroule en ce moment.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these words are like clues.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ces mots sont comme des indices.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Learn to recognise them and your choice of tense becomes much easier.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Apprenez à les reconnaître et votre choix du temps devient beaucoup plus facile.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12 — Simple present for timetables (Le présent simple pour les horaires)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Earlier you said the simple present is used for timetables. Really?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Vous avez dit tout à l&amp;#x27;heure que le présent simple est utilisé pour les horaires. Vraiment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For train, bus and plane schedules: "The train leaves at 9 am." For fixed programmes: "The film starts at eight."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Pour les horaires de train, de bus et d&amp;#x27;avion : « The train leaves at 9 am. » Pour les programmes fixes : « The film starts at eight.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Even if the event is in the future?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Même si l&amp;#x27;événement est dans le futur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because the schedule is fixed and certain. That is why we use the simple present here.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parce que l&amp;#x27;horaire est fixe et certain. C&amp;#x27;est pourquoi nous utilisons le présent simple ici.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the present continuous for arrangements?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le présent continu pour les arrangements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"I am meeting Amin tomorrow" means we arranged it. "The train leaves tomorrow" is a fixed timetable.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« I am meeting Amin tomorrow » signifie que nous l&amp;#x27;avons arrangé. « The train leaves tomorrow » est un horaire fixe.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13 — Present tenses in everyday conversation (Les temps du présent dans la conversation quotidienne)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I practise both tenses together?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puis-je pratiquer les deux temps ensemble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Describe your day: what you usually do and what you are doing right now. "I usually drink coffee, but today I am drinking tea."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Décrivez votre journée : ce que vous faites habituellement et ce que vous faites en ce moment. « I usually drink coffee, but today I am drinking tea.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I compare a routine and the present moment.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je compare une routine et le moment présent.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This contrast is the heart of these two tenses. Practise it aloud every day.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Ce contraste est le cœur de ces deux temps. Entraînez-vous à voix haute chaque jour.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 will also watch films and notice which tense they 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Je regarderai aussi des films et je remarquerai quel temps ils utilisent.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Great idea. Listening to natural English will train your ear and your choices.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Excellente idée. Écouter de l&amp;#x27;anglais naturel entraînera votre oreille et vos choix.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14 — Common mistakes with present tenses (Erreurs fréquentes avec les temps du présent)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mistakes do students often make here?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Quelles erreurs les étudiants font-ils souvent ici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Forgetting the -s in the third person: "He study every day" → "He studies every day".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Oublier le -s à la troisième personne : « He study every day » → « He studies every day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else?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Quoi d&amp;#x27;autre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Using the continuous with state verbs: "I am knowing her" → "I know her". And using the simple present for now: "I work now" instead of "I am working now".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Utiliser le continu avec des verbes d&amp;#x27;état : « I am knowing her » → « I know her ». Et utiliser le présent simple pour maintenant : « I work now » au lieu de « I am working now ».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I avoid these errors?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éviter ces erreurs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When you write, check three things: the subject, the signal word, and whether the verb is a state verb.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Quand vous écrivez, vérifiez trois choses : le sujet, le mot repère, et si le verbe est un verbe d&amp;#x27;état.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15 — Final advice on present tenses (Conseils finaux sur les temps du présent)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This is our last dialogue. Any advice, sir?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C&amp;#x27;est notre dernier dialogue. Des conseils, monsieur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Remember the two questions: "Is it a routine or a fact?" → simple present. "Is it happening now or arranged?" → present continuous.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Rappelez-vous les deux questions : « Est-ce une routine ou un fait ? » → présent simple. « Cela se passe-t-il maintenant ou est-ce arrangé ? » → présent continu.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That is a simple way to decide.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C&amp;#x27;est une façon simple de décider.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And never forget: the third person -s is one of the most important letters in English. It changes everything.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n&amp;#x27;oubliez jamais : le -s de la troisième personne est l&amp;#x27;une des lettres les plus importantes en anglais. Elle change tout.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Thank you, sir. I will practise both tenses daily.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Merci, monsieur. Je pratiquerai les deux temps quotidiennement.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