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Course5 Adjectives Adverbs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an adjective? (Qu&amp;#x27;est-ce qu&amp;#x27;un adjectif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is an adjective?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qu&amp;#x27;un adjectif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adjective describes a noun. It tells us what kind of person, place or thing we are talking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adjectif décrit un nom. Il nous dit quel genre de personne, de lieu ou de chose nous décrivons.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 beautiful city", "a tall tree", "a difficult exam", "an interesting book".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A beautiful city » (une belle ville), « a tall tree » (un grand arbre), « a difficult exam » (un examen difficile), « an interesting book » (un livre intéressant).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adjective gives more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l&amp;#x27;adjectif donne plus d&amp;#x27;informations.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Without adjectives, our language would be very flat and boring.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Sans adjectifs, notre langage serait très plat et ennuyeux.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Position of adjectives (La position des adjectifs)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the adjective go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 l&amp;#x27;adjectif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Before the noun: "a red car", not "a car red". This is different from French, where "une voiture rouge" is 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Avant le nom : « a red car », pas « a car red ». C&amp;#x27;est différent du français, où « une voiture rouge » est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in English it is always before the noun?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en anglais, c&amp;#x27;est toujours avant le nom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Almost. After the verb "be" or other linking verbs like "seem" or "become", it follows: "The car is red", "He seems tired".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Presque. Après le verbe « be » ou d&amp;#x27;autres verbes d&amp;#x27;état comme « seem » ou « become », il suit : « The car is red », « He seems tired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several adjectives be used together?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Peut-on utiliser plusieurs adjectifs ensemble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they follow a natural order, which we will see in a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ils suivent un ordre naturel, que nous allons voir dans un instant.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Order of adjectives (L&amp;#x27;ordre des adjectifs)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fixed order for adjectives?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 ordre fixe pour les adjectifs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 natural order: opinion, size, age, shape, colour, origin,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 ordre naturel : opinion, taille, âge, forme, couleur, origine, matériau.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long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longue liste.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the rule with examples: "a beautiful big old round brown French wooden table". Opinion, size, age, shape, colour, origin, material.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Rappelez-vous la règle avec des exemples : « a beautiful big old round brown French wooden table ». Opinion, taille, âge, forme, couleur, origine, matériau.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"beautiful big old round brown French wooden" natural?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beautiful big old round brown French wooden » est naturel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it sounds correct to a native ear. But in everyday speech we rarely use more than two or three adjectives.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cela sonne correct pour une oreille native. Mais dans la conversation courante, on utilise rarement plus de deux ou trois adjectifs.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Comparative: -er or more (Le comparatif : -er ou more)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compare two things?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comparer deux choses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short adjectives (one syllable), add -er + than: "big → bigger than", "tall → taller than".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adjectifs courts (une syllabe), ajoutez -er + than : « big → bigger than », « tall → taller than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long adjectives?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adjectifs longs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"more" + than: "interesting → more interesting than", "beautiful → more beautiful than".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more » + than : « interesting → more interesting than », « beautiful → more beautiful than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two-syllable adjectives?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adjectifs de deux syllabes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depends. Short ones like "happy" take -er: "happier". Others take "more": "more careful". When in doubt, check a dictionary.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dépend. Les courts comme « happy » prennent -er : « happier ». D&amp;#x27;autres prennent « more » : « more careful ». En cas de doute, consultez un dictionnaire.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Spelling rules for -er and -est (Règles d&amp;#x27;orthographe pour -er et -est)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spelling rules when we add -er and -est?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règles d&amp;#x27;orthographe quand on ajoute -er et -est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Words ending in consonant + vowel + consonant double the consonant: big → bigger → biggest.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mots se terminant par consonne + voyelle + consonne doublent la consonne : big → bigger → biggest.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words ending in "y"?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se terminant par « y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Change y to i: happy → happier → happiest, easy → easier → easiest.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Changez le y en i : happy → happier → happiest, easy → easier → easiest.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silent "e"?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« e » muet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Just add -r and -st: large → larger → largest, nice → nicer → nicest.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simplement -r et -st : large → larger → largest, nice → nicer → nicest.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Superlative: -est or most (Le superlatif : -est ou most)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say "the most"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dit-on « le plus »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short adjectives, add -est with "the": "the tallest", "the biggest". For long adjectives, use "the most": "the most interesting".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adjectifs courts, ajoutez -est avec « the » : « the tallest », « the biggest ». Pour les adjectifs longs, utilisez « the most » : « the most interesting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superlative always takes "the"?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superlatif prend toujours « the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"The Sahara is the largest hot desert in the world." "This is the most difficult question."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The Sahara is the largest hot desert in the world. » (Le Sahara est le plus grand désert chaud du monde.) « This is the most difficult question.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difference between -er and -est?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une différence entre -er et -est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-er compares two things: "Alger is bigger than Oran." -est compares three or more: "Algiers is the biggest city in Algeria."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-er compare deux choses : « Alger is bigger than Oran. » -est compare trois choses ou plus : « Algiers is the biggest city in Algeria.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Irregular comparatives (Les comparatifs irréguliers)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comparatives regular?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comparatifs sont-ils réguliers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 most common ones are irregular: good → better → best, bad → worse → worst, far → farther → farthest.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Les plus courants sont irréguliers : good → better → best (bon → meilleur → le meilleur), bad → worse → worst (mauvais → pire → le pire), far → farther → farthest (loin → plus loin → le plus loin).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"Good" is my favourite word!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Good » est mon mot préféré !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Then remember: "My English is good, but yours is better, and hers is the best in the class."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retenez : « My English is good, but yours is better, and hers is the best in the class. » (Mon anglais est bon, mais le tien est meilleur, et le sien est le meilleur de la classe.)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"little"?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little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"Little" → "less" → "the least": "I have less time than you."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Little » → « less » → « the least » : « I have less time than you. » (J&amp;#x27;ai moins de temps que toi.)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As ... as for equality (As ... as pour l&amp;#x27;égalité)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say that two things are equal?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dire que deux choses sont égales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"as + adjective + as": "Sara is as tall as her sister."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as + adjectif + as » : « Sara is as tall as her sister. » (Sara est aussi grande que sa sœur.)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inequality?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l&amp;#x27;inégalité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"not as ... as" or "less ... than": "My bag is not as heavy as yours" = "My bag is less heavy than yours."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not as ... as » ou « less ... than » : « My bag is not as heavy as yours » = « My bag is less heavy than yours.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use "as" with long adjectives too?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Peut-on utiliser « as » avec les adjectifs longs aussi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"This exercise is as difficult as the previous one."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This exercise is as difficult as the previous one. » (Cet exercice est aussi difficile que le précédent.)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What is an adverb? (Qu&amp;#x27;est-ce qu&amp;#x27;un adverbe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is an adverb?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qu&amp;#x27;est-ce qu&amp;#x27;un adverbe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adverb describes a verb, an adjective or another adverb. It tells us how, when, where or how often something happens.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adverbe décrit un verbe, un adjectif ou un autre adverbe. Il nous dit comment, quand, où ou à quelle fréquence quelque chose se passe.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"She sings beautifully" (how), "We arrived early" (when), "They live here" (where), "I often read" (how often).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She sings beautifully » (comment), « We arrived early » (quand), « They live here » (où), « I often read » (à quelle fréquence).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adjectives and adverbs work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adjectifs et les adverbes travaillent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adjective describes a noun; the adverb adds detail to the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L&amp;#x27;adjectif décrit un nom ; l&amp;#x27;adverbe ajoute un détail à l&amp;#x27;action.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Forming adverbs with -ly (La formation des adverbes avec -ly)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form most adverbs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forme-t-on la plupart des adverbes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By adding -ly to the adjective: slow → slowly, careful → carefully, quick →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ajoutant -ly à l&amp;#x27;adjectif : slow → slowly, careful → carefully, quick → quickly.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spelling changes?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changements d&amp;#x27;orthographe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Adjectives ending in consonant + y change y to i: happy → happily, easy → easily. Adjectives ending in -le change it to -ly: terrible → terribly.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adjectifs se terminant par consonne + y changent le y en i : happy → happily, easy → easily. Les adjectifs se terminant par -le le changent en -ly : terrible → terribly.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adjectives ending in -ic?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adjectifs se terminant par -ic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Add -ally: basic → basically, dramatic → dramatically.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-ally : basic → basically, dramatic → dramatically.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Irregular adverbs (Les adverbes irréguliers)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adverbs that do not end in -ly?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adverbes qui ne se terminent pas par -ly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important ones: fast → fast, hard → hard, well (from good), late → late, early →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des importants : fast → fast (vite), hard → hard (durement), well (de good), late → late (tard), early → early (tôt).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"fastly" does not exist?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fastly » n&amp;#x27;existe pas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"He runs fast", never "fastly". And "He works hard" means he works a lot, not "hardly".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« He runs fast », jamais « fastly ». Et « He works hard » signifie qu&amp;#x27;il travaille beaucoup, pas « hardly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"hardly" mean then?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hardly » alors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means "almost not": "I can hardly hear you" = I can almost not hear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signifie « presque pas » : « I can hardly hear you » = je t&amp;#x27;entends à peine.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Adjective or adverb? (Adjectif ou adverbe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tell if I need an adjective or an adverb?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si j&amp;#x27;ai besoin d&amp;#x27;un adjectif ou d&amp;#x27;un adverbe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Ask: does it describe a noun or an action? "She is a careful driver" — careful describes the driver (noun).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: décrit-il un nom ou une action ? « She is a careful driver » — careful décrit le conducteur (nom).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"She drives carefully"?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dans « She drives carefully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"Carefully" describes how she drives (the action), so it is an adverb.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Carefully » décrit comment elle conduit (l&amp;#x27;action), donc c&amp;#x27;est un adverbe.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after "be" we use an adjective.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après « be » nous utilisons un adjectif.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"She is careful." But after an action verb, we often need an adverb: "She drives carefully."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She is careful. » Mais après un verbe d&amp;#x27;action, nous avons souvent besoin d&amp;#x27;un adverbe : « She drives carefully.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Position of adverbs (La position des adverbes)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 adverbs go in a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placent les adverbes dans une phrase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Manner adverbs usually go after the verb or the object: "He speaks English fluently."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adverbes de manière se placent généralement après le verbe ou l&amp;#x27;objet : « He speaks English fluently.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frequency adverbs?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adverbes de fréquence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Before the main verb: "I always have breakfast." After "be": "He is never late."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Avant le verbe principal : « I always have breakfast. » Après « be » : « He is never late.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time and place?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temps et le lieu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Place before time: "They studied in the library all day."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lieu avant le temps : « They studied in the library all day.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also compare adverbs?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Peut-on aussi comparer les adverbes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Long adverbs use "more" and "the most": "She speaks more clearly than I do."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adverbes longs utilisent « more » et « the most » : « She speaks more clearly than I do.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short ones like "fast"?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courts comme « fast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take -er and -est: "He runs faster than me". And "well" is irregular: well → better → best.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prennent -er et -est : « He runs faster than me ». Et « well » est irrégulier : well → better → best.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with adjectives and adverbs (Erreurs fréquentes avec les adjectifs et les adverbes)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first-year students make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les étudiants de première année font-ils ici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Placing the adjective after the noun: "a house beautiful" → "a beautiful house". And saying "I am agree" instead of "I agree".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Placer l&amp;#x27;adjectif après le nom : « a house beautiful » → « a beautiful house ». Et dire « I am agree » au lieu de « I agree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Any adverb mistakes?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erreurs d&amp;#x27;adverbes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Confusing "hard" and "hardly", "late" and "lately". "Lately" means recently: "I have been busy lately."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Confondre « hard » et « hardly », « late » et « lately ». « Lately » signifie récemment : « I have been busy lately.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these pairs sound similar but differ.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ces paires sonnent pareil mais diffèrent.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Learn them in whole sentences, not as isolated words, and they will stay in your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Apprenez-les dans des phrases entières, pas comme des mots isolés, et elles resteront dans votre mémoire.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 on adjectives and adverbs (Conseils finaux sur les adjectifs et les adverbes)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is our last dialogue. Any final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notre dernier dialogue. Des conseils finaux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When you learn a new adjective, learn its adverb too: "quick → quickly", "careful → carefully".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Quand vous apprenez un nouvel adjectif, apprenez aussi son adverbe : « quick → quickly », « careful → carefully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should I practise?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devrais-je pratiquer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Describe people and places around you, and compare them: "My brother is taller than me. He runs faster too."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Décrivez les personnes et les lieux autour de vous, et comparez-les : « My brother is taller than me. He runs faster too.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will describe my family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décrirai ma famille aujourd&amp;#x27;hui.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