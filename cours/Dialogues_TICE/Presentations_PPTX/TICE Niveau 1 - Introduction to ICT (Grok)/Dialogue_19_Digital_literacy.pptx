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Digital literacy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Digital literacy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 we mean by digital literacy?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Qu'entend-on par littératie numérique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Dialogue_19_Digital_literacy/01_Student.mp3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Digital literacy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Digital literacy is the ability to find, evaluate, create and communicate information using digital technologies in a responsible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littératie numérique est la capacité à trouver, évaluer, créer et communiquer de l'information en utilisant les technologies numériques de façon responsable.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Dialogue_19_Digital_literacy/02_Teacher.mp3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Digital literacy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only technical skills?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S'agit-il seulement de compétences techniques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Dialogue_19_Digital_literacy/03_Student.mp3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Digital literacy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It also includes critical thinking, ethical behaviour online, and the ability to protect one’s privacy.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Elle inclut aussi la pensée critique, le comportement éthique en ligne, et la capacité à protéger sa vie privée.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Dialogue_19_Digital_literacy/04_Teacher.mp3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Digital literacy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is it important for 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est-elle importante pour nous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Dialogue_19_Digital_literacy/05_Student.mp3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Digital literacy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in the 21st century, digital literacy is as important as reading and writing. It is a basic skill for studies and professional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qu'au XXIe siècle, la littératie numérique est aussi importante que la lecture et l'écriture. C'est une compétence de base pour les études et la vie professionnelle.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Dialogue_19_Digital_literacy/06_Teacher.mp3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