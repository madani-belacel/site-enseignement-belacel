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4 — What is ICT in simple words?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💻 TICE Niveau 1 - Introduction to ICT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4 / 21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4 — What is ICT in simple words?  |  💻 TICE Niveau 1 - Introduction to ICT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Can you explain ICT in very simple words?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Pouvez-vous expliquer la TIC en termes très simples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Dialogue_4_What_is_ICT_in_simple_words/01_Student.mp3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4 — What is ICT in simple words?  |  💻 TICE Niveau 1 - Introduction to ICT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Of course. ICT means Information and Communication Technologies. It is the set of digital tools that create, process, store, transmit and share information.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Bien sûr. TIC signifie Technologies de l'Information et de la Communication. C'est l'ensemble des outils numériques qui créent, traitent, stockent, transmettent et partagent l'information.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Dialogue_4_What_is_ICT_in_simple_words/02_Teacher.mp3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4 — What is ICT in simple words?  |  💻 TICE Niveau 1 - Introduction to ICT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What kind of tools exactly?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Quels types d'outils exactement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Dialogue_4_What_is_ICT_in_simple_words/03_Student.mp3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4 — What is ICT in simple words?  |  💻 TICE Niveau 1 - Introduction to ICT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Computers, smartphones, the Internet, networks, software, and online platforms.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Les ordinateurs, les smartphones, Internet, les réseaux, les logiciels et les plateformes en ligne.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Dialogue_4_What_is_ICT_in_simple_words/04_Teacher.mp3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4 — What is ICT in simple words?  |  💻 TICE Niveau 1 - Introduction to ICT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So everything digital that deals with information?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Donc tout ce qui est numérique et qui traite de l'information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Dialogue_4_What_is_ICT_in_simple_words/05_Student.mp3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4 — What is ICT in simple words?  |  💻 TICE Niveau 1 - Introduction to ICT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That is a good summary.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Oui. C'est un bon résumé.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Dialogue_4_What_is_ICT_in_simple_words/06_Teacher.mp3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