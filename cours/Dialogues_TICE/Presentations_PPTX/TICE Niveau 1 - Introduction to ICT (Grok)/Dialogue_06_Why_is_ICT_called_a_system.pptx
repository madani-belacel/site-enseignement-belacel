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Why is ICT called a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we sometimes call ICT a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appelle-t-on parfois la TIC un système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it combines three elements that work together: hardware, software and networks.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matériel, les logiciels et les réseaux.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an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un exemple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write an email: the computer is the hardware, the email program is the software, and the Internet is the network. All three are necessary.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l'ordinateur est le matériel, le programme de messagerie est le logiciel, et Internet est le réseau. Les trois sont nécessaires.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without one of them, the system does not work properly?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sans l'un d'eux, le système ne fonctionne pas correctement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Why is ICT called a system?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That is why we speak of an ICT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C'est pourquoi nous parlons d'un système 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Dialogue_6_Why_is_ICT_called_a_system/06_Teacher.mp3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