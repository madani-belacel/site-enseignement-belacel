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Examples of ICT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Examples of ICT tools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us concrete examples of ICT tools we use every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nous donner des exemples concrets d'outils TIC que nous utilisons chaque jour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Dialogue_5_Examples_of_ICT_tools/01_Student.mp3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Examples of ICT tools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Certainly. Your smartphone, your laptop, WhatsApp, Gmail, Google, Moodle, Zoom, and even Microsoft 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Bien sûr. Votre smartphone, votre ordinateur portable, WhatsApp, Gmail, Google, Moodle, Zoom, et même Microsoft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Dialogue_5_Examples_of_ICT_tools/02_Teacher.mp3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Examples of ICT tools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social media also part of ICT?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réseaux sociaux font-ils aussi partie des TIC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Dialogue_5_Examples_of_ICT_tools/03_Student.mp3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Examples of ICT tools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Facebook, Instagram, TikTok and YouTube are all ICT tools because they allow the creation, storage and sharing of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Facebook, Instagram, TikTok et YouTube sont tous des outils TIC car ils permettent la création, le stockage et le partage d'information.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Dialogue_5_Examples_of_ICT_tools/04_Teacher.mp3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Examples of ICT tools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learning platforms like Moodle?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les plateformes d'apprentissage comme Moodle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Dialogue_5_Examples_of_ICT_tools/05_Student.mp3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Examples of ICT tools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Moodle is a perfect example of ICT used for education, so it is also TICE.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Moodle est un parfait exemple de TIC utilisée pour l'éducation, donc c'est aussi de la 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Dialogue_5_Examples_of_ICT_tools/06_Teacher.mp3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