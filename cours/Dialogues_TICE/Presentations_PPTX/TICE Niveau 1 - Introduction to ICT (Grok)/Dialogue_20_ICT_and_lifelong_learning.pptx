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ICT and lifelong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ICT and lifelong learning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does ICT support lifelong learning?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la TIC soutient-elle l'apprentissage tout au long de la vie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Dialogue_20_ICT_and_lifelong_learning/01_Student.mp3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ICT and lifelong learning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ICT gives us access to courses, tutorials, videos and resources at any age and from almost any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TIC nous donne accès à des cours, des tutoriels, des vidéos et des ressources à tout âge et depuis presque n'importe quel endroit.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Dialogue_20_ICT_and_lifelong_learning/02_Teacher.mp3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ICT and lifelong learning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we can continue learning after university?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nous pouvons continuer à apprendre après l'université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Dialogue_20_ICT_and_lifelong_learning/03_Student.mp3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ICT and lifelong learning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Absolutely. Platforms like Coursera, edX, YouTube or university open courses allow continuous professional and personal development.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Absolument. Des plateformes comme Coursera, edX, YouTube ou les cours ouverts des universités permettent un développement professionnel et personnel continu.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Dialogue_20_ICT_and_lifelong_learning/04_Teacher.mp3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ICT and lifelong learning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this important for future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important pour les futurs enseignants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Dialogue_20_ICT_and_lifelong_learning/05_Student.mp3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ICT and lifelong learning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Essential. A good teacher never stops learning, and ICT makes lifelong learning much easier.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Essentiel. Un bon enseignant n'arrête jamais d'apprendre, et la TIC rend l'apprentissage tout au long de la vie beaucoup plus facile.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Dialogue_20_ICT_and_lifelong_learning/06_Teacher.mp3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