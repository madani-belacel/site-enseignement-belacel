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What is storage?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mentioned storage as the third function. Can you explain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Vous avez mentionné le stockage comme troisième fonction. Pouvez-vous l'expliquer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Storage means saving information so that we can keep it and use it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stockage signifie enregistrer l'information pour pouvoir la conserver et l'utiliser plus tard.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can we store digital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Où peut-on stocker l'information numérique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a USB stick, a hard disk, an external drive, or in the cloud (Google Drive, OneDrive…).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Sur une clé USB, un disque dur, un disque externe, ou dans le cloud (Google Drive, OneDrive…).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cloud safer than a USB stick?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cloud est-il plus sûr qu'une clé USB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What is storage?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depends. The cloud is accessible from anywhere, but you need a good internet connection and you must protect your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Cela dépend. Le cloud est accessible de partout, mais il faut une bonne connexion Internet et protéger son compte.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Dialogue_11_What_is_storage/06_Teacher.mp3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