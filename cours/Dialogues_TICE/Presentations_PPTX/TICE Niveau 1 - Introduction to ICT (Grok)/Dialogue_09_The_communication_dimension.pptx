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communication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the third dimension —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la troisième dimension — la communication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communication dimension is the exchange of information between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dimension communication est l'échange d'information entre les personnes.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E-mail, forums, video conferences, social networks, and instant messaging.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courriel, les forums, les visioconférences, les réseaux sociaux et la messagerie instantanée.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without communication, ICT would be incomplete?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sans communication, la TIC serait incomplète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communication dimension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Technology and information become truly powerful when they allow people to communicate.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La technologie et l'information deviennent vraiment puissantes lorsqu'elles permettent aux gens de communiquer.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Dialogue_9_The_communication_dimension/06_Teacher.mp3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