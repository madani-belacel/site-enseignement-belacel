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ICT and the four language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ICT and the four language skills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ICT help us develop the four language skills?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la TIC peut-elle nous aider à développer les quatre compétences langagières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Dialogue_14_ICT_and_the_four_language_skills/01_Student.mp3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ICT and the four language skills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well. For listening we use podcasts and authentic videos. For reading we use online articles and e-books.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Très bien. Pour l'écoute nous utilisons les podcasts et les vidéos authentiques. Pour la lecture nous utilisons les articles en ligne et les livres numériques.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Dialogue_14_ICT_and_the_four_language_skills/02_Teacher.mp3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ICT and the four language skills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for speaking and writing?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pour l'oral et l'écrit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Dialogue_14_ICT_and_the_four_language_skills/03_Student.mp3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ICT and the four language skills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speaking we can record ourselves or use video calls. For writing we use word processors and collaborative tools like Google Docs.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l'oral nous pouvons nous enregistrer ou utiliser les appels vidéo. Pour l'écrit nous utilisons les traitements de texte et les outils collaboratifs comme Google Docs.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Dialogue_14_ICT_and_the_four_language_skills/04_Teacher.mp3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ICT and the four language skills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ICT supports all four skills?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la TIC soutient les quatre compétences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Dialogue_14_ICT_and_the_four_language_skills/05_Student.mp3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ICT and the four language skills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That is one of the main reasons why TICE is essential for language teachers.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C'est l'une des principales raisons pour lesquelles la TICE est essentielle pour les enseignants de langues.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Dialogue_14_ICT_and_the_four_language_skills/06_Teacher.mp3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