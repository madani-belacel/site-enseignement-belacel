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21 — Conclusion: Becoming a digitally competent teacher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21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Conclusion: Becoming a digitally competent teacher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 finish, what should we remember from this first course?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 terminer, que devons-nous retenir de ce premier cours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Dialogue_21_Conclusion_Becoming_a_digitally_competent_teacher/01_Student.mp3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Conclusion: Becoming a digitally competent teacher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 that ICT is a set of powerful tools, TICE is their educational use, and digital competence is now part of a teacher’s professional identity.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Retenez que la TIC est un ensemble d'outils puissants, que la TICE est leur usage éducatif, et que la compétence numérique fait maintenant partie de l'identité professionnelle d'un enseignant.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Dialogue_21_Conclusion_Becoming_a_digitally_competent_teacher/02_Teacher.mp3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Conclusion: Becoming a digitally competent teacher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first practical step for us?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première étape pratique pour nous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Dialogue_21_Conclusion_Becoming_a_digitally_competent_teacher/03_Student.mp3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Conclusion: Becoming a digitally competent teacher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Start using digital tools consciously: organise your files, use a learning platform, evaluate online information critically, and protect your digital identity.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organisez vos fichiers, utilisez une plateforme d'apprentissage, évaluez l'information en ligne de façon critique, et protégez votre identité numérique.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Dialogue_21_Conclusion_Becoming_a_digitally_competent_teacher/04_Teacher.mp3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Conclusion: Becoming a digitally competent teacher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sir. This was very clear.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Merci, monsieur. C'était très clair.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Dialogue_21_Conclusion_Becoming_a_digitally_competent_teacher/05_Student.mp3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Conclusion: Becoming a digitally competent teacher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welcome. Next time we will discover computer hardware. See you soon.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Je vous en prie. La prochaine fois nous découvrirons le matériel informatique. À bientôt.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Dialogue_21_Conclusion_Becoming_a_digitally_competent_teacher/06_Teacher.mp3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