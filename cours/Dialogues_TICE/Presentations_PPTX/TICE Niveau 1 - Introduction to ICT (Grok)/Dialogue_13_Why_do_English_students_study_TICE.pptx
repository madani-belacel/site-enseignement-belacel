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Why do English students study TICE?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Why do English students study TICE?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why is TICE important for us, future English teachers?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pourquoi la TICE est-elle importante pour nous, futurs enseignants d'anglais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Dialogue_13_Why_do_English_students_study_TICE/01_Student.mp3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Why do English students study TICE?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technology has completely changed the way people learn and teach languages.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la technologie a complètement changé la façon dont les gens apprennent et enseignent les langues.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Dialogue_13_Why_do_English_students_study_TICE/02_Teacher.mp3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Why do English students study TICE?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we need to master digital tools?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nous devons maîtriser les outils numériques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Dialogue_13_Why_do_English_students_study_TICE/03_Student.mp3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Why do English students study TICE?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 modern English teacher must know how to use digital tools to motivate students and make lessons more effective.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Un enseignant d'anglais moderne doit savoir utiliser les outils numériques pour motiver les étudiants et rendre les cours plus efficaces.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Dialogue_13_Why_do_English_students_study_TICE/04_Teacher.mp3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Why do English students study TICE?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only about using PowerPoint?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S'agit-il seulement d'utiliser PowerPoint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Dialogue_13_Why_do_English_students_study_TICE/05_Student.mp3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Why do English students study TICE?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It is much wider: online resources, interactive exercises, video conferencing, learning platforms, digital assessment, and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ressources en ligne, exercices interactifs, visioconférence, plateformes d'apprentissage, évaluation numérique, et plus encore.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Dialogue_13_Why_do_English_students_study_TICE/06_Teacher.mp3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