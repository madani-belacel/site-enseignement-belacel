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10 — The three functions of ICT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1 - Introduction to ICT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10 / 21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The three functions of ICT  |  💻 TICE Niveau 1 - Introduction to ICT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are the main functions of ICT?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Quelles sont les principales fonctions des TIC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Dialogue_10_The_three_functions_of_ICT/01_Student.mp3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The three functions of ICT  |  💻 TICE Niveau 1 - Introduction to ICT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ICT performs three main functions: processing, transmission and storage.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le traitement, la transmission et le stockage.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Dialogue_10_The_three_functions_of_ICT/02_Teacher.mp3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The three functions of ICT  |  💻 TICE Niveau 1 - Introduction to ICT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does processing mean?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Que signifie le traitement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Dialogue_10_The_three_functions_of_ICT/03_Student.mp3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The three functions of ICT  |  💻 TICE Niveau 1 - Introduction to ICT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Processing means creating and transforming information: writing a text in Word or calculating in Excel.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écrire un texte dans Word ou calculer dans Excel.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Dialogue_10_The_three_functions_of_ICT/04_Teacher.mp3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The three functions of ICT  |  💻 TICE Niveau 1 - Introduction to ICT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And transmission?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Et la transmission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Dialogue_10_The_three_functions_of_ICT/05_Student.mp3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The three functions of ICT  |  💻 TICE Niveau 1 - Introduction to ICT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Transmission means sending or sharing information at a distance, for example by email or on a platform.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La transmission signifie envoyer ou partager l'information à distance, par exemple par courriel ou sur une plateforme.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Dialogue_10_The_three_functions_of_ICT/06_Teacher.mp3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