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16 — The information society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16 / 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The information society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do we mean by the information society?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Qu'entend-on par société de l'information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Dialogue_16_The_information_society/01_Student.mp3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The information society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is a society in which the creation, distribution and use of information have become central economic and cultural activities.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C'est une société dans laquelle la création, la distribution et l'utilisation de l'information sont devenues des activités économiques et culturelles centrales.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Dialogue_16_The_information_society/02_Teacher.mp3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The information society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Is our society already an information society?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Notre société est-elle déjà une société de l'information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Dialogue_16_The_information_society/03_Student.mp3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The information society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Most of our daily activities — studying, working, communicating, shopping — now depend heavily on digital information.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Oui. La plupart de nos activités quotidiennes — étudier, travailler, communiquer, faire des courses — dépendent maintenant fortement de l'information numérique.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Dialogue_16_The_information_society/04_Teacher.mp3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The information society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are the consequences for us as students?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Quelles sont les conséquences pour nous en tant qu'étudiants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Dialogue_16_The_information_society/05_Student.mp3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The information society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You need strong digital skills, the ability to evaluate information critically, and the capacity to keep learning throughout life.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Vous avez besoin de solides compétences numériques, de la capacité à évaluer l'information de façon critique, et de la capacité à apprendre tout au long de la vie.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Dialogue_16_The_information_society/06_Teacher.mp3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