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Difference between TIC and 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Difference between TIC and TICE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is there a real difference between TIC and TICE?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y a-t-il une vraie différence entre TIC et TICE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Dialogue_2_Difference_between_TIC_and_TICE/01_Student.mp3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Difference between TIC and TICE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there is. TIC is the general term: all Information and Communication Technologies.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toutes les Technologies de l'Information et de la Communication.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Dialogue_2_Difference_between_TIC_and_TICE/02_Teacher.mp3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Difference between TIC and TICE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TICE is more specific?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TICE est plus spécifique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Dialogue_2_Difference_between_TIC_and_TICE/03_Student.mp3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Difference between TIC and TICE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Precisely. TICE refers to the use of those same technologies in education and 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Précisément. TICE désigne l'utilisation de ces mêmes technologies dans l'éducation et la 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Dialogue_2_Difference_between_TIC_and_TICE/04_Teacher.mp3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Difference between TIC and TICE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every TICE tool is a TIC tool, but not every TIC tool is used for teaching?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tout outil TICE est un outil TIC, mais tout outil TIC n'est pas utilisé pour l'enseignement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Dialogue_2_Difference_between_TIC_and_TICE/05_Student.mp3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Difference between TIC and TICE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Perfect understanding. That is the key difference.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Parfaite compréhension. C'est la différence essentielle.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Dialogue_2_Difference_between_TIC_and_TICE/06_Teacher.mp3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