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Advantages of ICT in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Advantages of ICT in education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advantages of using ICT in education?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principaux avantages de l'utilisation des TIC dans l'éducation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Dialogue_17_Advantages_of_ICT_in_education/01_Student.mp3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Advantages of ICT in education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Access to a huge amount of resources, flexibility of time and place, interactivity, and the possibility of personalized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L'accès à une énorme quantité de ressources, la flexibilité du temps et du lieu, l'interactivité, et la possibilité d'un apprentissage personnalisé.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Dialogue_17_Advantages_of_ICT_in_education/02_Teacher.mp3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Advantages of ICT in education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ICT help shy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TIC peuvent-elles aider les étudiants timides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Dialogue_17_Advantages_of_ICT_in_education/03_Student.mp3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Advantages of ICT in education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Online forums and written contributions often allow shy students to express themselves more easily than in face-to-face discussions.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forums en ligne et les contributions écrites permettent souvent aux étudiants timides de s'exprimer plus facilement qu'en discussion en face à 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Dialogue_17_Advantages_of_ICT_in_education/04_Teacher.mp3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Advantages of ICT in education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for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pour les enseignants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Dialogue_17_Advantages_of_ICT_in_education/05_Student.mp3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Advantages of ICT in education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Teachers can prepare richer materials, give faster feedback, and reach students outside the classroom.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enseignants peuvent préparer des supports plus riches, donner un retour plus rapide, et atteindre les étudiants en dehors de la salle de classe.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Dialogue_17_Advantages_of_ICT_in_education/06_Teacher.mp3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