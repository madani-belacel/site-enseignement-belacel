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From NICT to 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From NICT to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see the letters NICT. What do they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Je vois parfois les lettres NTIC. Que signifient-elles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Dialogue_7_From_NICT_to_ICT/01_Student.mp3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From NICT to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NICT means New Information and Communication Technologies. It was the term used in the 1990s.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NTIC signifie Nouvelles Technologies de l'Information et de la Communication. C'était le terme utilisé dans les années 1990.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Dialogue_7_From_NICT_to_ICT/02_Teacher.mp3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From NICT to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did we stop saying “New”?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a-t-on arrêté de dire « Nouvelles »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Dialogue_7_From_NICT_to_ICT/03_Student.mp3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From NICT to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these technologies are no longer new. They have become normal and essential in everyday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ces technologies ne sont plus nouvelles. Elles sont devenues normales et essentielles dans la vie quotidienne.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Dialogue_7_From_NICT_to_ICT/04_Teacher.mp3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From NICT to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today we simply say ICT?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aujourd'hui on dit simplement TIC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Dialogue_7_From_NICT_to_ICT/05_Student.mp3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From NICT to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“N” for New has disappeared because digital technology is now ordinary.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 « N » de Nouvelles a disparu parce que la technologie numérique est maintenant banale.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Dialogue_7_From_NICT_to_ICT/06_Teacher.mp3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