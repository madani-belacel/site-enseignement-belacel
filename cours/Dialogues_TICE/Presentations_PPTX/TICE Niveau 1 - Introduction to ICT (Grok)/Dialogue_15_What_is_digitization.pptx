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What is digitization?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exactly does digitization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exactement la numérisation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Digitization is the process of converting information into digital 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numérisation est le processus de conversion de l'information sous forme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simple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simples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paper document scanned into a PDF, a vinyl record converted into an MP3 file, or a photo taken with a digital camera.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document papier numérisé en PDF, un disque vinyle converti en fichier MP3, ou une photo prise avec un appareil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digitization the same as digital transformation?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numérisation est-elle la même chose que la transformation digitale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What is digitization?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exactly. Digitization is converting to digital. Digital transformation is reorganizing whole activities using digital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Pas exactement. La numérisation est la conversion au numérique. La transformation digitale est la réorganisation d'activités entières grâce aux outils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Dialogue_15_What_is_digitization/06_Teacher.mp3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