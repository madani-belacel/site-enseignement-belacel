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Limitations and challenges of 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Limitations and challenges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Are there also problems or limitations with ICT?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Y a-t-il aussi des problèmes ou des limites avec les TIC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Dialogue_18_Limitations_and_challenges_of_ICT/01_Student.mp3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Limitations and challenges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of course. Not everyone has the same access to devices and good internet. This is called the digital divide.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Oui, bien sûr. Tout le monde n'a pas le même accès aux appareils et à une bonne connexion Internet. On appelle cela la fracture numérique.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Dialogue_18_Limitations_and_challenges_of_ICT/02_Teacher.mp3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Limitations and challenges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other challenges exist?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autres défis existent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Dialogue_18_Limitations_and_challenges_of_ICT/03_Student.mp3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Limitations and challenges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Distraction, lack of concentration, reliability of information, privacy issues, and the need for digital literacy.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distraction, le manque de concentration, la fiabilité de l'information, les questions de vie privée, et le besoin de littératie numérique.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Dialogue_18_Limitations_and_challenges_of_ICT/04_Teacher.mp3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Limitations and challenges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ICT is not a miracle solution?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la TIC n'est pas une solution miracle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Dialogue_18_Limitations_and_challenges_of_ICT/05_Student.mp3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Limitations and challenges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It is a powerful tool, but it must be used with critical thinking and good pedagogy.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Exactement. C'est un outil puissant, mais il doit être utilisé avec esprit critique et une bonne pédagogie.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Dialogue_18_Limitations_and_challenges_of_ICT/06_Teacher.mp3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