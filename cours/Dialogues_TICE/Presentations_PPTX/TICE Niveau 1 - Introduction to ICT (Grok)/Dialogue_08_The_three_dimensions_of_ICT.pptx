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The three dimensions of 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21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mentioned that ICT has three dimensions. What are they?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Vous avez mentionné que la TIC a trois dimensions. Quelles sont-elles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The technological dimension, the information dimension, and the communication dimension.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La dimension technologique, la dimension information et la dimension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technological dimension?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la dimension technologique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the hardware and the software: the computer, the smartphone, Word, the browser…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l'ordinateur, le smartphone, Word, le navigateur…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the information dimension?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la dimension information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The three dimensions of ICT  |  💻 TICE Niveau 1 - Introduction to ICT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the content itself: texts, images, sounds and videos in digital formats.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textes, les images, les sons et les vidéos dans des formats numériques.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Dialogue_8_The_three_dimensions_of_ICT/06_Teacher.mp3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