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 — What is the difference between informatique and ICT?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the difference between informatique and ICT?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Sir, in French we say « informatique ». Is it the same as ICT?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Monsieur, en français on dit « informatique ». Est-ce la même chose que les TIC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Dialogue_3_What_is_the_difference_between_informatique_and_ICT/01_Student.mp3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the difference between informatique and ICT?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Not exactly. Informatique is computer science: the science of computers and the processing of information.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Pas exactement. L'informatique est la science des ordinateurs et du traitement de l'information.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Dialogue_3_What_is_the_difference_between_informatique_and_ICT/02_Teacher.mp3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the difference between informatique and ICT?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 it focuses on programming and software?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Donc elle se concentre sur la programmation et les logiciels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Dialogue_3_What_is_the_difference_between_informatique_and_ICT/03_Student.mp3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the difference between informatique and ICT?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Informatics deals with algorithms, software and data. ICT is broader: it also includes networks, the Internet and communication devices.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elle inclut aussi les réseaux, Internet et les appareils de communication.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Dialogue_3_What_is_the_difference_between_informatique_and_ICT/04_Teacher.mp3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the difference between informatique and ICT?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Then ICT = informatics + communication?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Alors TIC = informatique + communication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Dialogue_3_What_is_the_difference_between_informatique_and_ICT/05_Student.mp3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the difference between informatique and ICT?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When these technologies are used for education, we call them TICE.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Exactement. Quand ces technologies servent à l'éducation, on les appelle TICE.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Dialogue_3_What_is_the_difference_between_informatique_and_ICT/06_Teacher.mp3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What is the difference between informatique and ICT?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Now the difference is clear. Thank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Maintenant la différence est claire. Merci.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Dialogue_3_What_is_the_difference_between_informatique_and_ICT/07_Student.mp3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