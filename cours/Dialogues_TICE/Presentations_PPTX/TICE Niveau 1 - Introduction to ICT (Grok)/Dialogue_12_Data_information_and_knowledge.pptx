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Data, information and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Data, information and knowledge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data, information and knowledge?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donnée, information et connaissance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Dialogue_12_Data_information_and_knowledge/01_Student.mp3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Data, information and knowledge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Data is raw and has no meaning by itself. For example the number 18.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donnée est brute et n'a aucun sens par elle-même. Par exemple le nombre 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Dialogue_12_Data_information_and_knowledge/02_Teacher.mp3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Data, information and knowledge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information?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l'information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Dialogue_12_Data_information_and_knowledge/03_Student.mp3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Data, information and knowledge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Information is data with context. For example: “The student scored 18 out of 20 in the English exam.”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« L'étudiant a obtenu 18 sur 20 à l'examen d'anglais.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Dialogue_12_Data_information_and_knowledge/04_Teacher.mp3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Data, information and knowledge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Then what is knowledge?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Alors qu'est-ce que la connaissance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Dialogue_12_Data_information_and_knowledge/05_Student.mp3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Data, information and knowledge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Knowledge is information that has been understood, analysed and can be used. For example: understanding why the student got 18 and how to help him improve further.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comprendre pourquoi l'étudiant a eu 18 et comment l'aider à encore progresser.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Dialogue_12_Data_information_and_knowledge/06_Teacher.mp3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