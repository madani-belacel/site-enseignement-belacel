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What does TICE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does TICE mean?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morning, sir. First of all, what does TICE mean?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Bonjour, monsieur. Tout d'abord, que signifie TICE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Dialogue_1_What_does_TICE_mean/01_Student.mp3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does TICE mean?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morning. TICE stands for Information and Communication Technologies for Education.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Bonjour. TICE signifie Technologies de l'Information et de la Communication pour l'Enseignement.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Dialogue_1_What_does_TICE_mean/02_Teacher.mp3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does TICE mean?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English we usually say ICTE, right?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En anglais on dit généralement ICTE, n'est-ce pas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Dialogue_1_What_does_TICE_mean/03_Student.mp3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does TICE mean?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In English it is ICTE: Information and Communication Technologies for Education.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Information and Communication Technologies for Education.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Dialogue_1_What_does_TICE_mean/04_Teacher.mp3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does TICE mean?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TICE is specifically related to teaching and learning?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TICE est spécifiquement liée à l'enseignement et à l'apprentissage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Dialogue_1_What_does_TICE_mean/05_Student.mp3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does TICE mean?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When we use digital technologies for educational purposes, we speak of TICE or ICTE.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Lorsque nous utilisons les technologies numériques à des fins éducatives, nous parlons de TICE ou d'ICTE.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Dialogue_1_What_does_TICE_mean/06_Teacher.mp3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