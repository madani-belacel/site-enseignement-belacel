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What is a formula?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What is a formula?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a formula in a spreadsheet?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qu'une formule dans un tableur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Dialogue_4_What_is_a_formula/01_Student.mp3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What is a formula?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formula is an instruction that performs a calculation. It always begins with the equal sign (=).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Une formule est une instruction qui effectue un calcul. Elle commence toujours par le signe égal (=).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Dialogue_4_What_is_a_formula/02_Teacher.mp3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What is a formula?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give a simple example?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Pouvez-vous donner un exemple simple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Dialogue_4_What_is_a_formula/03_Student.mp3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What is a formula?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If you type =A1+B1 in cell C1, the spreadsheet will add the values of A1 and B1.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Si vous tapez =A1+B1 dans la cellule C1, le tableur additionnera les valeurs de A1 et B1.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Dialogue_4_What_is_a_formula/04_Teacher.mp3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What is a formula?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is the equal sign important?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Pourquoi le signe égal est-il important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Dialogue_4_What_is_a_formula/05_Student.mp3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What is a formula?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Without the equal sign, the spreadsheet treats what you type as ordinary text, not as a calculation.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Sans le signe égal, le tableur traite ce que vous tapez comme du texte ordinaire, et non comme un calcul.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Dialogue_4_What_is_a_formula/06_Teacher.mp3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