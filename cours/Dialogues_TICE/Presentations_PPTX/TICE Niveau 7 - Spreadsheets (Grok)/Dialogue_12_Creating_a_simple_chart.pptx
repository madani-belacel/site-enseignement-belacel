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Creating a simple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Creating a simple chart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chart?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 graphique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Dialogue_12_Creating_a_simple_chart/01_Student.mp3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Creating a simple chart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chart is a visual representation of data. It makes trends and comparisons easier to understand.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graphique est une représentation visuelle des données. Il rend les tendances et les comparaisons plus faciles à comprendre.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Dialogue_12_Creating_a_simple_chart/02_Teacher.mp3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Creating a simple chart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types of charts are common?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types de graphiques sont courants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Dialogue_12_Creating_a_simple_chart/03_Student.mp3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Creating a simple chart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Column charts, bar charts, line charts, and pie charts (also called camembert in French).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histogrammes, les graphiques en barres, les graphiques en courbes, et les graphiques en secteurs (aussi appelés camemberts).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Dialogue_12_Creating_a_simple_chart/04_Teacher.mp3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Creating a simple chart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we create a chart in Excel?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créer un graphique dans Excel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Dialogue_12_Creating_a_simple_chart/05_Student.mp3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Creating a simple chart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Select the data, go to the Insert tab, and choose the chart type that best fits your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Sélectionnez les données, allez dans l'onglet Insertion, et choisissez le type de graphique qui convient le mieux à vos données.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Dialogue_12_Creating_a_simple_chart/06_Teacher.mp3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