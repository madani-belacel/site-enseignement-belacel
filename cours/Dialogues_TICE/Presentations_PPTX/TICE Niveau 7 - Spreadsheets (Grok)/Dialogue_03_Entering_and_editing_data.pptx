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Entering and editing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enter data into a cell?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saisir des données dans une cellule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Click on the cell and start typing. Press Enter to confirm and move down, or Tab to move to the 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Cliquez sur la cellule et commencez à taper. Appuyez sur Entrée pour confirmer et descendre, ou Tab pour aller à droite.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edit the content of a cell?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modifier le contenu d'une cellule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Double-click the cell, or select it and press F2, then make your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Double-cliquez sur la cellule, ou sélectionnez-la et appuyez sur F2, puis faites vos modifications.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enter different types of data?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saisir différents types de données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Entering and editing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text, numbers, dates, percentages, and even formulas.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du texte, des nombres, des dates, des pourcentages, et même des formules.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Dialogue_3_Entering_and_editing_data/06_Teacher.mp3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