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The SUM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SUM function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SUM function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À quoi sert la fonction SOMME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Dialogue_6_The_SUM_function/01_Student.mp3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SUM function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SUM adds all the numbers in a range of cells. It is one of the most used functions.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SOMME additionne tous les nombres d'une plage de cellules. C'est l'une des fonctions les plus utilisées.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Dialogue_6_The_SUM_function/02_Teacher.mp3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SUM function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write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l'écrit-on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Dialogue_6_The_SUM_function/03_Student.mp3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SUM function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 example: =SUM(A1:A10). This adds all the values from A1 to A10.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=SOMME(A1:A10). Cela additionne toutes les valeurs de A1 à A10.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Dialogue_6_The_SUM_function/04_Teacher.mp3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SUM function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there a faster way to insert SUM?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Y a-t-il une façon plus rapide d'insérer SOMME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Dialogue_6_The_SUM_function/05_Student.mp3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The SUM function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Select the cell below a column of numbers and click the AutoSum button (Σ).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Sélectionnez la cellule sous une colonne de nombres et cliquez sur le bouton Somme automatique (Σ).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Dialogue_6_The_SUM_function/06_Teacher.mp3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