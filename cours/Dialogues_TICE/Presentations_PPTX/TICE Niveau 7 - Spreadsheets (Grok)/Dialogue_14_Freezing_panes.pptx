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Freezing panes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Freezing panes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“freeze panes”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« figer les volets »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Dialogue_14_Freezing_panes/01_Student.mp3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Freezing panes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keeps certain rows or columns visible while you scroll through the rest of the sheet. It is very useful for large tables.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Cela garde certaines lignes ou colonnes visibles pendant que vous faites défiler le reste de la feuille. C'est très utile pour les grands tableaux.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Dialogue_14_Freezing_panes/02_Teacher.mp3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Freezing panes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should we freeze the first row?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devons-nous figer la première ligne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Dialogue_14_Freezing_panes/03_Student.mp3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Freezing panes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the first row contains the headers of the columns. This way the titles stay visible while you scroll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la première ligne contient les en-têtes des colonnes. Ainsi les titres restent visibles pendant que vous descendez.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Dialogue_14_Freezing_panes/04_Teacher.mp3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Freezing panes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do we find this function?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Où trouve-t-on cette fonction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Dialogue_14_Freezing_panes/05_Student.mp3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Freezing panes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the View tab, under Freeze Panes.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Dans l'onglet Affichage, sous Figer les volets.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Dialogue_14_Freezing_panes/06_Teacher.mp3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