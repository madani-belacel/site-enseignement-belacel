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Relative and absolute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Relative and absolute references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a relative reference?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qu'une référence relative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Dialogue_8_Relative_and_absolute_references/01_Student.mp3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Relative and absolute references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relative reference, like A1, adapts to the new position when the formula is copied to another cell.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Une référence relative, comme A1, s'adapte à la nouvelle position quand la formule est copiée dans une autre cellule.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Dialogue_8_Relative_and_absolute_references/02_Teacher.mp3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Relative and absolute references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an absolute reference?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une référence absolue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Dialogue_8_Relative_and_absolute_references/03_Student.mp3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Relative and absolute references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 absolute reference, written with dollar signs like $A$1, always points to the same cell, even when the formula is copied.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Une référence absolue, écrite avec des signes dollar comme $A$1, pointe toujours vers la même cellule, même quand la formule est copiée.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Dialogue_8_Relative_and_absolute_references/04_Teacher.mp3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Relative and absolute references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do we need an absolute reference?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Quand avons-nous besoin d'une référence absolue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Dialogue_8_Relative_and_absolute_references/05_Student.mp3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Relative and absolute references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one value must stay fixed, for example a tax rate or a constant coefficient that is used in many calculations.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Quand une valeur doit rester fixe, par exemple un taux de taxe ou un coefficient constant utilisé dans de nombreux calculs.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Dialogue_8_Relative_and_absolute_references/06_Teacher.mp3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