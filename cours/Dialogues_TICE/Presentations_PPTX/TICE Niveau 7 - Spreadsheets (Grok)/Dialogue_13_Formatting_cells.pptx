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Formatting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Formatting cells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make a spreadsheet clearer?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rendre un tableur plus clair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Dialogue_13_Formatting_cells/01_Student.mp3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Formatting cells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By formatting cells: change the number format, add borders, use colours for headers, and adjust column widths.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changez le format de nombre, ajoutez des bordures, utilisez des couleurs pour les en-têtes, et ajustez la largeur des colonnes.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Dialogue_13_Formatting_cells/02_Teacher.mp3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Formatting cells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number formats are useful?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formats de nombre sont utiles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Dialogue_13_Formatting_cells/03_Student.mp3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Formatting cells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Number, Currency, Percentage, and Date. Choosing the right format makes the data easier to read.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Nombre, Monétaire, Pourcentage et Date. Choisir le bon format rend les données plus faciles à lire.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Dialogue_13_Formatting_cells/04_Teacher.mp3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Formatting cells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adjust the width of a column?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ajuster la largeur d'une colonne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Dialogue_13_Formatting_cells/05_Student.mp3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Formatting cells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Place the cursor between two column letters and double-click, or drag the border manually.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Placez le curseur entre deux lettres de colonne et double-cliquez, ou faites glisser la bordure manuellement.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Dialogue_13_Formatting_cells/06_Teacher.mp3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