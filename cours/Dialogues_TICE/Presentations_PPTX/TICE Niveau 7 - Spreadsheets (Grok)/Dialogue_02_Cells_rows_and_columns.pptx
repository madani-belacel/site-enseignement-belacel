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Cells, rows and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Cells, rows and columns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cell in a spreadsheet?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qu'une cellule dans un tableur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Dialogue_2_Cells_rows_and_columns/01_Student.mp3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Cells, rows and columns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cell is the intersection of a row and a column. It is the place where you write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Une cellule est l'intersection d'une ligne et d'une colonne. C'est l'endroit où l'on écrit des données.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Dialogue_2_Cells_rows_and_columns/02_Teacher.mp3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Cells, rows and columns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is a cell address written?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s'écrit une adresse de cellule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Dialogue_2_Cells_rows_and_columns/03_Student.mp3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Cells, rows and columns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With the column letter first and then the row number, for example A1 or B3.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Avec la lettre de la colonne d'abord, puis le numéro de la ligne, par exemple A1 ou B3.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Dialogue_2_Cells_rows_and_columns/04_Teacher.mp3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Cells, rows and columns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cell range?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qu'une plage de cellules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Dialogue_2_Cells_rows_and_columns/05_Student.mp3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Cells, rows and columns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group of cells written with a colon, for example A1:A10 or B2:D5.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A10 ou B2:D5.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Dialogue_2_Cells_rows_and_columns/06_Teacher.mp3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