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Google Sheets for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Google Sheets for collaboration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advantage of Google Sheets?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est l'avantage de Google Sheets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Dialogue_16_Google_Sheets_for_collaboration/01_Student.mp3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Google Sheets for collaboration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Several people can edit the same spreadsheet at the same time, and the changes appear instantly.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Plusieurs personnes peuvent modifier le même tableur en même temps, et les changements apparaissent instantanément.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Dialogue_16_Google_Sheets_for_collaboration/02_Teacher.mp3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Google Sheets for collaboration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we need to install Excel to use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installer Excel pour l'utiliser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Dialogue_16_Google_Sheets_for_collaboration/03_Student.mp3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Google Sheets for collaboration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Google Sheets works in the browser. You only need a Google account.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Google Sheets fonctionne dans le navigateur. Vous avez seulement besoin d'un compte Google.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Dialogue_16_Google_Sheets_for_collaboration/04_Teacher.mp3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Google Sheets for collaboration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import Excel files into Google Sheets?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Pouvons-nous importer des fichiers Excel dans Google Sheets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Dialogue_16_Google_Sheets_for_collaboration/05_Student.mp3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Google Sheets for collaboration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You can upload an Excel file and open it directly in Google Sheets.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Vous pouvez téléverser un fichier Excel et l'ouvrir directement dans Google Sheets.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Dialogue_16_Google_Sheets_for_collaboration/06_Teacher.mp3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