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Sorting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Sorting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does sorting mean in a spreadsheet?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signifie trier dans un tableur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Dialogue_10_Sorting_data/01_Student.mp3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Sorting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Sorting means arranging the data in a particular order: alphabetical (A to Z), numerical (small to large), or by date.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alphabétique (A à Z), numérique (du plus petit au plus grand), ou par 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Dialogue_10_Sorting_data/02_Teacher.mp3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Sorting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we sort a list of names?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trier une liste de noms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Dialogue_10_Sorting_data/03_Student.mp3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Sorting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Select the column or the whole table, go to the Data tab, and choose Sort A to Z or Sort Z to 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Sélectionnez la colonne ou tout le tableau, allez dans l'onglet Données, et choisissez Trier de A à Z ou de Z à 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Dialogue_10_Sorting_data/04_Teacher.mp3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Sorting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sort by more than one column?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Pouvons-nous trier selon plus d'une colonne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Dialogue_10_Sorting_data/05_Student.mp3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Sorting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You can add several levels, for example first by group, then by name.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Vous pouvez ajouter plusieurs niveaux, par exemple d'abord par groupe, puis par nom.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Dialogue_10_Sorting_data/06_Teacher.mp3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