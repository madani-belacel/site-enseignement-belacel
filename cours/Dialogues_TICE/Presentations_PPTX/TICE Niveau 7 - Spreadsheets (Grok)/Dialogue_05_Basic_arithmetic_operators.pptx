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Basic arithmetic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Basic arithmetic operators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main arithmetic operators?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sont les principaux opérateurs arithmétiques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Dialogue_5_Basic_arithmetic_operators/01_Student.mp3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Basic arithmetic operators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Addition (+), subtraction (−), multiplication (*), division (/), and exponentiation (^).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L'addition (+), la soustraction (−), la multiplication (*), la division (/), et l'élévation à la puissance (^).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Dialogue_5_Basic_arithmetic_operators/02_Teacher.mp3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Basic arithmetic operators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we multiply two cells?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multiplier deux cellules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Dialogue_5_Basic_arithmetic_operators/03_Student.mp3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Basic arithmetic operators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Use the asterisk. For example: =A1*B1.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=A1*B1.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Dialogue_5_Basic_arithmetic_operators/04_Teacher.mp3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Basic arithmetic operators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Does the order of operations matter?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L'ordre des opérations compte-t-il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Dialogue_5_Basic_arithmetic_operators/05_Student.mp3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Basic arithmetic operators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Spreadsheets follow the standard mathematical order. You can use parentheses to control the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Les tableurs suivent l'ordre mathématique standard. Vous pouvez utiliser des parenthèses pour contrôler l'ordre.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Dialogue_5_Basic_arithmetic_operators/06_Teacher.mp3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