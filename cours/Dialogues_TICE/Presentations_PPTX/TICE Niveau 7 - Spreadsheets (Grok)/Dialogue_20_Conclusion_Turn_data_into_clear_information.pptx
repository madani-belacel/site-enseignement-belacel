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20 — Conclusion: Turn data into clear information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Turn data into clear information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should we remember from this course on spreadsheets?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 devons-nous retenir de ce cours sur les tableurs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Dialogue_20_Conclusion_Turn_data_into_clear_information/01_Student.mp3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Turn data into clear information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Remember that a spreadsheet is a powerful tool for organising data, performing calculations, and presenting information visually with charts.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Retenez qu'un tableur est un outil puissant pour organiser des données, effectuer des calculs, et présenter l'information visuellement avec des graphiques.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Dialogue_20_Conclusion_Turn_data_into_clear_information/02_Teacher.mp3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Turn data into clear information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best way to practise?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Quelle est la meilleure façon de s'entraîner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Dialogue_20_Conclusion_Turn_data_into_clear_information/03_Student.mp3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Turn data into clear information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Create small practical files: a list of vocabulary, a table of your marks, a simple budget, or a group project planner. Practice makes the tools familiar.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une liste de vocabulaire, un tableau de vos notes, un budget simple, ou un planificateur de projet de groupe. La pratique rend les outils familiers.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Dialogue_20_Conclusion_Turn_data_into_clear_information/04_Teacher.mp3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Turn data into clear information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you, sir. Spreadsheets seem much less complicated now.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Merci, monsieur. Les tableurs semblent beaucoup moins compliqués maintenant.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Dialogue_20_Conclusion_Turn_data_into_clear_information/05_Student.mp3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Turn data into clear information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Very good. Next time we will study presentation software. See you soon.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Très bien. La prochaine fois nous étudierons les logiciels de présentation. À bientôt.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Dialogue_20_Conclusion_Turn_data_into_clear_information/06_Teacher.mp3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