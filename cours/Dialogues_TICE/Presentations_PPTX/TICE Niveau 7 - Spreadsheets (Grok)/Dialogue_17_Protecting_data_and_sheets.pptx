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Protecting data and sheets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Protecting data and sheets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protect a spreadsheet so that others cannot change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protéger un tableur pour que d'autres ne puissent pas le modifier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Dialogue_17_Protecting_data_and_sheets/01_Student.mp3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Protecting data and sheets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protect a whole sheet or only certain cells with a password.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protéger une feuille entière ou seulement certaines cellules avec un mot de passe.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Dialogue_17_Protecting_data_and_sheets/02_Teacher.mp3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Protecting data and sheets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is this useful?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est-ce utile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Dialogue_17_Protecting_data_and_sheets/03_Student.mp3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Protecting data and sheets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share a file and you want people to see the results but not modify the formulas or the original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vous partagez un fichier et que vous voulez que les gens voient les résultats mais ne modifient pas les formules ou les données originales.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Dialogue_17_Protecting_data_and_sheets/04_Teacher.mp3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Protecting data and sheets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available in both Excel and Google Sheets?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disponible à la fois dans Excel et Google Sheets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Dialogue_17_Protecting_data_and_sheets/05_Student.mp3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Protecting data and sheets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Both programs offer protection options, although the details are slightly different.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deux programmes offrent des options de protection, bien que les détails soient légèrement différents.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Dialogue_17_Protecting_data_and_sheets/06_Teacher.mp3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