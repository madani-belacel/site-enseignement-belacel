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Spreadsheets for future teachers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should future English teachers learn spreadsheets?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les futurs enseignants d'anglais devraient-ils apprendre les tableurs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you will need to manage marks, attendance, schedules, and sometimes budgets. Spreadsheets make this work faster and more reliable.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vous aurez besoin de gérer des notes, des présences, des emplois du temps, et parfois des budgets. Les tableurs rendent ce travail plus rapide et plus fiable.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create a mark book with a spreadsheet?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créer un carnet de notes avec un tableur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teachers use Excel or Google Sheets as a digital mark book with automatic averages and charts.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Beaucoup d'enseignants utilisent Excel ou Google Sheets comme carnet de notes numérique avec moyennes automatiques et graphiques.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part of a teacher’s digital competence?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Fait-il partie de la compétence numérique d'un enseignant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Spreadsheets for future teachers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Organising data clearly and calculating results accurately is an essential professional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Organiser clairement les données et calculer les résultats avec précision est une compétence professionnelle essentielle.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Dialogue_19_Spreadsheets_for_future_teachers/06_Teacher.mp3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