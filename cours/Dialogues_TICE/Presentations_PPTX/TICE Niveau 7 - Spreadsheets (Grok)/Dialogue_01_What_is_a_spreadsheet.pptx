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a spreadsheet?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spreadsheet?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what is a spreadsheet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à quoi sert un tableur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Dialogue_1_What_is_a_spreadsheet/01_Student.mp3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spreadsheet?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spreadsheet is a program for organising, calculating and analysing data in 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tableur est un programme pour organiser, calculer et analyser des données dans des tableaux.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Dialogue_1_What_is_a_spreadsheet/02_Teacher.mp3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spreadsheet?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common spreadsheet programs?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programmes de tableur les plus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Dialogue_1_What_is_a_spreadsheet/03_Student.mp3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spreadsheet?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Microsoft Excel, Google Sheets and LibreOffice Calc.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Microsoft Excel, Google Sheets et LibreOffice Calc.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Dialogue_1_What_is_a_spreadsheet/04_Teacher.mp3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spreadsheet?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there a free alternative to Excel?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 a-t-il une alternative gratuite à Excel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Dialogue_1_What_is_a_spreadsheet/05_Student.mp3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spreadsheet?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Google Sheets and LibreOffice Calc are free and very powerful.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Google Sheets et LibreOffice Calc sont gratuits et très puissants.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Dialogue_1_What_is_a_spreadsheet/06_Teacher.mp3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