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 — What is a spreadsheet?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is a spreadsheet?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Sir, what is a spreadsheet used for?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Monsieur, à quoi sert un tableur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Dialogue_1_What_is_a_spreadsheet/01_Student.mp3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is a spreadsheet?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spreadsheet is a program for organising, calculating and analysing data in tables.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Un tableur est un programme pour organiser, calculer et analyser des données dans des tableaux.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Dialogue_1_What_is_a_spreadsheet/02_Teacher.mp3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is a spreadsheet?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are the most common spreadsheet programs?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Quels sont les programmes de tableur les plus courants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Dialogue_1_What_is_a_spreadsheet/03_Student.mp3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is a spreadsheet?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Microsoft Excel, Google Sheets and LibreOffice Calc.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Microsoft Excel, Google Sheets et LibreOffice Calc.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Dialogue_1_What_is_a_spreadsheet/04_Teacher.mp3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is a spreadsheet?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there a free alternative to Excel?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Y a-t-il une alternative gratuite à Excel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Dialogue_1_What_is_a_spreadsheet/05_Student.mp3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 is a spreadsheet?  |  💻 TICE Niveau 7 - Spreadsheets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Google Sheets and LibreOffice Calc are free and very powerful.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Google Sheets et LibreOffice Calc sont gratuits et très puissants.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Dialogue_1_What_is_a_spreadsheet/06_Teacher.mp3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