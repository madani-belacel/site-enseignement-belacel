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Copying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Copying formulas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copy a formula to many cells quickly?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copier rapidement une formule vers plusieurs cellules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Dialogue_9_Copying_formulas/01_Student.mp3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Copying formulas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Write the formula in the first cell, then use the fill handle (the small square at the bottom-right of the cell) and drag it down or across.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Écrivez la formule dans la première cellule, puis utilisez la poignée de recopie (le petit carré en bas à droite de la cellule) et faites-la glisser vers le bas ou sur le côté.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Dialogue_9_Copying_formulas/02_Teacher.mp3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Copying formulas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happens to relative references when we copy?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se passe-t-il pour les références relatives quand on copie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Dialogue_9_Copying_formulas/03_Student.mp3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Copying formulas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change automatically according to the new position. That is why relative references are so practical.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Elles changent automatiquement selon la nouvelle position. C'est pourquoi les références relatives sont si pratiques.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Dialogue_9_Copying_formulas/04_Teacher.mp3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Copying formulas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also copy with Ctrl + C and Ctrl + V?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aussi copier avec Ctrl + C et Ctrl + V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Dialogue_9_Copying_formulas/05_Student.mp3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Copying formulas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Both methods work. The fill handle is often faster for continuous ranges.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Les deux méthodes fonctionnent. La poignée de recopie est souvent plus rapide pour les plages continues.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Dialogue_9_Copying_formulas/06_Teacher.mp3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