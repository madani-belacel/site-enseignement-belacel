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Common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Common mistakes to avoid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common mistakes should we avoid in spreadsheets?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erreurs courantes devons-nous éviter dans les tableurs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Dialogue_18_Common_mistakes_to_avoid/01_Student.mp3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Common mistakes to avoid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Forgetting the equal sign in formulas, mixing text and numbers in the same column, and deleting cells that are used by other formulas.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Oublier le signe égal dans les formules, mélanger texte et nombres dans la même colonne, et supprimer des cellules utilisées par d'autres formules.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Dialogue_18_Common_mistakes_to_avoid/02_Teacher.mp3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Common mistakes to avoid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happens if a formula has an error?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se passe-t-il si une formule contient une erreur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Dialogue_18_Common_mistakes_to_avoid/03_Student.mp3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Common mistakes to avoid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cell shows an error message such as #DIV/0!, #VALUE! or #REF!. You must find and correct the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cellule affiche un message d'erreur comme #DIV/0!, #VALUE! ou #REF!. Vous devez trouver et corriger le problème.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Dialogue_18_Common_mistakes_to_avoid/04_Teacher.mp3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Common mistakes to avoid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prevent mistakes?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prévenir les erreurs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Dialogue_18_Common_mistakes_to_avoid/05_Student.mp3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Common mistakes to avoid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 the structure of the table before typing, use clear headers, and check formulas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Planifiez la structure du tableau avant de taper, utilisez des en-têtes clairs, et vérifiez soigneusement les formules.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Dialogue_18_Common_mistakes_to_avoid/06_Teacher.mp3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