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AVERAGE, MIN, MAX and 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AVERAGE, MIN, MAX and COUNT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other common functions should we know?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autres fonctions courantes devons-nous connaître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Dialogue_7_AVERAGE_MIN_MAX_and_COUNT/01_Student.mp3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AVERAGE, MIN, MAX and COUNT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AVERAGE for the mean, MIN for the smallest value, MAX for the largest value, and COUNT for the number of numeric values.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MOYENNE pour la moyenne, MIN pour la plus petite valeur, MAX pour la plus grande valeur, et NB pour le nombre de valeurs numériques.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Dialogue_7_AVERAGE_MIN_MAX_and_COUNT/02_Teacher.mp3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AVERAGE, MIN, MAX and COUNT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examples?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Dialogue_7_AVERAGE_MIN_MAX_and_COUNT/03_Student.mp3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AVERAGE, MIN, MAX and COUNT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Yes: =AVERAGE(B2:B20), =MIN(C1:C15), =MAX(D1:D15), =COUNT(A1:A50).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=MOYENNE(B2:B20), =MIN(C1:C15), =MAX(D1:D15), =NB(A1:A50).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Dialogue_7_AVERAGE_MIN_MAX_and_COUNT/04_Teacher.mp3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AVERAGE, MIN, MAX and COUNT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these functions useful for student results?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Ces fonctions sont-elles utiles pour les résultats des étudiants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Dialogue_7_AVERAGE_MIN_MAX_and_COUNT/05_Student.mp3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AVERAGE, MIN, MAX and COUNT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useful. Teachers often use them to calculate averages, find the best and lowest marks, and count how many students took a test.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Très utiles. Les enseignants les utilisent souvent pour calculer les moyennes, trouver les meilleures et les plus basses notes, et compter combien d'étudiants ont passé un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Dialogue_7_AVERAGE_MIN_MAX_and_COUNT/06_Teacher.mp3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