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Filtering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Filtering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sorting and filtering?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trier et filtrer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Dialogue_11_Filtering_data/01_Student.mp3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Filtering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Sorting changes the order of all the rows. Filtering hides the rows that do not match a condition and shows only the ones you want.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Trier change l'ordre de toutes les lignes. Filtrer masque les lignes qui ne correspondent pas à une condition et n'affiche que celles que vous voulez.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Dialogue_11_Filtering_data/02_Teacher.mp3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Filtering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activate a filter?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activer un filtre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Dialogue_11_Filtering_data/03_Student.mp3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Filtering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Select the header row, go to the Data tab, and click Filter. Small arrows appear in the headers.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Sélectionnez la ligne d'en-tête, allez dans l'onglet Données, et cliquez sur Filtrer. De petites flèches apparaissent dans les en-têtes.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Dialogue_11_Filtering_data/04_Teacher.mp3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Filtering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filtering useful for large tables of results?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filtrage est-il utile pour de grands tableaux de résultats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Dialogue_11_Filtering_data/05_Student.mp3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Filtering data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Extremely useful. You can quickly show only the students of one group, or only the marks above a certain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Extrêmement utile. Vous pouvez rapidement n'afficher que les étudiants d'un groupe, ou seulement les notes au-dessus d'un certain niveau.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Dialogue_11_Filtering_data/06_Teacher.mp3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