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12 — What is a computer virus?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💻 TICE Niveau 3 - Software and Operating Systems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12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12 — What is a computer virus?  |  💻 TICE Niveau 3 - Software and Operating Systems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is a computer virus?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Qu'est-ce qu'un virus informatique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Dialogue_12_What_is_a_computer_virus/01_Student.mp3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12 — What is a computer virus?  |  💻 TICE Niveau 3 - Software and Operating Systems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 computer virus is a malicious program that can copy itself and damage files, steal information, or slow down the computer.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Un virus informatique est un programme malveillant qui peut se copier lui-même et endommager des fichiers, voler des informations, ou ralentir l'ordinateur.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Dialogue_12_What_is_a_computer_virus/02_Teacher.mp3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12 — What is a computer virus?  |  💻 TICE Niveau 3 - Software and Operating Systems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How do viruses usually enter a computer?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Comment les virus entrent-ils généralement dans un ordinateur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Dialogue_12_What_is_a_computer_virus/03_Student.mp3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12 — What is a computer virus?  |  💻 TICE Niveau 3 - Software and Operating Systems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Through infected email attachments, dangerous downloads, or infected USB sticks.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Par des pièces jointes de courriel infectées, des téléchargements dangereux, ou des clés USB infectées.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Dialogue_12_What_is_a_computer_virus/04_Teacher.mp3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12 — What is a computer virus?  |  💻 TICE Niveau 3 - Software and Operating Systems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Can a virus spread by itself?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Un virus peut-il se propager tout seul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Dialogue_12_What_is_a_computer_virus/05_Student.mp3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12 — What is a computer virus?  |  💻 TICE Niveau 3 - Software and Operating Systems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Some can. That is why we must be careful with every file we open or download.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Certains le peuvent. C'est pourquoi nous devons être prudents avec chaque fichier que nous ouvrons ou téléchargeons.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Dialogue_12_What_is_a_computer_virus/06_Teacher.mp3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