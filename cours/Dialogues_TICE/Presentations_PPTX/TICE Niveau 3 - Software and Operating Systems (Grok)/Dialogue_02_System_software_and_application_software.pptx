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System software and application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System software and application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two main families of software?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sont les deux grandes familles de logiciels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Dialogue_2_System_software_and_application_software/01_Student.mp3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System software and application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There are two main families: system software and application software.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logiciels système et les logiciels d'application.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Dialogue_2_System_software_and_application_software/02_Teacher.mp3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System software and application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system software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fait le logiciel système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Dialogue_2_System_software_and_application_software/03_Student.mp3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System software and application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System software manages the computer itself. The most important example is the operating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logiciel système gère l'ordinateur lui-même. L'exemple le plus important est le système d'exploitation.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Dialogue_2_System_software_and_application_software/04_Teacher.mp3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System software and application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application software?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le logiciel d'application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Dialogue_2_System_software_and_application_software/05_Student.mp3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System software and application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Application software performs useful tasks for the user: writing documents, browsing the web, editing photos, etc.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écrire des documents, naviguer sur le web, retoucher des photos, etc.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Dialogue_2_System_software_and_application_software/06_Teacher.mp3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