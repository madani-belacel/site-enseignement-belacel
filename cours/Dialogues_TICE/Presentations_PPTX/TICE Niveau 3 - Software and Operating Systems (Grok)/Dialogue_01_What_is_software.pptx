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 is software?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software?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what exactly is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qu'est-ce qu'un logiciel exactement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Dialogue_1_What_is_software/01_Student.mp3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software?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Software is a set of instructions that tells the computer what to do. Without software, the hardware is useless.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logiciel est un ensemble d'instructions qui dit à l'ordinateur quoi faire. Sans logiciel, le matériel est inutile.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Dialogue_1_What_is_software/02_Teacher.mp3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software?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a program the same thing as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programme est-il la même chose qu'un logiciel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Dialogue_1_What_is_software/03_Student.mp3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software?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Almost. A program is a set of instructions for a specific task. Software is a broader term that can include one or many programs.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Presque. Un programme est un ensemble d'instructions pour une tâche précise. Logiciel est un terme plus large qui peut inclure un ou plusieurs programmes.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Dialogue_1_What_is_software/04_Teacher.mp3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software?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a simple example?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un exemple simple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Dialogue_1_What_is_software/05_Student.mp3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software?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write a text in Word, Word is the software (or application) that gives instructions to the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vous écrivez un texte dans Word, Word est le logiciel (ou l'application) qui donne des instructions à l'ordinateur.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Dialogue_1_What_is_software/06_Teacher.mp3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