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Why do we need updates?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Why do we need updates?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it important to update software?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est-il important de mettre à jour les logiciels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Dialogue_11_Why_do_we_need_updates/01_Student.mp3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Why do we need updates?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Updates repair bugs, add new features, and most importantly protect the computer against security threats.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mises à jour corrigent les bugs, ajoutent de nouvelles fonctions, et surtout protègent l'ordinateur contre les menaces de sécurité.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Dialogue_11_Why_do_we_need_updates/02_Teacher.mp3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Why do we need updates?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bug?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bug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Dialogue_11_Why_do_we_need_updates/03_Student.mp3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Why do we need updates?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bug is an error in the program that makes it behave incorrectly or crash.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bug est une erreur dans le programme qui le fait mal se comporter ou planter.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Dialogue_11_Why_do_we_need_updates/04_Teacher.mp3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Why do we need updates?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update the operating system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aussi mettre à jour le système d'exploitation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Dialogue_11_Why_do_we_need_updates/05_Student.mp3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Why do we need updates?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Operating system updates are particularly important for security.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Les mises à jour du système d'exploitation sont particulièrement importantes pour la sécurité.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Dialogue_11_Why_do_we_need_updates/06_Teacher.mp3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