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18 — Cloud software and online applications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3 - Software and Operating Systems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18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Cloud software and online applications  |  💻 TICE Niveau 3 - Software and Operating Systems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is the difference between installed software and cloud software?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Quelle est la différence entre un logiciel installé et un logiciel cloud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Dialogue_18_Cloud_software_and_online_applications/01_Student.mp3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Cloud software and online applications  |  💻 TICE Niveau 3 - Software and Operating Systems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Installed software runs on your computer. Cloud software runs on the internet and you access it through a browser.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Le logiciel installé fonctionne sur votre ordinateur. Le logiciel cloud fonctionne sur Internet et vous y accédez via un navigateur.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Dialogue_18_Cloud_software_and_online_applications/02_Teacher.mp3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Cloud software and online applications  |  💻 TICE Niveau 3 - Software and Operating Systems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you give examples of cloud applications?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Pouvez-vous donner des exemples d'applications cloud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Dialogue_18_Cloud_software_and_online_applications/03_Student.mp3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Cloud software and online applications  |  💻 TICE Niveau 3 - Software and Operating Systems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Google Docs, Google Sheets, Microsoft 365 online, Canva, and many learning platforms.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Google Docs, Google Sheets, Microsoft 365 en ligne, Canva, et de nombreuses plateformes d'apprentissage.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Dialogue_18_Cloud_software_and_online_applications/04_Teacher.mp3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Cloud software and online applications  |  💻 TICE Niveau 3 - Software and Operating Systems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are the advantages?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Quels sont les avantages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Dialogue_18_Cloud_software_and_online_applications/05_Student.mp3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Cloud software and online applications  |  💻 TICE Niveau 3 - Software and Operating Systems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You can work from any computer, share documents easily, and you do not need to install anything.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Vous pouvez travailler depuis n'importe quel ordinateur, partager des documents facilement, et vous n'avez rien à installer.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Dialogue_18_Cloud_software_and_online_applications/06_Teacher.mp3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