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8 — Free software and proprietary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8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Free software and proprietary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the difference between free software and proprietary software?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Quelle est la différence entre logiciel libre et logiciel propriétaire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Dialogue_8_Free_software_and_proprietary_software/01_Student.mp3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Free software and proprietary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Proprietary software is owned by a company. You need a licence to use it and you cannot modify it. Free software (or open-source) can be used, studied, modified and shared freely.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logiciel propriétaire appartient à une entreprise. Il faut une licence pour l'utiliser et on ne peut pas le modifier. Le logiciel libre (ou open-source) peut être utilisé, étudié, modifié et partagé librement.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Dialogue_8_Free_software_and_proprietary_software/02_Teacher.mp3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Free software and proprietary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free software always free of charge?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Le logiciel libre est-il toujours gratuit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Dialogue_8_Free_software_and_proprietary_software/03_Student.mp3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Free software and proprietary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most cases yes, but “free” here mainly means freedom, not necessarily zero price.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Dans la plupart des cas oui, mais « libre » ici signifie surtout la liberté, pas nécessairement le prix zéro.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Dialogue_8_Free_software_and_proprietary_software/04_Teacher.mp3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Free software and proprietary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you give examples?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Pouvez-vous donner des exemples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Dialogue_8_Free_software_and_proprietary_software/05_Student.mp3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8 — Free software and proprietary software  |  💻 TICE Niveau 3 - Software and Operating Systems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Windows and Microsoft Office are proprietary. Linux, LibreOffice and Firefox are free software.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Windows et Microsoft Office sont propriétaires. Linux, LibreOffice et Firefox sont des logiciels libres.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Dialogue_8_Free_software_and_proprietary_software/06_Teacher.mp3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