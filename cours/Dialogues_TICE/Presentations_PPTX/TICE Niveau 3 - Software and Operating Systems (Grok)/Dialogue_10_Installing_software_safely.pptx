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Installing software safely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Installing software safely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we install a program safely?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installer un programme en toute sécurité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Dialogue_10_Installing_software_safely/01_Student.mp3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Installing software safely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Always download the software from the official website. Avoid unknown sites that offer “free” versions of paid programs.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Téléchargez toujours le logiciel depuis le site officiel. Évitez les sites inconnus qui proposent des versions « gratuites » de programmes payants.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Dialogue_10_Installing_software_safely/02_Teacher.mp3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Installing software safely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we do after downloading?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faire après le téléchargement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Dialogue_10_Installing_software_safely/03_Student.mp3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Installing software safely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Run the installer and follow the steps carefully. Read the options before clicking “Next”.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Lancez l'installateur et suivez les étapes avec attention. Lisez les options avant de cliquer sur « Suivant 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Dialogue_10_Installing_software_safely/04_Teacher.mp3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Installing software safely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dangerous to install software from unknown sources?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Est-il dangereux d'installer des logiciels provenant de sources inconnues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Dialogue_10_Installing_software_safely/05_Student.mp3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Installing software safely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It is one of the most common ways to get viruses or malware on a computer.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C'est l'une des façons les plus courantes d'attraper des virus ou des logiciels malveillants sur un ordinateur.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Dialogue_10_Installing_software_safely/06_Teacher.mp3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