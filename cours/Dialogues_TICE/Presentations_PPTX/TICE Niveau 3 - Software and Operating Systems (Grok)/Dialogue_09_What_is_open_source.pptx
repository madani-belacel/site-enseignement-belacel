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9 — What is open source?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9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What is open source?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does open source mean?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Que signifie open source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Dialogue_9_What_is_open_source/01_Student.mp3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What is open source?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Open source means that the source code of the software is publicly available. Anyone can see how it is written and improve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Open source signifie que le code source du logiciel est disponible publiquement. N'importe qui peut voir comment il est écrit et l'améliorer.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Dialogue_9_What_is_open_source/02_Teacher.mp3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What is open source?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is the source code?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Qu'est-ce que le code source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Dialogue_9_What_is_open_source/03_Student.mp3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What is open source?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is the original text written by the programmers in a programming language.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C'est le texte original écrit par les programmeurs dans un langage de programmation.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Dialogue_9_What_is_open_source/04_Teacher.mp3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What is open source?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Student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Is open source software reliable?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Les logiciels open source sont-ils fiables 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Dialogue_9_What_is_open_source/05_Student.mp3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9 — What is open source?  |  💻 TICE Niveau 3 - Software and Operating Systems (Grok)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Teacher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Many excellent tools used by schools and companies are open source. The community constantly improves them.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Traduction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1A3C6E"/>
                </a:solidFill>
                <a:latin typeface="Calibri"/>
              </a:defRPr>
            </a:pPr>
            <a:r>
              <a:t>Oui. Beaucoup d'excellents outils utilisés par les écoles et les entreprises sont open source. La communauté les améliore constamment.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Dialogue_9_What_is_open_source/06_Teacher.mp3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