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What is open source?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open source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open source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Open source means that the source code of the software is publicly available. Anyone can see how it is written and improve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Open source signifie que le code source du logiciel est disponible publiquement. N'importe qui peut voir comment il est écrit et l'améliorer.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source code?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code source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the original text written by the programmers in a programming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le texte original écrit par les programmeurs dans un langage de programmation.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open source software reliable?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logiciels open source sont-ils fiables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What is open source?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excellent tools used by schools and companies are open source. The community constantly improves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Beaucoup d'excellents outils utilisés par les écoles et les entreprises sont open source. La communauté les améliore constamment.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Dialogue_9_What_is_open_source/06_Teacher.mp3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