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3 — What is an operating system?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💻 TICE Niveau 3 - Software and Operating Systems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3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3 — What is an operating system?  |  💻 TICE Niveau 3 - Software and Operating Systems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What is the operating system exactly?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Qu'est-ce que le système d'exploitation exactement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Dialogue_3_What_is_an_operating_system/01_Student.mp3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3 — What is an operating system?  |  💻 TICE Niveau 3 - Software and Operating Systems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The operating system is the main program that manages the whole computer: files, memory, devices and other programs.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les fichiers, la mémoire, les périphériques et les autres programmes.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Dialogue_3_What_is_an_operating_system/02_Teacher.mp3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3 — What is an operating system?  |  💻 TICE Niveau 3 - Software and Operating Systems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Can a computer work without an operating system?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Un ordinateur peut-il fonctionner sans système d'exploitation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Dialogue_3_What_is_an_operating_system/03_Student.mp3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3 — What is an operating system?  |  💻 TICE Niveau 3 - Software and Operating Systems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No. Without an operating system, the computer is just a machine that cannot run any useful program.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Non. Sans système d'exploitation, l'ordinateur n'est qu'une machine qui ne peut exécuter aucun programme utile.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Dialogue_3_What_is_an_operating_system/04_Teacher.mp3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3 — What is an operating system?  |  💻 TICE Niveau 3 - Software and Operating Systems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So it is like the foundation of everything?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Donc c'est comme la fondation de tout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Dialogue_3_What_is_an_operating_system/05_Student.mp3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3 — What is an operating system?  |  💻 TICE Niveau 3 - Software and Operating Systems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Exactly. Nothing works without it.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Exactement. Rien ne fonctionne sans lui.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Dialogue_3_What_is_an_operating_system/06_Teacher.mp3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