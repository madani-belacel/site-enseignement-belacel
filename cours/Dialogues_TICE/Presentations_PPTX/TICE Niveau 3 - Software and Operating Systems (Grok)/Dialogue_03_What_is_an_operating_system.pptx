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What is an operating system?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operating system?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operating system exactly?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 système d'exploitation exactement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Dialogue_3_What_is_an_operating_system/01_Student.mp3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operating system?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operating system is the main program that manages the whole computer: files, memory, devices and other programs.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fichiers, la mémoire, les périphériques et les autres programmes.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Dialogue_3_What_is_an_operating_system/02_Teacher.mp3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operating system?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a computer work without an operating system?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ordinateur peut-il fonctionner sans système d'exploitation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Dialogue_3_What_is_an_operating_system/03_Student.mp3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operating system?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Without an operating system, the computer is just a machine that cannot run any useful program.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Sans système d'exploitation, l'ordinateur n'est qu'une machine qui ne peut exécuter aucun programme utile.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Dialogue_3_What_is_an_operating_system/04_Teacher.mp3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operating system?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it is like the foundation of everything?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c'est comme la fondation de tout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Dialogue_3_What_is_an_operating_system/05_Student.mp3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an operating system?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Nothing works without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Rien ne fonctionne sans lui.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Dialogue_3_What_is_an_operating_system/06_Teacher.mp3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