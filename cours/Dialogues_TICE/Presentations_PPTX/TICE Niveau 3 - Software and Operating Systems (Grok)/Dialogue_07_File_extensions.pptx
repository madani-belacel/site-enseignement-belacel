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File 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File extensions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file extension?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extension de fichier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Dialogue_7_File_extensions/01_Student.mp3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File extensions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file extension is the short code after the dot in a file name. It tells the computer the type of the file.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L'extension de fichier est le court code après le point dans un nom de fichier. Elle indique à l'ordinateur le type du fichier.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Dialogue_7_File_extensions/02_Teacher.mp3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File extensions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some common examples?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quelques exemples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Dialogue_7_File_extensions/03_Student.mp3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File extensions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Yes: .docx for Word documents, .pdf for PDF files, .jpg for photos, .mp3 for music, and .exe for programs on Windows.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.docx pour les documents Word, .pdf pour les fichiers PDF, .jpg pour les photos, .mp3 pour la musique, et .exe pour les programmes sous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Dialogue_7_File_extensions/04_Teacher.mp3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File extensions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dangerous to change the extension?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dangereux de changer l'extension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Dialogue_7_File_extensions/05_Student.mp3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File extensions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Changing the extension can make the file unreadable or, in some cases, hide a dangerous program.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Changer l'extension peut rendre le fichier illisible ou, dans certains cas, masquer un programme dangereux.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Dialogue_7_File_extensions/06_Teacher.mp3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