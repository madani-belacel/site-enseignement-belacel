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4 — The most common operating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most common operating systems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are the most common operating systems today?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Quels sont les systèmes d'exploitation les plus courants aujourd'hui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Dialogue_4_The_most_common_operating_systems/01_Student.mp3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most common operating systems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On computers, the three main ones are Windows, macOS and Linux.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Sur les ordinateurs, les trois principaux sont Windows, macOS et Linux.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Dialogue_4_The_most_common_operating_systems/02_Teacher.mp3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most common operating systems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Which one is the most used?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Lequel est le plus utilisé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Dialogue_4_The_most_common_operating_systems/03_Student.mp3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most common operating systems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Windows is still the most widely used on personal computers, especially in schools and companies.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Windows est encore le plus largement utilisé sur les ordinateurs personnels, surtout dans les écoles et les entreprises.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Dialogue_4_The_most_common_operating_systems/04_Teacher.mp3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most common operating systems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on smartphones?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Et sur les smartphones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Dialogue_4_The_most_common_operating_systems/05_Student.mp3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most common operating systems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On smartphones the two main operating systems are Android and iOS.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Sur les smartphones, les deux principaux systèmes d'exploitation sont Android et iOS.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Dialogue_4_The_most_common_operating_systems/06_Teacher.mp3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