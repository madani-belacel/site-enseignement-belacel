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What does the operating system manage?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does the operating system manage?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exactly does the operating system manage?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gère exactement le système d'exploitation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Dialogue_5_What_does_the_operating_system_manage/01_Student.mp3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does the operating system manage?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manages the hardware, the memory, the files, the running programs, and the communication with devices.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gère le matériel, la mémoire, les fichiers, les programmes en cours d'exécution, et la communication avec les périphériques.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Dialogue_5_What_does_the_operating_system_manage/02_Teacher.mp3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does the operating system manage?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Does it also manage the screen and the keyboard?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Gère-t-il aussi l'écran et le clavier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Dialogue_5_What_does_the_operating_system_manage/03_Student.mp3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does the operating system manage?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Through special programs called drivers, the operating system controls all the connected devices.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Grâce à des programmes spéciaux appelés pilotes, le système d'exploitation contrôle tous les périphériques connectés.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Dialogue_5_What_does_the_operating_system_manage/04_Teacher.mp3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does the operating system manage?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when I open a file, the operating system is working?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quand j'ouvre un fichier, le système d'exploitation travaille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Dialogue_5_What_does_the_operating_system_manage/05_Student.mp3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does the operating system manage?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action you take is supervised and organised by the operating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Chaque action que vous effectuez est supervisée et organisée par le système d'exploitation.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Dialogue_5_What_does_the_operating_system_manage/06_Teacher.mp3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