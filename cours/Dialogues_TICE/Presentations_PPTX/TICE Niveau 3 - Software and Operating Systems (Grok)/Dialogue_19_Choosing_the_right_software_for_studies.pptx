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Choosing the right software for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 English students, which software should we master?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 tant qu'étudiants d'anglais, quels logiciels devrions-nous maîtriser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word processor (Word or LibreOffice Writer), a presentation tool (PowerPoint or Google Slides), a browser, and a PDF reader.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bon traitement de texte (Word ou LibreOffice Writer), un outil de présentation (PowerPoint ou Google Slides), un navigateur, et un lecteur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free alternatives good enough?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alternatives gratuites sont-elles suffisantes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LibreOffice, Google Docs and Google Slides are excellent and widely accepted in academic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LibreOffice, Google Docs et Google Slides sont excellents et largement acceptés dans le travail universitaire.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also learn collaborative tools?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Devrions-nous aussi apprendre les outils collaboratifs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Choosing the right software for studies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Tools like Google Drive and shared documents are essential for group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Des outils comme Google Drive et les documents partagés sont essentiels pour le travail de groupe.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Dialogue_19_Choosing_the_right_software_for_studies/06_Teacher.mp3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