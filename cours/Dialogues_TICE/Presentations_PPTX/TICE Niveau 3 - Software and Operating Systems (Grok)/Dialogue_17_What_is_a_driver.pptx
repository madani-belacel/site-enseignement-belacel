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What is a driver?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What is a driver?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driver in computing?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pilote en informatique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Dialogue_17_What_is_a_driver/01_Student.mp3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What is a driver?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driver is a small program that allows the operating system to communicate with a specific hardware device.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pilote est un petit programme qui permet au système d'exploitation de communiquer avec un périphérique matériel spécifique.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Dialogue_17_What_is_a_driver/02_Teacher.mp3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What is a driver?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example?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 exemple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Dialogue_17_What_is_a_driver/03_Student.mp3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What is a driver?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printer driver tells the system how to send a document to that particular printer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pilote d'imprimante indique au système comment envoyer un document à ce modèle particulier d'imprimante.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Dialogue_17_What_is_a_driver/04_Teacher.mp3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What is a driver?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happens if a driver is missing or outdated?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se passe-t-il si un pilote est manquant ou obsolète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Dialogue_17_What_is_a_driver/05_Student.mp3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What is a driver?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device may not work correctly or may not work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périphérique peut ne pas fonctionner correctement ou ne pas fonctionner du tout.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Dialogue_17_What_is_a_driver/06_Teacher.mp3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