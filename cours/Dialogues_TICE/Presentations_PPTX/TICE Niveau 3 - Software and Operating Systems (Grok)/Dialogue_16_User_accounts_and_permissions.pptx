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16 — User accounts and permissions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💻 TICE Niveau 3 - Software and Operating Systems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16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User accounts and permissions  |  💻 TICE Niveau 3 - Software and Operating Systems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Why does the operating system ask for an administrator password sometimes?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Pourquoi le système d'exploitation demande-t-il parfois un mot de passe administrateur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Dialogue_16_User_accounts_and_permissions/01_Student.mp3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User accounts and permissions  |  💻 TICE Niveau 3 - Software and Operating Systems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Because some actions can change the system. Only an administrator account has the right to install programs or change important settings.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Parce que certaines actions peuvent modifier le système. Seul un compte administrateur a le droit d'installer des programmes ou de changer des paramètres importants.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Dialogue_16_User_accounts_and_permissions/02_Teacher.mp3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User accounts and permissions  |  💻 TICE Niveau 3 - Software and Operating Systems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is the difference between an administrator and a standard user?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Quelle est la différence entre un administrateur et un utilisateur standard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Dialogue_16_User_accounts_and_permissions/03_Student.mp3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User accounts and permissions  |  💻 TICE Niveau 3 - Software and Operating Systems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An administrator has full control. A standard user can use the computer but cannot make system-wide changes.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Un administrateur a le contrôle total. Un utilisateur standard peut utiliser l'ordinateur mais ne peut pas faire de changements à l'échelle du système.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Dialogue_16_User_accounts_and_permissions/04_Teacher.mp3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User accounts and permissions  |  💻 TICE Niveau 3 - Software and Operating Systems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Is it safer to use a standard account every day?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Est-il plus sûr d'utiliser un compte standard au quotidien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Dialogue_16_User_accounts_and_permissions/05_Student.mp3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User accounts and permissions  |  💻 TICE Niveau 3 - Software and Operating Systems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It is a good security practice. Use the administrator account only when necessary.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Oui. C'est une bonne pratique de sécurité. Utilisez le compte administrateur seulement quand c'est nécessaire.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Dialogue_16_User_accounts_and_permissions/06_Teacher.mp3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