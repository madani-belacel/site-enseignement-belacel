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User accounts and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does the operating system ask for an administrator password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 système d'exploitation demande-t-il parfois un mot de passe administrateur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some actions can change the system. Only an administrator account has the right to install programs or change important settings.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certaines actions peuvent modifier le système. Seul un compte administrateur a le droit d'installer des programmes ou de changer des paramètres importants.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an administrator and a standard user?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administrateur et un utilisateur standard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administrator has full control. A standard user can use the computer but cannot make system-wide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administrateur a le contrôle total. Un utilisateur standard peut utiliser l'ordinateur mais ne peut pas faire de changements à l'échelle du système.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safer to use a standard account every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plus sûr d'utiliser un compte standard au quotidien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User accounts and permissions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is a good security practice. Use the administrator account only when necessary.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une bonne pratique de sécurité. Utilisez le compte administrateur seulement quand c'est nécessaire.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Dialogue_16_User_accounts_and_permissions/06_Teacher.mp3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