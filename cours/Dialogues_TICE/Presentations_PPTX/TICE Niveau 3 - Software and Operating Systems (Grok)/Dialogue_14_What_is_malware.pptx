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What is malware?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What is malware?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often hear the word malware. What does it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J'entends souvent le mot malware. Que signifie-t-il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Dialogue_14_What_is_malware/01_Student.mp3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What is malware?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Malware is a general term for any malicious software. Viruses, worms, trojans, spyware and ransomware are all types of malware.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Malware est un terme général pour tout logiciel malveillant. Les virus, vers, chevaux de Troie, logiciels espions et rançongiciels sont tous des types de malware.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Dialogue_14_What_is_malware/02_Teacher.mp3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What is malware?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spyware?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logiciel espion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Dialogue_14_What_is_malware/03_Student.mp3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What is malware?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Spyware secretly collects information about the user (passwords, browsing habits…) and sends it to someone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logiciel espion collecte secrètement des informations sur l'utilisateur (mots de passe, habitudes de navigation…) et les envoie à quelqu'un d'autre.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Dialogue_14_What_is_malware/04_Teacher.mp3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What is malware?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ransomware?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un rançongiciel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Dialogue_14_What_is_malware/05_Student.mp3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What is malware?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Ransomware blocks access to your files and asks for money to unlock them. It is one of the most dangerous threats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rançongiciel bloque l'accès à vos fichiers et demande de l'argent pour les débloquer. C'est l'une des menaces les plus dangereuses aujourd'hui.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Dialogue_14_What_is_malware/06_Teacher.mp3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