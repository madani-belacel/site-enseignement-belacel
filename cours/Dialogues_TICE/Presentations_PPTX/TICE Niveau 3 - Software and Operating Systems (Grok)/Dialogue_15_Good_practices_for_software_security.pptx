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Good practices for software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Good practices for software security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simple habits can protect our computers?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habitudes simples peuvent protéger nos ordinateurs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Dialogue_15_Good_practices_for_software_security/01_Student.mp3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Good practices for software security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the operating system and all software updated, use a good antivirus, do not open suspicious attachments, and download only from official 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Gardez le système d'exploitation et tous les logiciels à jour, utilisez un bon antivirus, n'ouvrez pas les pièces jointes suspectes, et téléchargez uniquement depuis des sources officielles.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Dialogue_15_Good_practices_for_software_security/02_Teacher.mp3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Good practices for software security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a strong password important for software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mot de passe fort est-il important aussi pour les logiciels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Dialogue_15_Good_practices_for_software_security/03_Student.mp3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Good practices for software security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Many programs and online accounts are protected by passwords. A weak password is an open door.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Beaucoup de programmes et de comptes en ligne sont protégés par des mots de passe. Un mot de passe faible est une porte ouverte.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Dialogue_15_Good_practices_for_software_security/04_Teacher.mp3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Good practices for software security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be careful with USB sticks?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être prudents avec les clés USB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Dialogue_15_Good_practices_for_software_security/05_Student.mp3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Good practices for software security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Absolutely. Always scan a USB stick from someone else before opening its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Absolument. Analysez toujours une clé USB provenant de quelqu'un d'autre avant d'ouvrir ses fichiers.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Dialogue_15_Good_practices_for_software_security/06_Teacher.mp3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