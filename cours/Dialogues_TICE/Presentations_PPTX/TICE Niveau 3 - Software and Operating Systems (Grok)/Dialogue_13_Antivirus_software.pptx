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Antivirus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Antivirus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does an antivirus protect the computer?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un antivirus protège-t-il l'ordinateur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Dialogue_13_Antivirus_software/01_Student.mp3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Antivirus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 antivirus scans files and programs. It detects known threats and blocks them before they can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antivirus analyse les fichiers et les programmes. Il détecte les menaces connues et les bloque avant qu'elles ne puissent s'exécuter.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Dialogue_13_Antivirus_software/02_Teacher.mp3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Antivirus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 built-in Windows Defender enough?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Windows Defender intégré est-il suffisant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Dialogue_13_Antivirus_software/03_Student.mp3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Antivirus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 many users yes. It has improved a lot. But you must keep it activated and updated.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 de nombreux utilisateurs oui. Il s'est beaucoup amélioré. Mais il faut le garder activé et à jour.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Dialogue_13_Antivirus_software/04_Teacher.mp3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Antivirus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install several antivirus programs?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installer plusieurs antivirus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Dialogue_13_Antivirus_software/05_Student.mp3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Antivirus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One good antivirus is enough. Several antivirus programs can conflict with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Un bon antivirus suffit. Plusieurs antivirus peuvent entrer en conflit les uns avec les autres.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Dialogue_13_Antivirus_software/06_Teacher.mp3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