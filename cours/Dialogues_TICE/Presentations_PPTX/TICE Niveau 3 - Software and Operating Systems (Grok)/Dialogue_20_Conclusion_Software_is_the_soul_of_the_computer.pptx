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20 — Conclusion: Software is the soul of the computer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Software is the soul of the computer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should we remember from this course on software?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 devons-nous retenir de ce cours sur les logiciels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Dialogue_20_Conclusion_Software_is_the_soul_of_the_computer/01_Student.mp3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Software is the soul of the computer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Remember that software gives life to the hardware. The operating system is the foundation, applications do the useful work, and security must never be forgotten.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Retenez que le logiciel donne vie au matériel. Le système d'exploitation est la fondation, les applications font le travail utile, et la sécurité ne doit jamais être oubliée.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Dialogue_20_Conclusion_Software_is_the_soul_of_the_computer/02_Teacher.mp3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Software is the soul of the computer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most important practical advice?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 est le conseil pratique le plus important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Dialogue_20_Conclusion_Software_is_the_soul_of_the_computer/03_Student.mp3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Software is the soul of the computer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Keep everything updated, download only from trusted sources, organise your files, and use both free and proprietary tools intelligently.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Gardez tout à jour, téléchargez uniquement depuis des sources fiables, organisez vos fichiers, et utilisez intelligemment les outils libres et propriétaires.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Dialogue_20_Conclusion_Software_is_the_soul_of_the_computer/04_Teacher.mp3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Software is the soul of the computer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you, sir. The difference between hardware and software is now very clear.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Merci, monsieur. La différence entre matériel et logiciel est maintenant très claire.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Dialogue_20_Conclusion_Software_is_the_soul_of_the_computer/05_Student.mp3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Software is the soul of the computer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Next time we will explore the Internet and web browsing. See you soon.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Excellent. La prochaine fois nous explorerons Internet et la navigation web. À bientôt.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Dialogue_20_Conclusion_Software_is_the_soul_of_the_computer/06_Teacher.mp3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