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What is a file and a folder?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 file and a folder?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fichier et un dossier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file is a collection of data that has a name and a type (for example a Word document or a photo). A folder is a container that organises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fichier est un ensemble de données qui a un nom et un type (par exemple un document Word ou une photo). Un dossier est un conteneur qui organise les fichiers.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a folder contain other folders?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dossier peut-il contenir d'autres dossiers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can create folders inside folders. This is called a hierarchical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Nous pouvons créer des dossiers à l'intérieur d'autres dossiers. On appelle cela une structure hiérarchique.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organisation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l'organisation est-elle importante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file and a folder?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a well-organised system of files and folders saves time and prevents the loss of important documents.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qu'un système bien organisé de fichiers et de dossiers fait gagner du temps et évite la perte de documents importants.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Dialogue_6_What_is_a_file_and_a_folder/06_Teacher.mp3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