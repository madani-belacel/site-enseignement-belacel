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What is inside the case?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inside the case?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important components are inside the computer case?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composants importants se trouvent à l'intérieur du boîtier de l'ordinateur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Dialogue_5_What_is_inside_the_case/01_Student.mp3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inside the case?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motherboard, the processor (CPU), the memory (RAM), the storage units (hard disk or SSD), and the power supply.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carte mère, le processeur (CPU), la mémoire (RAM), les unités de stockage (disque dur ou SSD), et l'alimentation.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Dialogue_5_What_is_inside_the_case/02_Teacher.mp3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inside the case?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graphics card also inside?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carte graphique est-elle aussi à l'intérieur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Dialogue_5_What_is_inside_the_case/03_Student.mp3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inside the case?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in many computers there is a graphics card (GPU) that handles images and videos.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Oui, dans de nombreux ordinateurs il y a une carte graphique (GPU) qui gère les images et les vidéos.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Dialogue_5_What_is_inside_the_case/04_Teacher.mp3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inside the case?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the case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le boîtier est-il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Dialogue_5_What_is_inside_the_case/05_Student.mp3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inside the case?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protects the internal components, keeps them cool with fans, and organises all the connections.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protège les composants internes, les maintient au frais avec des ventilateurs, et organise toutes les connexions.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Dialogue_5_What_is_inside_the_case/06_Teacher.mp3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