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8 — What is RAM?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What is RAM?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does RAM mean and what is it used for?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 signifie RAM et à quoi sert-elle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Dialogue_8_What_is_RAM/01_Student.mp3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What is RAM?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RAM means Random Access Memory. It is the working memory of the computer.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RAM signifie Random Access Memory (mémoire vive). C'est la mémoire de travail de l'ordinateur.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Dialogue_8_What_is_RAM/02_Teacher.mp3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What is RAM?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is it different from the hard disk?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En quoi est-elle différente du disque dur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Dialogue_8_What_is_RAM/03_Student.mp3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What is RAM?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RAM is temporary and very fast. It stores the data and programs that are currently being used. When you switch off the computer, the content of RAM disappears.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La RAM est temporaire et très rapide. Elle stocke les données et programmes en cours d'utilisation. Quand vous éteignez l'ordinateur, le contenu de la RAM disparaît.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Dialogue_8_What_is_RAM/04_Teacher.mp3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What is RAM?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do we say that more RAM is better?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Pourquoi dit-on que plus de RAM c'est mieux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Dialogue_8_What_is_RAM/05_Student.mp3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What is RAM?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Because with more RAM the computer can run more programs at the same time without slowing down.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Parce qu'avec plus de RAM l'ordinateur peut faire tourner plus de programmes en même temps sans ralentir.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Dialogue_8_What_is_RAM/06_Teacher.mp3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