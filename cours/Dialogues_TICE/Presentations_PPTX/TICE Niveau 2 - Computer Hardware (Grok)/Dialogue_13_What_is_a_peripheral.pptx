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What is a peripheral?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What is a peripheral?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exactly is a peripheral?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qu'un périphérique exactement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Dialogue_13_What_is_a_peripheral/01_Student.mp3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What is a peripheral?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peripheral is any device connected to the computer that adds a specific function.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périphérique est tout dispositif connecté à l'ordinateur qui ajoute une fonction spécifique.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Dialogue_13_What_is_a_peripheral/02_Teacher.mp3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What is a peripheral?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give examples?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Pouvez-vous donner des exemples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Dialogue_13_What_is_a_peripheral/03_Student.mp3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What is a peripheral?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Printers, scanners, external hard disks, USB sticks, webcams, speakers and projectors are all peripherals.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imprimantes, scanners, disques durs externes, clés USB, webcams, haut-parleurs et projecteurs sont tous des périphériques.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Dialogue_13_What_is_a_peripheral/04_Teacher.mp3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What is a peripheral?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Are the keyboard and mouse peripherals too?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clavier et la souris sont-ils aussi des périphériques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Dialogue_13_What_is_a_peripheral/05_Student.mp3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What is a peripheral?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They are the most common input peripherals.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Ce sont les périphériques d'entrée les plus courants.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Dialogue_13_What_is_a_peripheral/06_Teacher.mp3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