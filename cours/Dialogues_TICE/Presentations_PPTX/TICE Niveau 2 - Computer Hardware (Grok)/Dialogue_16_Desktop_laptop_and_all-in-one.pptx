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16 — Desktop, laptop and all-in-one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Desktop, laptop and all-in-one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difference between a desktop and a laptop?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 est la différence entre un ordinateur de bureau et un portable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Dialogue_16_Desktop_laptop_and_all_in_one/01_Student.mp3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Desktop, laptop and all-in-one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desktop has separate components and stays in one place. A laptop is portable and integrates the screen, keyboard and battery in one unit.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ordinateur de bureau a des composants séparés et reste à un endroit. Un portable est mobile et intègre l'écran, le clavier et la batterie dans une seule unité.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Dialogue_16_Desktop_laptop_and_all_in_one/02_Teacher.mp3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Desktop, laptop and all-in-one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an all-in-one computer?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qu'un ordinateur tout-en-un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Dialogue_16_Desktop_laptop_and_all_in_one/03_Student.mp3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Desktop, laptop and all-in-one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a desktop computer where the system unit is integrated behind the screen. It looks like a large monitor.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C'est un ordinateur de bureau où l'unité centrale est intégrée derrière l'écran. Il ressemble à un grand moniteur.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Dialogue_16_Desktop_laptop_and_all_in_one/04_Teacher.mp3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Desktop, laptop and all-in-one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Which one is better for students?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Lequel est le mieux pour les étudiants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Dialogue_16_Desktop_laptop_and_all_in_one/05_Student.mp3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Desktop, laptop and all-in-one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depends on your needs. Laptops are convenient for mobility. Desktops often offer better performance for the same price.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Cela dépend de vos besoins. Les portables sont pratiques pour la mobilité. Les ordinateurs de bureau offrent souvent de meilleures performances pour le même prix.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Dialogue_16_Desktop_laptop_and_all_in_one/06_Teacher.mp3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