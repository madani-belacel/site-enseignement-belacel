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 — What is input?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What is input?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exactly do we mean by input?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Qu'entend-on exactement par entrée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Dialogue_2_What_is_input/01_Student.mp3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What is input?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Input is the data or instructions that you give to the computer.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L'entrée est la donnée ou les instructions que vous donnez à l'ordinateur.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Dialogue_2_What_is_input/02_Teacher.mp3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What is input?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do we give input to the computer?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donnons-nous une entrée à l'ordinateur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Dialogue_2_What_is_input/03_Student.mp3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What is input?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With input devices such as the keyboard, the mouse, the microphone, the scanner or the webcam.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Avec des périphériques d'entrée comme le clavier, la souris, le microphone, le scanner ou la webcam.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Dialogue_2_What_is_input/04_Teacher.mp3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What is input?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touching the screen also input?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Toucher l'écran est-il aussi une entrée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Dialogue_2_What_is_input/05_Student.mp3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What is input?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On smartphones and tablets, the touch screen is both an input and an output device.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Sur les smartphones et les tablettes, l'écran tactile est à la fois un périphérique d'entrée et de sortie.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Dialogue_2_What_is_input/06_Teacher.mp3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