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USB sticks and external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USB stick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sert une clé USB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USB stick is a small portable storage device. You can carry files in your pocket and transfer them easily between computers.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clé USB est un petit dispositif de stockage portable. Vous pouvez transporter des fichiers dans votre poche et les transférer facilement entre ordinateurs.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an external hard disk the same?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disque dur externe est-il la même chose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has the same purpose but usually offers a much larger capacity. It is useful for backups.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a le même objectif mais offre généralement une capacité beaucoup plus grande. Il est utile pour les sauvegardes.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backup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la sauvegarde est-elle importante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USB sticks and external storage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hardware can fail. If you have a backup copy of your important files, you do not lose your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 matériel peut tomber en panne. Si vous avez une copie de sauvegarde de vos fichiers importants, vous ne perdez pas votre travail.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Dialogue_14_USB_sticks_and_external_storage/06_Teacher.mp3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