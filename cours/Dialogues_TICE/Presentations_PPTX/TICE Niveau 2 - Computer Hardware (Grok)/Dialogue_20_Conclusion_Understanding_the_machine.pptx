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20 — Conclusion: Understanding the machine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Understanding the machine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should we remember from this lesson on hardware?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 devons-nous retenir de cette leçon sur le matériel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Dialogue_20_Conclusion_Understanding_the_machine/01_Student.mp3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Understanding the machine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Remember that a computer is a system of input, processing, output and storage. Hardware is the physical foundation on which all software runs.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Retenez qu'un ordinateur est un système d'entrée, de traitement, de sortie et de stockage. Le matériel est la fondation physique sur laquelle tout logiciel fonctionne.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Dialogue_20_Conclusion_Understanding_the_machine/02_Teacher.mp3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Understanding the machine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Why is this knowledge useful for future English teachers?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Pourquoi cette connaissance est-elle utile pour de futurs enseignants d'anglais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Dialogue_20_Conclusion_Understanding_the_machine/03_Student.mp3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Understanding the machine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Because you will use computers every day. Understanding the basic hardware helps you solve simple problems and choose the right tools for your students.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Parce que vous utiliserez des ordinateurs tous les jours. Comprendre le matériel de base vous aide à résoudre des problèmes simples et à choisir les bons outils pour vos étudiants.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Dialogue_20_Conclusion_Understanding_the_machine/04_Teacher.mp3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Understanding the machine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you, sir. It is much clearer now.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Merci, monsieur. C'est beaucoup plus clair maintenant.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Dialogue_20_Conclusion_Understanding_the_machine/05_Student.mp3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Understanding the machine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are welcome. Next time we will study software and operating systems. See you soon.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Je vous en prie. La prochaine fois nous étudierons les logiciels et les systèmes d'exploitation. À bientôt.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Dialogue_20_Conclusion_Understanding_the_machine/06_Teacher.mp3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