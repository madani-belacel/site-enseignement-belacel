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What is the processor (CPU)?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the processor (CPU)?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processor and why is it so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 processeur et pourquoi est-il si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Dialogue_7_What_is_the_processor_CPU/01_Student.mp3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the processor (CPU)?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processor, or CPU (Central Processing Unit), is the brain of the computer. It executes instructions and performs calculations.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processeur, ou CPU (Central Processing Unit), est le cerveau de l'ordinateur. Il exécute les instructions et effectue les calculs.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Dialogue_7_What_is_the_processor_CPU/02_Teacher.mp3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the processor (CPU)?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Does a faster processor make the computer faster?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processeur plus rapide rend-il l'ordinateur plus rapide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Dialogue_7_What_is_the_processor_CPU/03_Student.mp3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the processor (CPU)?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Generally yes. The speed of the processor (measured in GHz) and the number of cores influence overall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En général oui. La vitesse du processeur (mesurée en GHz) et le nombre de cœurs influencent les performances globales.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Dialogue_7_What_is_the_processor_CPU/04_Teacher.mp3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the processor (CPU)?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is the processor located?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Où se trouve le processeur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Dialogue_7_What_is_the_processor_CPU/05_Student.mp3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What is the processor (CPU)?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plugged into a special socket on the motherboard and is usually covered by a cooling fan or heat sink.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est enfiché dans un support spécial sur la carte mère et est généralement recouvert d'un ventilateur ou d'un dissipateur thermique.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Dialogue_7_What_is_the_processor_CPU/06_Teacher.mp3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