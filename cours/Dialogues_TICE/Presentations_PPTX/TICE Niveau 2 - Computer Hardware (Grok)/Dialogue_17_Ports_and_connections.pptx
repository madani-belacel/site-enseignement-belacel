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17 — Ports and connections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17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Ports and connections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are the ports on a computer used for?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À quoi servent les ports d'un ordinateur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Dialogue_17_Ports_and_connections/01_Student.mp3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Ports and connections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Ports allow you to connect external devices such as USB sticks, printers, monitors or headphones.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Les ports permettent de connecter des périphériques externes comme des clés USB, des imprimantes, des moniteurs ou des écouteurs.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Dialogue_17_Ports_and_connections/02_Teacher.mp3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Ports and connections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the most common port today?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 est le port le plus courant aujourd'hui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Dialogue_17_Ports_and_connections/03_Student.mp3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Ports and connections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USB port is the most common. There are different versions: USB-A, USB-C, and older ones.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USB-A, USB-C, et d'anciennes.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Dialogue_17_Ports_and_connections/04_Teacher.mp3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Ports and connections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about HDMI?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Et le HDMI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Dialogue_17_Ports_and_connections/05_Student.mp3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Ports and connections  |  💻 TICE Niveau 2 - Computer Hardware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HDMI is used to connect the computer to a screen, a television or a projector for video and audio.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 HDMI sert à connecter l'ordinateur à un écran, une télévision ou un projecteur pour la vidéo et l'audio.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Dialogue_17_Ports_and_connections/06_Teacher.mp3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