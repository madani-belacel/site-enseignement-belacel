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19 — How to take care of computer hardware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19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How to take care of computer hardware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can we protect our computer hardware?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Comment pouvons-nous protéger notre matériel informatique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Dialogue_19_How_to_take_care_of_computer_hardware/01_Student.mp3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How to take care of computer hardware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Keep it clean, avoid extreme temperatures, use a surge protector, and handle portable devices carefully.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Gardez-le propre, évitez les températures extrêmes, utilisez une multiprise parafoudre, et manipulez les appareils portables avec précaution.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Dialogue_19_How_to_take_care_of_computer_hardware/02_Teacher.mp3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How to take care of computer hardware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dust dangerous?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La poussière est-elle dangereuse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Dialogue_19_How_to_take_care_of_computer_hardware/03_Student.mp3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How to take care of computer hardware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Dust can block the fans and cause overheating, which reduces the life of the components.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Oui. La poussière peut bloquer les ventilateurs et provoquer une surchauffe, ce qui réduit la durée de vie des composants.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Dialogue_19_How_to_take_care_of_computer_hardware/04_Teacher.mp3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How to take care of computer hardware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about liquids?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Et les liquides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Dialogue_19_How_to_take_care_of_computer_hardware/05_Student.mp3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How to take care of computer hardware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Never place drinks near the computer. Liquid damage is one of the most common and expensive accidents.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Ne placez jamais de boissons près de l'ordinateur. Les dégâts des liquides sont l'un des accidents les plus courants et les plus coûteux.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Dialogue_19_How_to_take_care_of_computer_hardware/06_Teacher.mp3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