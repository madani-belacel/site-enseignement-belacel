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Hardware vs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Hardware vs Software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hardware and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le matériel et le logiciel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Dialogue_15_Hardware_vs_Software/01_Student.mp3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Hardware vs Software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Hardware is the physical part of the computer: everything you can touch. Software is the set of instructions and programs that tell the hardware what to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tout ce que vous pouvez toucher. Le logiciel est l'ensemble des instructions et programmes qui disent au matériel quoi faire.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Dialogue_15_Hardware_vs_Software/02_Teacher.mp3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Hardware vs Software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simple examples?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des exemples simples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Dialogue_15_Hardware_vs_Software/03_Student.mp3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Hardware vs Software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keyboard, the screen and the processor are hardware. Windows, Word and Chrome are software.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clavier, l'écran et le processeur sont du matériel. Windows, Word et Chrome sont des logiciels.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Dialogue_15_Hardware_vs_Software/04_Teacher.mp3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Hardware vs Software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Which one is more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Lequel est le plus important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Dialogue_15_Hardware_vs_Software/05_Student.mp3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Hardware vs Software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Both are essential. Hardware without software is useless, and software cannot run without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deux sont essentiels. Le matériel sans logiciel est inutile, et le logiciel ne peut pas fonctionner sans matériel.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Dialogue_15_Hardware_vs_Software/06_Teacher.mp3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