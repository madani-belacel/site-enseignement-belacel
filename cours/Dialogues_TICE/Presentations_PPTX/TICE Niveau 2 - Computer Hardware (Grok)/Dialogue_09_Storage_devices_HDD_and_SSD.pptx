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9 — Storage devices: HDD and SSD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2 - Computer Hardware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9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Storage devices: HDD and SSD  |  💻 TICE Niveau 2 - Computer Hardware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is the difference between a hard disk and an SSD?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Quelle est la différence entre un disque dur et un SSD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Dialogue_9_Storage_devices_HDD_and_SSD/01_Student.mp3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Storage devices: HDD and SSD  |  💻 TICE Niveau 2 - Computer Hardware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 traditional hard disk (HDD) uses spinning magnetic platters. An SSD (Solid State Drive) uses flash memory and has no moving parts.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Un disque dur traditionnel (HDD) utilise des plateaux magnétiques qui tournent. Un SSD (Solid State Drive) utilise de la mémoire flash et n'a aucune pièce mobile.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Dialogue_9_Storage_devices_HDD_and_SSD/02_Teacher.mp3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Storage devices: HDD and SSD  |  💻 TICE Niveau 2 - Computer Hardware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Which one is better?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Lequel est le meilleur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Dialogue_9_Storage_devices_HDD_and_SSD/03_Student.mp3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Storage devices: HDD and SSD  |  💻 TICE Niveau 2 - Computer Hardware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SSDs are much faster, more silent and more resistant to shocks. HDDs are usually cheaper for large capacities.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Les SSD sont beaucoup plus rapides, plus silencieux et plus résistants aux chocs. Les HDD sont généralement moins chers pour de grandes capacités.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Dialogue_9_Storage_devices_HDD_and_SSD/04_Teacher.mp3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Storage devices: HDD and SSD  |  💻 TICE Niveau 2 - Computer Hardware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Is the storage permanent?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Le stockage est-il permanent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Dialogue_9_Storage_devices_HDD_and_SSD/05_Student.mp3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Storage devices: HDD and SSD  |  💻 TICE Niveau 2 - Computer Hardware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Unlike RAM, data on a hard disk or SSD remains even when the computer is turned off.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Oui. Contrairement à la RAM, les données sur un disque dur ou un SSD restent même lorsque l'ordinateur est éteint.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Dialogue_9_Storage_devices_HDD_and_SSD/06_Teacher.mp3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