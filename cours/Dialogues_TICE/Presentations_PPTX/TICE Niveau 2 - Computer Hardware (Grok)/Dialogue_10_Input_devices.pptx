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Input devices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Input devices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list the most common input devices?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lister les périphériques d'entrée les plus courants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Dialogue_10_Input_devices/01_Student.mp3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Input devices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keyboard, the mouse, the touchpad, the microphone, the scanner, the webcam, and the touch screen.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clavier, la souris, le pavé tactile, le microphone, le scanner, la webcam et l'écran tactile.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Dialogue_10_Input_devices/02_Teacher.mp3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Input devices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main function of the keyboard?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fonction principale du clavier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Dialogue_10_Input_devices/03_Student.mp3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Input devices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allows the user to enter text, numbers and commands by pressing keys.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Il permet à l'utilisateur d'entrer du texte, des chiffres et des commandes en appuyant sur des touches.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Dialogue_10_Input_devices/04_Teacher.mp3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Input devices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the mouse?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la souris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Dialogue_10_Input_devices/05_Student.mp3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Input devices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mouse controls the pointer on the screen and allows the user to select, open and move objects.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souris contrôle le pointeur à l'écran et permet à l'utilisateur de sélectionner, ouvrir et déplacer des objets.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Dialogue_10_Input_devices/06_Teacher.mp3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