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What is a scanner?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a scanner?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a scanner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fait un scanner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Dialogue_11_What_is_a_scanner/01_Student.mp3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a scanner?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scanner converts a paper document or a photo into a digital image that the computer can store and edit.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scanner convertit un document papier ou une photo en image numérique que l'ordinateur peut stocker et modifier.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Dialogue_11_What_is_a_scanner/02_Teacher.mp3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a scanner?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an input or an output device?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Est-ce un périphérique d'entrée ou de sortie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Dialogue_11_What_is_a_scanner/03_Student.mp3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a scanner?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an input device because it sends data into the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C'est un périphérique d'entrée car il envoie des données dans l'ordinateur.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Dialogue_11_What_is_a_scanner/04_Teacher.mp3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a scanner?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digital file usually called?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appelle-t-on généralement le fichier numérique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Dialogue_11_What_is_a_scanner/05_Student.mp3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a scanner?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often call it a scan. It can be saved as JPEG, PNG or PDF.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On l'appelle souvent un scan. Il peut être enregistré en JPEG, PNG ou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Dialogue_11_What_is_a_scanner/06_Teacher.mp3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