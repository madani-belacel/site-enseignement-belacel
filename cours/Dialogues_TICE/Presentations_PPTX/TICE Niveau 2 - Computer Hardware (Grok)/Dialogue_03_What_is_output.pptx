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What is output?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output?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what is output?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qu'est-ce que la sortie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Dialogue_3_What_is_output/01_Student.mp3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output?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Output is the result that the computer produces after processing the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sortie est le résultat que l'ordinateur produit après avoir traité les données.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Dialogue_3_What_is_output/02_Teacher.mp3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output?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concrete examples of output?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concrets de sortie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Dialogue_3_What_is_output/03_Student.mp3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output?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Text on the screen, a printed document, music from the speakers, or a video displayed on the monitor.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Du texte à l'écran, un document imprimé, de la musique par les haut-parleurs, ou une vidéo affichée sur le moniteur.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Dialogue_3_What_is_output/04_Teacher.mp3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output?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output is what we see, hear or receive from the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la sortie est ce que nous voyons, entendons ou recevons de l'ordinateur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Dialogue_3_What_is_output/05_Student.mp3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output?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Output devices make the results of processing visible or audible to the 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Les périphériques de sortie rendent les résultats du traitement visibles ou audibles pour l'utilisateur.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Dialogue_3_What_is_output/06_Teacher.mp3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