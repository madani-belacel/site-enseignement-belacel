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3 — What is output?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💻 TICE Niveau 2 - Computer Hardware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3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3 — What is output?  |  💻 TICE Niveau 2 - Computer Hardware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And what is output?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Et qu'est-ce que la sortie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Dialogue_3_What_is_output/01_Student.mp3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3 — What is output?  |  💻 TICE Niveau 2 - Computer Hardware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Output is the result that the computer produces after processing the data.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La sortie est le résultat que l'ordinateur produit après avoir traité les données.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Dialogue_3_What_is_output/02_Teacher.mp3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3 — What is output?  |  💻 TICE Niveau 2 - Computer Hardware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Can you give concrete examples of output?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Pouvez-vous donner des exemples concrets de sortie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Dialogue_3_What_is_output/03_Student.mp3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3 — What is output?  |  💻 TICE Niveau 2 - Computer Hardware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Text on the screen, a printed document, music from the speakers, or a video displayed on the monitor.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Du texte à l'écran, un document imprimé, de la musique par les haut-parleurs, ou une vidéo affichée sur le moniteur.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Dialogue_3_What_is_output/04_Teacher.mp3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3 — What is output?  |  💻 TICE Niveau 2 - Computer Hardware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So output is what we see, hear or receive from the computer?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Donc la sortie est ce que nous voyons, entendons ou recevons de l'ordinateur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Dialogue_3_What_is_output/05_Student.mp3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3 — What is output?  |  💻 TICE Niveau 2 - Computer Hardware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Exactly. Output devices make the results of processing visible or audible to the user.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Exactement. Les périphériques de sortie rendent les résultats du traitement visibles ou audibles pour l'utilisateur.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Dialogue_3_What_is_output/06_Teacher.mp3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