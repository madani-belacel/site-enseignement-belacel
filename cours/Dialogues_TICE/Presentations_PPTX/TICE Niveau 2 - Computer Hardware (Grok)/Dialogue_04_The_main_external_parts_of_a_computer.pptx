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The main external parts of a computer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main external parts of a computer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external parts of a desktop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principales parties externes d'un ordinateur de bureau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Dialogue_4_The_main_external_parts_of_a_computer/01_Student.mp3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main external parts of a computer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system unit (or case), the screen (monitor), the keyboard and the mouse.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L'unité centrale (ou boîtier), l'écran (moniteur), le clavier et la souris.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Dialogue_4_The_main_external_parts_of_a_computer/02_Teacher.mp3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main external parts of a computer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 speakers and the webcam also external parts?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haut-parleurs et la webcam sont-ils aussi des parties externes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Dialogue_4_The_main_external_parts_of_a_computer/03_Student.mp3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main external parts of a computer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Any device that is outside the case and connected to it is considered an external part or peripheral.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Tout dispositif qui se trouve à l'extérieur du boîtier et qui y est connecté est considéré comme une partie externe ou un périphérique.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Dialogue_4_The_main_external_parts_of_a_computer/04_Teacher.mp3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main external parts of a computer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a laptop?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pour un ordinateur portable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Dialogue_4_The_main_external_parts_of_a_computer/05_Student.mp3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main external parts of a computer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 laptop, the screen, keyboard and touchpad are integrated into one single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Dans un ordinateur portable, l'écran, le clavier et le pavé tactile sont intégrés dans une seule unité.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Dialogue_4_The_main_external_parts_of_a_computer/06_Teacher.mp3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