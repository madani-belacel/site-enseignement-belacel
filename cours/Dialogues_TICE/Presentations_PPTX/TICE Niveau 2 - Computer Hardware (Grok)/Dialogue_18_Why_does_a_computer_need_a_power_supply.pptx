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Why does a computer need a power supply?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Why does a computer need a power supply?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role of the power supply unit?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 est le rôle de l'alimentation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Dialogue_18_Why_does_a_computer_need_a_power_supply/01_Student.mp3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Why does a computer need a power supply?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power supply converts the electricity from the wall socket into the correct voltages needed by the internal components.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L'alimentation convertit l'électricité de la prise murale en tensions correctes nécessaires aux composants internes.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Dialogue_18_Why_does_a_computer_need_a_power_supply/02_Teacher.mp3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Why does a computer need a power supply?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Does a laptop also have a power supply?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ordinateur portable a-t-il aussi une alimentation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Dialogue_18_Why_does_a_computer_need_a_power_supply/03_Student.mp3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Why does a computer need a power supply?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The charger of a laptop is its external power supply. Inside there is also a battery that allows mobile 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Le chargeur d'un portable est son alimentation externe. À l'intérieur il y a aussi une batterie qui permet l'utilisation mobile.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Dialogue_18_Why_does_a_computer_need_a_power_supply/04_Teacher.mp3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Why does a computer need a power supply?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happens if the power supply fails?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se passe-t-il si l'alimentation tombe en panne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Dialogue_18_Why_does_a_computer_need_a_power_supply/05_Student.mp3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Why does a computer need a power supply?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computer cannot start or may stop suddenly. It is one of the critical components.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L'ordinateur ne peut pas démarrer ou peut s'arrêter brusquement. C'est l'un des composants critiques.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Dialogue_18_Why_does_a_computer_need_a_power_supply/06_Teacher.mp3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