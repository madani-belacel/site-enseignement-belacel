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Output 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Output devices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main output devices?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principaux périphériques de sortie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Dialogue_12_Output_devices/01_Student.mp3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Output devices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screen (monitor), the printer, the speakers and the headphones.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L'écran (moniteur), l'imprimante, les haut-parleurs et le casque.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Dialogue_12_Output_devices/02_Teacher.mp3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Output devices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role of the screen?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est le rôle de l'écran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Dialogue_12_Output_devices/03_Student.mp3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Output devices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screen displays text, images and videos so that the user can see the results of processing.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L'écran affiche le texte, les images et les vidéos afin que l'utilisateur puisse voir les résultats du traitement.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Dialogue_12_Output_devices/04_Teacher.mp3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Output devices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the printer?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l'imprimante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Dialogue_12_Output_devices/05_Student.mp3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Output devices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printer produces a paper copy of a document. This paper copy is called a printout.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L'imprimante produit une copie papier d'un document. Cette copie papier s'appelle un tirage.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Dialogue_12_Output_devices/06_Teacher.mp3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