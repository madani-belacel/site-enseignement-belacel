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What is the motherboard?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the motherboard?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role of the motherboard?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le rôle de la carte mère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Dialogue_6_What_is_the_motherboard/01_Student.mp3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the motherboard?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motherboard is the main circuit board. It connects all the internal components so they can communicate.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carte mère est le circuit principal. Elle relie tous les composants internes pour qu'ils puissent communiquer.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Dialogue_6_What_is_the_motherboard/02_Teacher.mp3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the motherboard?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like the backbone of the computer?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Est-elle comme la colonne vertébrale de l'ordinateur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Dialogue_6_What_is_the_motherboard/03_Student.mp3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the motherboard?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that is a good comparison. Everything is plugged into the motherboard: CPU, RAM, storage, and expansion cards.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CPU, RAM, stockage et cartes d'extension.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Dialogue_6_What_is_the_motherboard/04_Teacher.mp3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the motherboard?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a computer work without a motherboard?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ordinateur peut-il fonctionner sans carte mère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Dialogue_6_What_is_the_motherboard/05_Student.mp3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the motherboard?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Without the motherboard, the components cannot work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Sans la carte mère, les composants ne peuvent pas travailler ensemble.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Dialogue_6_What_is_the_motherboard/06_Teacher.mp3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