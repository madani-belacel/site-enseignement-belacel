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a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can you give us a simple definition of a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pouvez-vous nous donner une définition simple d'un 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computer is an electronic machine that receives data, processes it, and produces a useful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ordinateur est une machine électronique qui reçoit des données, les traite et produit un résultat utile.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results can it produce?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types de résultats peut-il produire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text document, a calculation, an image, a video, a sound, or any digital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document texte, un calcul, une image, une vidéo, un son, ou toute sortie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it always follows the same basic process?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il suit toujours le même processus de base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computer?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input, processing, output and storage. That is the fundamental cycle of every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entrée, traitement, sortie et stockage. C'est le cycle fondamental de tout 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Dialogue_1_What_is_a_computer/06_Teacher.mp3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