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Social networks for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Social networks for learning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social networks be useful for studying English?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réseaux sociaux peuvent-ils être utiles pour étudier l'anglais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Dialogue_15_Social_networks_for_learning/01_Student.mp3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Social networks for learning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you use them intentionally. You can follow quality English-learning pages, join language-exchange groups, and practise writing.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si vous les utilisez de façon intentionnelle. Vous pouvez suivre des pages de qualité pour l'apprentissage de l'anglais, rejoindre des groupes d'échange linguistique, et pratiquer l'écriture.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Dialogue_15_Social_networks_for_learning/02_Teacher.mp3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Social networks for learning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risks?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risques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Dialogue_15_Social_networks_for_learning/03_Student.mp3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Social networks for learning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Distraction, exposure to incorrect language, and privacy issues if you share too much personal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distraction, l'exposition à une langue incorrecte, et les problèmes de vie privée si vous partagez trop d'informations personnelles.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Dialogue_15_Social_networks_for_learning/04_Teacher.mp3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Social networks for learning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mix personal and academic accounts?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mélanger les comptes personnels et académiques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Dialogue_15_Social_networks_for_learning/05_Student.mp3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Social networks for learning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often wiser to keep them separate, especially for future professional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est souvent plus sage de les séparer, surtout pour la vie professionnelle future.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Dialogue_15_Social_networks_for_learning/06_Teacher.mp3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