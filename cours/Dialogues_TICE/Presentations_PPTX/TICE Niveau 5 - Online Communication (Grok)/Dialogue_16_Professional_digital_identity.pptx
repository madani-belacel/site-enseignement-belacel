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Professional digital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Professional digital identity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professional digital identity?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identité numérique professionnelle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Dialogue_16_Professional_digital_identity/01_Student.mp3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Professional digital identity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the image you project online through your e-mail address, your posts, your profile photo, and the content you share.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l'image que vous projetez en ligne à travers votre adresse de courriel, vos publications, votre photo de profil, et le contenu que vous partagez.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Dialogue_16_Professional_digital_identity/02_Teacher.mp3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Professional digital identity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does it matter for future teachers?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est-ce important pour les futurs enseignants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Dialogue_16_Professional_digital_identity/03_Student.mp3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Professional digital identity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schools and recruiters may look at your online presence. A respectful and professional image is an advantage.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les établissements et les recruteurs peuvent regarder votre présence en ligne. Une image respectueuse et professionnelle est un avantage.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Dialogue_16_Professional_digital_identity/04_Teacher.mp3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Professional digital identity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simple steps can we take?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mesures simples pouvons-nous prendre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Dialogue_16_Professional_digital_identity/05_Student.mp3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Professional digital identity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a serious e-mail address, choose appropriate profile pictures, and think twice before posting anything public.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Utilisez une adresse de courriel sérieuse, choisissez des photos de profil appropriées, et réfléchissez deux fois avant de publier quoi que ce soit de public.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Dialogue_16_Professional_digital_identity/06_Teacher.mp3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