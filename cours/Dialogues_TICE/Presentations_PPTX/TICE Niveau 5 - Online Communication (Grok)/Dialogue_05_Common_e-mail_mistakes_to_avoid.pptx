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Common e-mail mistakes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Common e-mail mistakes to avoid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mistakes should we avoid when writing to a teacher?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erreurs devons-nous éviter quand nous écrivons à un enseignant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Dialogue_5_Common_e_mail_mistakes_to_avoid/01_Student.mp3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Common e-mail mistakes to avoid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not write without a subject, do not use only slang or abbreviations, and never forget to introduce yourself.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N'écrivez pas sans objet, n'utilisez pas uniquement de l'argot ou des abréviations, et n'oubliez jamais de vous présenter.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Dialogue_5_Common_e_mail_mistakes_to_avoid/02_Teacher.mp3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Common e-mail mistakes to avoid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bad to write “Hi” to a teacher?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mal d'écrire « Hi » à un enseignant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Dialogue_5_Common_e_mail_mistakes_to_avoid/03_Student.mp3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Common e-mail mistakes to avoid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a formal academic context, it is better to use “Dear Mr/Ms + Name” or “Dear Professor”.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Dans un contexte académique formel, il vaut mieux utiliser « Dear Mr/Ms + Name » ou « Dear Professor 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Dialogue_5_Common_e_mail_mistakes_to_avoid/04_Teacher.mp3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Common e-mail mistakes to avoid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check the spelling before sending?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vérifier l'orthographe avant d'envoyer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Dialogue_5_Common_e_mail_mistakes_to_avoid/05_Student.mp3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Common e-mail mistakes to avoid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Always. A carefully written e-mail shows respect and professionalism.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Toujours. Un courriel soigneusement écrit montre du respect et du professionnalisme.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Dialogue_5_Common_e_mail_mistakes_to_avoid/06_Teacher.mp3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