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CC, BCC and Reply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CC, BCC and Reply All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difference between CC and BCC?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différence entre Cc et Cci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Dialogue_6_CC_BCC_and_Reply_All/01_Student.mp3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CC, BCC and Reply All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CC means Carbon Copy: everyone can see who received the message. BCC means Blind Carbon Copy: the other recipients do not see those addresses.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tout le monde peut voir qui a reçu le message. Cci signifie Copie carbone invisible : les autres destinataires ne voient pas ces adresses.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Dialogue_6_CC_BCC_and_Reply_All/02_Teacher.mp3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CC, BCC and Reply All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should we use BCC?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Quand devons-nous utiliser la Cci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Dialogue_6_CC_BCC_and_Reply_All/03_Student.mp3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CC, BCC and Reply All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you send a message to many people and you want to protect their privacy.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Quand vous envoyez un message à beaucoup de personnes et que vous voulez protéger leur vie privée.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Dialogue_6_CC_BCC_and_Reply_All/04_Teacher.mp3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CC, BCC and Reply All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about “Reply All”?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« Répondre à tous »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Dialogue_6_CC_BCC_and_Reply_All/05_Student.mp3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CC, BCC and Reply All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Use it only when everyone in the original message really needs to see your answer. Otherwise prefer a simple Reply.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Utilisez-le seulement quand tout le monde dans le message original a vraiment besoin de voir votre réponse. Sinon préférez une simple Réponse.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Dialogue_6_CC_BCC_and_Reply_All/06_Teacher.mp3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