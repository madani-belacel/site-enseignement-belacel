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Screen sharing and useful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screen sharing?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 partage d'écran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Screen sharing allows one participant to show his or her screen to the others, for example to present a document or a slideshow.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partage d'écran permet à un participant de montrer son écran aux autres, par exemple pour présenter un document ou un diaporama.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other useful functions exist?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autres fonctions utiles existent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chat, the raise-hand button, breakout rooms for group work, and recording (when authorised).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tchat, le bouton lever la main, les salles de sous-groupes pour le travail en groupe, et l'enregistrement (quand il est autorisé).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should we mute the microphone when we are not speaking?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devons-nous couper le microphone quand nous ne parlons pas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Screen sharing and useful functions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 avoid background noise that disturbs the whole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éviter les bruits de fond qui dérangent toute la classe.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Dialogue_13_Screen_sharing_and_useful_functions/06_Teacher.mp3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