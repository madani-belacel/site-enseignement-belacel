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Synchronous and asynchronous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Synchronous and asynchronous communication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synchronous and asynchronous communication?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communication synchrone et asynchrone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Dialogue_2_Synchronous_and_asynchronous_communication/01_Student.mp3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Synchronous and asynchronous communication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Synchronous communication happens in real time. Asynchronous communication means messages are sent and read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communication synchrone se déroule en temps réel. La communication asynchrone signifie que les messages sont envoyés et lus plus tard.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Dialogue_2_Synchronous_and_asynchronous_communication/02_Teacher.mp3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Synchronous and asynchronous communication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examples of each?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de chacune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Dialogue_2_Synchronous_and_asynchronous_communication/03_Student.mp3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Synchronous and asynchronous communication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video conference or a phone call is synchronous. An e-mail or a forum post is asynchronous.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visioconférence ou un appel téléphonique est synchrone. Un courriel ou un message de forum est asynchrone.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Dialogue_2_Synchronous_and_asynchronous_communication/04_Teacher.mp3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Synchronous and asynchronous communication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one is better for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Laquelle est la meilleure pour l'apprentissage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Dialogue_2_Synchronous_and_asynchronous_communication/05_Student.mp3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Synchronous and asynchronous communication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Both are useful. Synchronous communication is good for interaction. Asynchronous communication gives time to think and prepare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deux sont utiles. La communication synchrone est bonne pour l'interaction. La communication asynchrone donne le temps de réfléchir et de préparer les réponses.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Dialogue_2_Synchronous_and_asynchronous_communication/06_Teacher.mp3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