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What never to post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content should we never post on forums or groups?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type de contenu ne faut-il jamais publier sur les forums ou les groupes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 post private data, insults, false information, or copyrighted material without permission.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Ne publiez jamais de données privées, d'insultes, de fausses informations, ou de matériel protégé par le droit d'auteur sans autorisation.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private data dangerous?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les données privées sont-elles dangereuses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once something is online, it can be copied, shared, and used against you. Privacy is hard to recover.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qu'une fois que quelque chose est en ligne, il peut être copié, partagé et utilisé contre vous. La vie privée est difficile à récupérer.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think before we post?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réfléchir avant de publier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never to post online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Always. A good rule is: if you would not say it face to face or in front of your teacher, do not post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si vous ne le diriez pas en face à face ou devant votre enseignant, ne le publiez 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Dialogue_11_What_never_to_post_online/06_Teacher.mp3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