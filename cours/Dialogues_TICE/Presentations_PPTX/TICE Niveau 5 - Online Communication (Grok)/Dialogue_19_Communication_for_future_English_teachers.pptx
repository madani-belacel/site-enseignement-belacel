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Communication for future English teachers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online communication especially important for us as future English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la communication en ligne est-elle particulièrement importante pour nous en tant que futurs enseignants d'anglais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you will use it to communicate with students, parents and colleagues, and also to create authentic language practice opportunities.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vous l'utiliserez pour communiquer avec les étudiants, les parents et les collègues, et aussi pour créer des occasions authentiques de pratique de la langue.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use chat and video tools for language practice?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utiliser les outils de discussion et de vidéo pour la pratique de la langue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Online exchanges with speakers of English, recorded oral presentations, and collaborative writing are excellent pedagogical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Les échanges en ligne avec des locuteurs d'anglais, les présentations orales enregistrées, et l'écriture collaborative sont d'excellents outils pédagogiques.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teach netiquette to our future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enseigner la nétiquette à nos futurs élèves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Communication for future English teachers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Digital citizenship and respectful online behaviour are part of a modern teacher’s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La citoyenneté numérique et le comportement respectueux en ligne font partie de la responsabilité d'un enseignant moderne.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Dialogue_19_Communication_for_future_English_teachers/06_Teacher.mp3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