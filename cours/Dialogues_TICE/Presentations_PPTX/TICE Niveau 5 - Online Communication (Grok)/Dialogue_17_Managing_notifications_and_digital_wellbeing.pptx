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17 — Managing notifications and digital wellbeing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Managing notifications and digital wellbeing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can we avoid being constantly interrupted by messages?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éviter d'être constamment interrompu par les messages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Dialogue_17_Managing_notifications_and_digital_wellbeing/01_Student.mp3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Managing notifications and digital wellbeing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Turn off non-essential notifications, set specific times to check messages, and use “Do Not Disturb” modes when you study.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Désactivez les notifications non essentielles, fixez des moments précis pour consulter les messages, et utilisez les modes « Ne pas déranger » quand vous étudiez.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Dialogue_17_Managing_notifications_and_digital_wellbeing/02_Teacher.mp3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Managing notifications and digital wellbeing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it normal to feel stressed by constant connectivity?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Est-il normal de se sentir stressé par la connectivité permanente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Dialogue_17_Managing_notifications_and_digital_wellbeing/03_Student.mp3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Managing notifications and digital wellbeing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Many students feel pressure to answer immediately. Learning to manage digital time is part of digital competence.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Beaucoup d'étudiants ressentent la pression de répondre immédiatement. Apprendre à gérer le temps numérique fait partie de la compétence numérique.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Dialogue_17_Managing_notifications_and_digital_wellbeing/04_Teacher.mp3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Managing notifications and digital wellbeing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a good habit before sleeping?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Quelle est une bonne habitude avant de dormir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Dialogue_17_Managing_notifications_and_digital_wellbeing/05_Student.mp3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Managing notifications and digital wellbeing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Avoid screens for at least 30 minutes before bed. Blue light and constant stimulation can disturb sleep.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Évitez les écrans au moins 30 minutes avant de dormir. La lumière bleue et la stimulation constante peuvent perturber le sommeil.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Dialogue_17_Managing_notifications_and_digital_wellbeing/06_Teacher.mp3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