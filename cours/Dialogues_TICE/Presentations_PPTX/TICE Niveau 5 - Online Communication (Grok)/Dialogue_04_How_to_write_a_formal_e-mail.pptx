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How to write a formal e-mail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essential parts of a formal e-mail?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parties essentielles d'un courriel formel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clear subject line, a polite greeting, a well-structured message, a polite closing, and your full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objet clair, une formule de salutation polie, un message bien structuré, une formule de politesse de fin, et votre nom complet.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the subject line important?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l'objet est-il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the receiver often decides whether to open the message by reading the subject. It must be short and precise.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 destinataire décide souvent d'ouvrir le message en lisant l'objet. Il doit être court et précis.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an example of a good subject?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un exemple de bon objet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How to write a formal e-mail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“Request for information about the exam timetable – Group A”.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« Demande d'information sur le calendrier des examens – Groupe A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Dialogue_4_How_to_write_a_formal_e_mail/06_Teacher.mp3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