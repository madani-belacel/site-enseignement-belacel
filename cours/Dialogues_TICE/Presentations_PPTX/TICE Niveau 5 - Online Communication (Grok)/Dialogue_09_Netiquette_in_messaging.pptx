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Netiquette in messaging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netiquette?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la nétiquette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Netiquette is the set of polite rules for communicating online. It is digital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nétiquette est l'ensemble des règles de politesse pour communiquer en ligne. Ce sont les bonnes manières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some basic rules for group chats?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quelques règles de base pour les groupes de discussion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flood the group with unnecessary messages, avoid shouting with capital letters, and respect everyone’s time and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Ne saturer pas le groupe de messages inutiles, évitez de crier avec des majuscules, et respectez le temps et la vie privée de chacun.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polite to send voice messages at any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poli d'envoyer des messages vocaux à n'importe quelle heure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Netiquette in messaging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Prefer text during late hours, and keep voice messages short and relevant.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Préférez le texte pendant les heures tardives, et gardez les messages vocaux courts et pertinents.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Dialogue_9_Netiquette_in_messaging/06_Teacher.mp3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