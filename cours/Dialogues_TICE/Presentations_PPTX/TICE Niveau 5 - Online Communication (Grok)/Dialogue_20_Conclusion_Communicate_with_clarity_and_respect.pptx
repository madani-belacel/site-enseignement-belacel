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Communicate with clarity and respect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Communicate with clarity and respect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course on online communication?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 cours sur la communication en ligne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Dialogue_20_Conclusion_Communicate_with_clarity_and_respect/01_Student.mp3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Communicate with clarity and respect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every digital message represents you. Choose the right tool, write clearly, respect others, and protect your digital identity.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que chaque message numérique vous représente. Choisissez le bon outil, écrivez clairement, respectez les autres, et protégez votre identité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Dialogue_20_Conclusion_Communicate_with_clarity_and_respect/02_Teacher.mp3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Communicate with clarity and respect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most practical advice for daily use?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conseil le plus pratique pour un usage quotidien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Dialogue_20_Conclusion_Communicate_with_clarity_and_respect/03_Student.mp3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Communicate with clarity and respect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sending any message, ask yourself three questions: Is it necessary? Is it clear? Is it respectful?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nécessaire ? Est-ce clair ? Est-ce respectueux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Dialogue_20_Conclusion_Communicate_with_clarity_and_respect/04_Teacher.mp3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Communicate with clarity and respect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I will pay more attention to my digital communication.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Je ferai plus attention à ma communication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Dialogue_20_Conclusion_Communicate_with_clarity_and_respect/05_Student.mp3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Communicate with clarity and respect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Next time we will study word processing.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Excellent. La prochaine fois nous étudierons le traitement de texte.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Dialogue_20_Conclusion_Communicate_with_clarity_and_respect/06_Teacher.mp3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