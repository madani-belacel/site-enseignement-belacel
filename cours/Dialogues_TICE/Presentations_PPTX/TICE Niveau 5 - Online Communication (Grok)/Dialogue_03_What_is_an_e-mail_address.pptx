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What is an e-mail address?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e-mail address?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parts of an e-mail address?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parties d'une adresse de courriel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Dialogue_3_What_is_an_e_mail_address/01_Student.mp3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e-mail address?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 e-mail address has three parts: the username, the @ sign, and the domain. For example: student@gmail.com.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l'identifiant, le signe @, et le domaine. Par exemple : student@gmail.com.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Dialogue_3_What_is_an_e_mail_address/02_Teacher.mp3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e-mail address?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the @ sign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le signe @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Dialogue_3_What_is_an_e_mail_address/03_Student.mp3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e-mail address?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separates the username from the domain. We can read it as “at”: the user at that server.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l'utilisateur chez ce serveur.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Dialogue_3_What_is_an_e_mail_address/04_Teacher.mp3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e-mail address?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professional e-mail address?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adresse de courriel professionnelle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Dialogue_3_What_is_an_e_mail_address/05_Student.mp3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an e-mail address?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an address linked to your institution, for example name@univ-mosta.dz. It looks more serious than a personal address.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une adresse liée à votre institution, par exemple name@univ-mosta.dz. Elle paraît plus sérieuse qu'une adresse personnelle.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Dialogue_3_What_is_an_e_mail_address/06_Teacher.mp3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