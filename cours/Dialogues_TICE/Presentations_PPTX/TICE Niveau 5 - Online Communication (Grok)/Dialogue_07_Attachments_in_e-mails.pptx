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Attachments in e-mails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pay attention to when we send attachments?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devons-nous faire attention quand nous envoyons des pièces jointes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Check the file size, use a clear file name, and prefer common formats like PDF or DOCX.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Vérifiez la taille du fichier, utilisez un nom de fichier clair, et préférez des formats courants comme PDF ou DOCX.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good to send a very large file by e-mail?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bien d'envoyer un très gros fichier par courriel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Large files can be rejected by the server. Prefer cloud links (Google Drive, OneDrive) for big documents.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Les gros fichiers peuvent être refusés par le serveur. Préférez les liens cloud (Google Drive, OneDrive) pour les gros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the file name contain our name and the topic?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nom du fichier doit-il contenir notre nom et le sujet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Attachments in e-mails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name like “Ahmed_Benali_Essay_GroupA.pdf” is much clearer than “document1.pdf”.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Un nom comme « Ahmed_Benali_Essay_GroupA.pdf » est beaucoup plus clair que « document1.pdf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Dialogue_7_Attachments_in_e_mails/06_Teacher.mp3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