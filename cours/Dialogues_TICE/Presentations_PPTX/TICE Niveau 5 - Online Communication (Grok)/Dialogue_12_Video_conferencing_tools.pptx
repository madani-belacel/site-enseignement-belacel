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12 — Video conferencing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Video conferencing tools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are the main video conferencing tools used in education?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Quels sont les principaux outils de visioconférence utilisés dans l'éducation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Dialogue_12_Video_conferencing_tools/01_Student.mp3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Video conferencing tools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Zoom, Google Meet, Microsoft Teams, and sometimes BigBlueButton or Jitsi.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Zoom, Google Meet, Microsoft Teams, et parfois BigBlueButton ou Jitsi.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Dialogue_12_Video_conferencing_tools/02_Teacher.mp3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Video conferencing tools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do we need to participate in a video class?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De quoi avons-nous besoin pour participer à un cours en visioconférence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Dialogue_12_Video_conferencing_tools/03_Student.mp3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Video conferencing tools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device with a camera and a microphone, a stable Internet connection, and preferably headphones.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appareil avec une caméra et un microphone, une connexion Internet stable, et de préférence un casque.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Dialogue_12_Video_conferencing_tools/04_Teacher.mp3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Video conferencing tools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the camera always necessary?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La caméra est-elle toujours nécessaire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Dialogue_12_Video_conferencing_tools/05_Student.mp3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Video conferencing tools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depends on the teacher’s instructions. Turning the camera on often improves interaction and presence.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Cela dépend des consignes de l'enseignant. Allumer la caméra améliore souvent l'interaction et la présence.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Dialogue_12_Video_conferencing_tools/06_Teacher.mp3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