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What is digital communication?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digital communication?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Sir, what do we mean by digital communication?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Monsieur, qu'entend-on par communication numérique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Dialogue_1_What_is_digital_communication/01_Student.mp3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digital communication?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Digital communication is the exchange of messages through electronic tools such as e-mail, instant messaging, forums and video conferencing.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communication numérique est l'échange de messages à travers des outils électroniques comme le courriel, la messagerie instantanée, les forums et la visioconférence.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Dialogue_1_What_is_digital_communication/02_Teacher.mp3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digital communication?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different from traditional communication?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Est-elle différente de la communication traditionnelle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Dialogue_1_What_is_digital_communication/03_Student.mp3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digital communication?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It is faster, can reach many people at once, and often leaves a written record.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Elle est plus rapide, peut atteindre beaucoup de personnes à la fois, et laisse souvent une trace écrite.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Dialogue_1_What_is_digital_communication/04_Teacher.mp3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digital communication?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main channels we use as students?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principaux canaux que nous utilisons en tant qu'étudiants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Dialogue_1_What_is_digital_communication/05_Student.mp3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digital communication?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E-mail for formal messages, WhatsApp or Messenger for quick exchanges, and platforms like Moodle for academic discussions.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courriel pour les messages formels, WhatsApp ou Messenger pour les échanges rapides, et des plateformes comme Moodle pour les discussions académiques.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Dialogue_1_What_is_digital_communication/06_Teacher.mp3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