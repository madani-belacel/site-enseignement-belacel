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Instant messaging for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WhatsApp useful for academic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WhatsApp est-il utile pour le travail académique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for quick coordination, sharing short information, and creating class groups. But it is not the best place for long academic discussions.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pour la coordination rapide, le partage d'informations courtes, et la création de groupes de classe. Mais ce n'est pas le meilleur endroit pour de longues discussions académiques.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use SMS language in class groups?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utiliser le langage SMS dans les groupes de classe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Keep messages short and respectful, and try to write correctly. Good writing habits matter even in chats.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Gardez les messages courts et respectueux, et essayez d'écrire correctement. Les bonnes habitudes d'écriture comptent même dans les discussions.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group chat?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 groupe de discussion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Instant messaging for studies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 single conversation with several members, often used by a class or a project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une seule conversation avec plusieurs membres, souvent utilisée par une classe ou une équipe de projet.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Dialogue_8_Instant_messaging_for_studies/06_Teacher.mp3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