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Collaborative tools for group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Collaborative tools for group work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Which tools are useful for group projects?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outils sont utiles pour les projets de groupe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Dialogue_18_Collaborative_tools_for_group_work/01_Student.mp3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Collaborative tools for group work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Google Docs and Google Slides for collaborative writing and presentations, shared folders on Drive, and planning tools like Trello or a simple shared calendar.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Google Docs et Google Slides pour l'écriture et les présentations collaboratives, les dossiers partagés sur Drive, et des outils de planification comme Trello ou un simple calendrier partagé.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Dialogue_18_Collaborative_tools_for_group_work/02_Teacher.mp3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Collaborative tools for group work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advantage of Google Docs?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 est l'avantage de Google Docs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Dialogue_18_Collaborative_tools_for_group_work/03_Student.mp3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Collaborative tools for group work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Several people can edit the same document at the same time and see the changes instantly.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Plusieurs personnes peuvent modifier le même document en même temps et voir les changements instantanément.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Dialogue_18_Collaborative_tools_for_group_work/04_Teacher.mp3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Collaborative tools for group work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still meet face to face sometimes?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encore nous rencontrer en face à face parfois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Dialogue_18_Collaborative_tools_for_group_work/05_Student.mp3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Collaborative tools for group work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Digital tools are powerful, but real discussion often remains more effective for complex decisions.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Les outils numériques sont puissants, mais la discussion réelle reste souvent plus efficace pour les décisions complexes.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Dialogue_18_Collaborative_tools_for_group_work/06_Teacher.mp3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