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Forums and discussion 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Forums and discussion boards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forum?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 forum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Dialogue_10_Forums_and_discussion_boards/01_Student.mp3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Forums and discussion boards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forum is an online space where members post questions and answers on specific topics. Messages stay visible and are organised by threads.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forum est un espace en ligne où les membres publient des questions et des réponses sur des sujets précis. Les messages restent visibles et sont organisés par fils.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Dialogue_10_Forums_and_discussion_boards/02_Teacher.mp3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Forums and discussion boards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thread?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 fil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Dialogue_10_Forums_and_discussion_boards/03_Student.mp3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Forums and discussion boards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thread is a conversation on one topic: the first post and all the replies that follow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premier message et toutes les réponses qui le suivent.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Dialogue_10_Forums_and_discussion_boards/04_Teacher.mp3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Forums and discussion boards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should we ask a good question on a forum?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poser une bonne question sur un forum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Dialogue_10_Forums_and_discussion_boards/05_Student.mp3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Forums and discussion boards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Search first to see if the question has already been answered, then ask clearly and give all the necessary details.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Cherchez d'abord si la question a déjà une réponse, puis posez-la clairement et donnez tous les détails nécessaires.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Dialogue_10_Forums_and_discussion_boards/06_Teacher.mp3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