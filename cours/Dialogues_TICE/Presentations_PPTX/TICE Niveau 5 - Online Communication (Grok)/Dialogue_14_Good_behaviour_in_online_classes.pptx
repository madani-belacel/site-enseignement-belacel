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Good behaviour in online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Good behaviour in online classes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should we behave during a video class?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devons-nous nous comporter pendant un cours en visioconférence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Dialogue_14_Good_behaviour_in_online_classes/01_Student.mp3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Good behaviour in online classes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Join on time, mute your microphone when not speaking, use the raise-hand function, and avoid doing other activities during the class.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Rejoignez à l'heure, coupez votre microphone quand vous ne parlez pas, utilisez la fonction lever la main, et évitez de faire d'autres activités pendant le cours.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Dialogue_14_Good_behaviour_in_online_classes/02_Teacher.mp3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Good behaviour in online classes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acceptable to eat or lie on the bed during class?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Est-il acceptable de manger ou de s'allonger sur le lit pendant le cours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Dialogue_14_Good_behaviour_in_online_classes/03_Student.mp3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Good behaviour in online classes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better to sit at a desk, dress appropriately, and treat the online class with the same respect as a face-to-face class.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Il vaut mieux s'asseoir à un bureau, s'habiller de façon appropriée, et traiter le cours en ligne avec le même respect qu'un cours en présentiel.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Dialogue_14_Good_behaviour_in_online_classes/04_Teacher.mp3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Good behaviour in online classes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if the connection is bad?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faire si la connexion est mauvaise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Dialogue_14_Good_behaviour_in_online_classes/05_Student.mp3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Good behaviour in online classes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Inform the teacher politely in the chat and try to reconnect. Turn off the camera if necessary to save bandwidth.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Informez poliment l'enseignant dans le tchat et essayez de vous reconnecter. Éteignez la caméra si nécessaire pour économiser la bande passante.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Dialogue_14_Good_behaviour_in_online_classes/06_Teacher.mp3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