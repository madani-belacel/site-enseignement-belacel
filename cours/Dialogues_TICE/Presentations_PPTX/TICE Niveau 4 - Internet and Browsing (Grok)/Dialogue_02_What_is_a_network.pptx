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 — What is a network?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What is a network?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do we mean by a network?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Qu'entend-on par réseau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Dialogue_2_What_is_a_network/01_Student.mp3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What is a network?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network is a set of connected devices that can communicate with each other.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réseau est un ensemble d'appareils connectés qui peuvent communiquer entre eux.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Dialogue_2_What_is_a_network/02_Teacher.mp3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What is a network?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a network be small?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réseau peut-il être petit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Dialogue_2_What_is_a_network/03_Student.mp3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What is a network?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home network with a few devices connected to a Wi-Fi router is already a network.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Un réseau domestique avec quelques appareils connectés à un routeur Wi-Fi est déjà un réseau.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Dialogue_2_What_is_a_network/04_Teacher.mp3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What is a network?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the Internet is the biggest network?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Et Internet est le plus grand réseau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Dialogue_2_What_is_a_network/05_Student.mp3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What is a network?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It is the network of networks.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Exactement. C'est le réseau des réseaux.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Dialogue_2_What_is_a_network/06_Teacher.mp3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