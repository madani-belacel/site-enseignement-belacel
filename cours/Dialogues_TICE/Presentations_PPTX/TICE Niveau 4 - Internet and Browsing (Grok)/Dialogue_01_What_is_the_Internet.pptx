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What is the Internet?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the Internet?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Sir, what is the Internet in simple words?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Monsieur, qu'est-ce qu'Internet en termes simples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Dialogue_1_What_is_the_Internet/01_Student.mp3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the Internet?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Internet is a worldwide network that connects millions of computers and allows them to exchange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Internet est un réseau mondial qui connecte des millions d'ordinateurs et leur permet d'échanger des données.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Dialogue_1_What_is_the_Internet/02_Teacher.mp3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the Internet?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like a big highway?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Est-ce comme une grande autoroute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Dialogue_1_What_is_the_Internet/03_Student.mp3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the Internet?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 often call it the information highway because data travels across it at high speed.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On l'appelle souvent l'autoroute de l'information parce que les données y circulent à grande vitesse.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Dialogue_1_What_is_the_Internet/04_Teacher.mp3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the Internet?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Who owns the Internet?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Qui possède Internet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Dialogue_1_What_is_the_Internet/05_Student.mp3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the Internet?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Nobody owns it. It is a collection of networks managed by many organisations around the world.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Personne ne le possède. C'est un ensemble de réseaux gérés par de nombreuses organisations dans le monde.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Dialogue_1_What_is_the_Internet/06_Teacher.mp3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