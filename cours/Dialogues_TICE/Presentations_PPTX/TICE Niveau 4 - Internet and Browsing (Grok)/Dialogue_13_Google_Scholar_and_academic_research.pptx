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13 — Google Scholar and academic research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💻 TICE Niveau 4 - Internet and Browsing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13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13 — Google Scholar and academic research  |  💻 TICE Niveau 4 - Internet and Browsing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is Google Scholar?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Qu'est-ce que Google Scholar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Dialogue_13_Google_Scholar_and_academic_research/01_Student.mp3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13 — Google Scholar and academic research  |  💻 TICE Niveau 4 - Internet and Browsing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Google Scholar is a search engine specialised in scientific articles, theses, books and academic publications.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Google Scholar est un moteur de recherche spécialisé dans les articles scientifiques, les thèses, les livres et les publications académiques.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Dialogue_13_Google_Scholar_and_academic_research/02_Teacher.mp3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13 — Google Scholar and academic research  |  💻 TICE Niveau 4 - Internet and Browsing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Is it better than normal Google for university work?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Est-il meilleur que Google normal pour le travail universitaire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Dialogue_13_Google_Scholar_and_academic_research/03_Student.mp3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13 — Google Scholar and academic research  |  💻 TICE Niveau 4 - Internet and Browsing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Yes, for academic work it is much more relevant because it focuses on scholarly sources.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Oui, pour le travail académique il est beaucoup plus pertinent car il se concentre sur les sources savantes.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Dialogue_13_Google_Scholar_and_academic_research/04_Teacher.mp3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13 — Google Scholar and academic research  |  💻 TICE Niveau 4 - Internet and Browsing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we find free articles there?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Pouvons-nous y trouver des articles gratuits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Dialogue_13_Google_Scholar_and_academic_research/05_Student.mp3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13 — Google Scholar and academic research  |  💻 TICE Niveau 4 - Internet and Browsing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Sometimes yes. Many authors deposit free versions of their papers. Always check the access options.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Parfois oui. Beaucoup d'auteurs déposent des versions gratuites de leurs articles. Vérifiez toujours les options d'accès.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Dialogue_13_Google_Scholar_and_academic_research/06_Teacher.mp3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