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Cookies and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cookies?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sont les cookies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Cookies are small files that websites store on your computer to remember information about your visit.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cookies sont de petits fichiers que les sites web stockent sur votre ordinateur pour se souvenir d'informations sur votre visite.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all cookies dangerous?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Tous les cookies sont-ils dangereux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Some are useful (for example to stay logged in). Others are used for advertising and tracking.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Certains sont utiles (par exemple pour rester connecté). D'autres sont utilisés pour la publicité et le pistage.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control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pouvons-nous les contrôler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Cookies and tracking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Through the browser settings you can block third-party cookies, delete existing ones, or accept them only on certain sites.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Via les paramètres du navigateur vous pouvez bloquer les cookies tiers, supprimer ceux qui existent, ou les accepter seulement sur certains 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Dialogue_17_Cookies_and_tracking/06_Teacher.mp3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