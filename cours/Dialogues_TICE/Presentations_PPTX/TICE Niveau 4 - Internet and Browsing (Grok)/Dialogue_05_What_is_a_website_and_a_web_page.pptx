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What is a website and a web page?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What is a website and a web page?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difference between a website and a web page?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est la différence entre un site web et une page web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Dialogue_5_What_is_a_website_and_a_web_page/01_Student.mp3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What is a website and a web page?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website is a collection of pages about the same topic, available at one main address. A web page is a single document on that site.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site web est un ensemble de pages sur le même sujet, disponible à une adresse principale. Une page web est un document unique sur ce site.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Dialogue_5_What_is_a_website_and_a_web_page/02_Teacher.mp3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What is a website and a web page?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give an example?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Pouvez-vous donner un exemple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Dialogue_5_What_is_a_website_and_a_web_page/03_Student.mp3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What is a website and a web page?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university website is a site. The page with the exam timetable is one web page of that site.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site de l'université est un site. La page avec le calendrier des examens est une page web de ce site.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Dialogue_5_What_is_a_website_and_a_web_page/04_Teacher.mp3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What is a website and a web page?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language are web pages written in?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Dans quel langage les pages web sont-elles écrites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Dialogue_5_What_is_a_website_and_a_web_page/05_Student.mp3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What is a website and a web page?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Mainly in HTML, often with CSS for design and JavaScript for interactivity.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Principalement en HTML, souvent avec CSS pour le design et JavaScript pour l'interactivité.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Dialogue_5_What_is_a_website_and_a_web_page/06_Teacher.mp3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