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National and institutional digital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National and institutional digital libraries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there other good academic platforms besides Google Scholar?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Y a-t-il d'autres bonnes plateformes académiques en plus de Google Scholar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Dialogue_14_National_and_institutional_digital_libraries/01_Student.mp3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National and institutional digital libraries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In Algeria we have the SNDL (Système National de Documentation en Ligne). Many universities also have their own digital libraries.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En Algérie nous avons le SNDL (Système National de Documentation en Ligne). Beaucoup d'universités ont aussi leurs propres bibliothèques numériques.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Dialogue_14_National_and_institutional_digital_libraries/02_Teacher.mp3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National and institutional digital libraries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kind of resources can we find on the SNDL?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type de ressources peut-on trouver sur le SNDL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Dialogue_14_National_and_institutional_digital_libraries/03_Student.mp3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National and institutional digital libraries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Scientific journals, e-books, theses and databases that are not freely available on the open Web.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Des revues scientifiques, des livres numériques, des thèses et des bases de données qui ne sont pas librement disponibles sur le Web ouvert.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Dialogue_14_National_and_institutional_digital_libraries/04_Teacher.mp3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National and institutional digital libraries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we need a special account?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Avons-nous besoin d'un compte spécial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Dialogue_14_National_and_institutional_digital_libraries/05_Student.mp3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National and institutional digital libraries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Usually yes. Access is often given through the university network or with institutional credentials.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Habituellement oui. L'accès est souvent donné via le réseau universitaire ou avec des identifiants institutionnels.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Dialogue_14_National_and_institutional_digital_libraries/06_Teacher.mp3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