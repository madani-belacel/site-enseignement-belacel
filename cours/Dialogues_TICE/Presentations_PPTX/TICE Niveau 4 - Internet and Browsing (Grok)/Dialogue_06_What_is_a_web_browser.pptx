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What is a web browser?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browser and why do we need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navigateur et pourquoi en a-t-on besoin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browser is a program that allows you to access and view websites. Without a browser you cannot surf the Web.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navigateur est un programme qui vous permet d'accéder et de visualiser les sites web. Sans navigateur vous ne pouvez pas naviguer sur le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browsers?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navigateurs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Google Chrome, Mozilla Firefox, Microsoft Edge, Safari, and Opera.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Google Chrome, Mozilla Firefox, Microsoft Edge, Safari et Opera.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better to use only one browser?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préférable d'utiliser un seul navigateur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What is a web browser?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 to know at least two. Sometimes a website works better on one browser than on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Il est bon d'en connaître au moins deux. Parfois un site fonctionne mieux sur un navigateur que sur un autre.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Dialogue_6_What_is_a_web_browser/06_Teacher.mp3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