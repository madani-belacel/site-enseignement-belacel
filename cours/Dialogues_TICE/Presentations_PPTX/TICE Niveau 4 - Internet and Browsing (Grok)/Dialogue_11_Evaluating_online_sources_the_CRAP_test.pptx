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Evaluating online sources – the CRAP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Evaluating online sources – the CRAP test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know if an online source is reliable?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savoir si une source en ligne est fiable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Dialogue_11_Evaluating_online_sources_the_CRAP_test/01_Student.mp3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Evaluating online sources – the CRAP test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useful method is the CRAP test: Currency, Reliability, Authority and Purpose.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Currency, Reliability, Authority et Purpose.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Dialogue_11_Evaluating_online_sources_the_CRAP_test/02_Teacher.mp3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Evaluating online sources – the CRAP test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Currency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Currency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Dialogue_11_Evaluating_online_sources_the_CRAP_test/03_Student.mp3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Evaluating online sources – the CRAP test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means checking the date of publication and whether the information is still up to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Cela signifie vérifier la date de publication et si l'information est encore à jour.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Dialogue_11_Evaluating_online_sources_the_CRAP_test/04_Teacher.mp3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Evaluating online sources – the CRAP test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Authority?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Authority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Dialogue_11_Evaluating_online_sources_the_CRAP_test/05_Student.mp3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Evaluating online sources – the CRAP test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Authority means checking who wrote the text and what their qualifications and affiliation 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Authority signifie vérifier qui a écrit le texte et quelles sont ses qualifications et son affiliation.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Dialogue_11_Evaluating_online_sources_the_CRAP_test/06_Teacher.mp3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