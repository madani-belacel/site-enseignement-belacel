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11 — Evaluating online sources – the CRAP test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💻 TICE Niveau 4 - Internet and Browsing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11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11 — Evaluating online sources – the CRAP test  |  💻 TICE Niveau 4 - Internet and Browsing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How can we know if an online source is reliable?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Comment savoir si une source en ligne est fiable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Dialogue_11_Evaluating_online_sources_the_CRAP_test/01_Student.mp3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11 — Evaluating online sources – the CRAP test  |  💻 TICE Niveau 4 - Internet and Browsing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One useful method is the CRAP test: Currency, Reliability, Authority and Purpose.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Currency, Reliability, Authority et Purpose.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Dialogue_11_Evaluating_online_sources_the_CRAP_test/02_Teacher.mp3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11 — Evaluating online sources – the CRAP test  |  💻 TICE Niveau 4 - Internet and Browsing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What does Currency mean?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Que signifie Currency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Dialogue_11_Evaluating_online_sources_the_CRAP_test/03_Student.mp3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11 — Evaluating online sources – the CRAP test  |  💻 TICE Niveau 4 - Internet and Browsing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It means checking the date of publication and whether the information is still up to date.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Cela signifie vérifier la date de publication et si l'information est encore à jour.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Dialogue_11_Evaluating_online_sources_the_CRAP_test/04_Teacher.mp3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11 — Evaluating online sources – the CRAP test  |  💻 TICE Niveau 4 - Internet and Browsing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And Authority?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Et Authority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Dialogue_11_Evaluating_online_sources_the_CRAP_test/05_Student.mp3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11 — Evaluating online sources – the CRAP test  |  💻 TICE Niveau 4 - Internet and Browsing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Authority means checking who wrote the text and what their qualifications and affiliation are.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Authority signifie vérifier qui a écrit le texte et quelles sont ses qualifications et son affiliation.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Dialogue_11_Evaluating_online_sources_the_CRAP_test/06_Teacher.mp3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