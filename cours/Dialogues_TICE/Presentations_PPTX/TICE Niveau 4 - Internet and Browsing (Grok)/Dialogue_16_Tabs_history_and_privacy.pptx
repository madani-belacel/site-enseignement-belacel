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Tabs, history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Tabs, history and privacy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a window and a tab?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une fenêtre et un onglet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Dialogue_16_Tabs_history_and_privacy/01_Student.mp3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Tabs, history and privacy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window is a separate browser instance. Tabs allow you to open several pages inside the same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fenêtre est une instance séparée du navigateur. Les onglets permettent d'ouvrir plusieurs pages dans la même fenêtre.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Dialogue_16_Tabs_history_and_privacy/02_Teacher.mp3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Tabs, history and privacy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browser history?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l'historique du navigateur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Dialogue_16_Tabs_history_and_privacy/03_Student.mp3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Tabs, history and privacy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the list of websites you have visited. You can use it to find a page again or clear it for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C'est la liste des sites que vous avez visités. Vous pouvez l'utiliser pour retrouver une page ou l'effacer pour la confidentialité.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Dialogue_16_Tabs_history_and_privacy/04_Teacher.mp3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Tabs, history and privacy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should we use private or incognito mode?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devons-nous utiliser le mode privé ou navigation privée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Dialogue_16_Tabs_history_and_privacy/05_Student.mp3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Tabs, history and privacy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do not want the browser to save your history, cookies or temporary files on that device.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vous ne voulez pas que le navigateur enregistre votre historique, vos cookies ou fichiers temporaires sur cet appareil.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Dialogue_16_Tabs_history_and_privacy/06_Teacher.mp3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