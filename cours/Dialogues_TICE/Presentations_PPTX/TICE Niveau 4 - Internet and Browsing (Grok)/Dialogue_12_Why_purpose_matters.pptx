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Why purpose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Why purpose matters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do we need to check the purpose of a source?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devons-nous vérifier le but d'une source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Dialogue_12_Why_purpose_matters/01_Student.mp3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Why purpose matters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some texts try to sell a product, promote an idea, or persuade the reader instead of simply informing.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certains textes cherchent à vendre un produit, promouvoir une idée, ou persuader le lecteur au lieu de simplement informer.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Dialogue_12_Why_purpose_matters/02_Teacher.mp3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Why purpose matters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I recognise a biased source?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reconnaître une source biaisée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Dialogue_12_Why_purpose_matters/03_Student.mp3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Why purpose matters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at the language: emotional words, lack of sources, one-sided arguments, or hidden advertising are warning signs.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mots émotionnels, absence de sources, arguments à sens unique, ou publicité cachée sont des signes d'alerte.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Dialogue_12_Why_purpose_matters/04_Teacher.mp3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Why purpose matters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always cross-check information?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toujours recouper les informations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Dialogue_12_Why_purpose_matters/05_Student.mp3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Why purpose matters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Good researchers never rely on a single source, especially on the open Web.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Les bons chercheurs ne se fient jamais à une seule source, surtout sur le Web ouvert.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Dialogue_12_Why_purpose_matters/06_Teacher.mp3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