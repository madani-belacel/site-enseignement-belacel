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What is Wi-Fi?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Wi-Fi?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Wi-Fi exactly?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Wi-Fi exactement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Dialogue_3_What_is_Wi_Fi/01_Student.mp3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Wi-Fi?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Wi-Fi is a wireless technology that connects your devices to a network or to the Internet without cables.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Wi-Fi est une technologie sans fil qui connecte vos appareils à un réseau ou à Internet sans câbles.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Dialogue_3_What_is_Wi_Fi/02_Teacher.mp3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Wi-Fi?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Wi-Fi the same as the Internet?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Wi-Fi est-il la même chose qu'Internet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Dialogue_3_What_is_Wi_Fi/03_Student.mp3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Wi-Fi?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Wi-Fi is only the wireless connection. The Internet is the global network you reach through that connection.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Le Wi-Fi n'est que la connexion sans fil. Internet est le réseau mondial que vous atteignez grâce à cette connexion.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Dialogue_3_What_is_Wi_Fi/04_Teacher.mp3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Wi-Fi?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Wi-Fi without Internet?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Puis-je avoir le Wi-Fi sans Internet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Dialogue_3_What_is_Wi_Fi/05_Student.mp3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Wi-Fi?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create a local Wi-Fi network at home even if the Internet is not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créer un réseau Wi-Fi local à la maison même si Internet ne fonctionne 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Dialogue_3_What_is_Wi_Fi/06_Teacher.mp3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