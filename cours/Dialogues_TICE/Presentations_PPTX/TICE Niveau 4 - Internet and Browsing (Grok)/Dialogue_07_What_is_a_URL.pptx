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What is a URL?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What is a URL?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does URL mean?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signifie URL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Dialogue_7_What_is_a_URL/01_Student.mp3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What is a URL?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URL means Uniform Resource Locator. It is the full address of a web page or a file on the Internet.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URL signifie Uniform Resource Locator. C'est l'adresse complète d'une page web ou d'un fichier sur Internet.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Dialogue_7_What_is_a_URL/02_Teacher.mp3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What is a URL?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explain the parts of a URL?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Pouvez-vous expliquer les parties d'une URL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Dialogue_7_What_is_a_URL/03_Student.mp3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What is a URL?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For example in https://www.example.com/page: “https” is the protocol, “www.example.com” is the domain name, and “/page” is the path.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//www.example.com/page : « https » est le protocole, « www.example.com » est le nom de domaine, et « /page » est le chemin.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Dialogue_7_What_is_a_URL/04_Teacher.mp3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What is a URL?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is https better than http?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Pourquoi https est-il mieux que http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Dialogue_7_What_is_a_URL/05_Student.mp3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What is a URL?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Because the “s” means secure. The connection is encrypted and safer for personal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Parce que le « s » signifie sécurisé. La connexion est chiffrée et plus sûre pour les données personnelles.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Dialogue_7_What_is_a_URL/06_Teacher.mp3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