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Internet vs the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Internet vs the Web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 Internet and the Web the same thing?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Internet et le Web sont-ils la même chose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Dialogue_4_Internet_vs_the_Web/01_Student.mp3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Internet vs the Web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This is a very common confusion. The Internet is the network. The Web is one of the services that runs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C'est une confusion très courante. Internet est le réseau. Le Web est l'un des services qui fonctionnent dessus.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Dialogue_4_Internet_vs_the_Web/02_Teacher.mp3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Internet vs the Web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other services exist on the Internet?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autres services existent sur Internet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Dialogue_4_Internet_vs_the_Web/03_Student.mp3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Internet vs the Web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E-mail, instant messaging, file transfer, video conferencing, and many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courriel, la messagerie instantanée, le transfert de fichiers, la visioconférence, et bien d'autres.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Dialogue_4_Internet_vs_the_Web/04_Teacher.mp3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Internet vs the Web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when I open Chrome, I am using the Web?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quand j'ouvre Chrome, j'utilise le Web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Dialogue_4_Internet_vs_the_Web/05_Student.mp3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Internet vs the Web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browser allows you to access the World Wide Web.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 navigateur vous permet d'accéder au World Wide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Dialogue_4_Internet_vs_the_Web/06_Teacher.mp3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