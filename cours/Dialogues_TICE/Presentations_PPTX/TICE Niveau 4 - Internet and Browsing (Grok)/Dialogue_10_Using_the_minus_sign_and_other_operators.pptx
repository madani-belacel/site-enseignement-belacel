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Using the minus sign and other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Using the minus sign and other operators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exclude a word from my search results?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puis-je exclure un mot de mes résultats de recherche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Dialogue_10_Using_the_minus_sign_and_other_operators/01_Student.mp3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Using the minus sign and other operators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 a minus sign just before the word you want to exclude. For example: apple -fruit.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apple -fruit.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Dialogue_10_Using_the_minus_sign_and_other_operators/02_Teacher.mp3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Using the minus sign and other operators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other useful operators exist?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autres opérateurs utiles existent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Dialogue_10_Using_the_minus_sign_and_other_operators/03_Student.mp3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Using the minus sign and other operators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use site: to search only on one website, or OR to look for one term or another.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 chercher uniquement sur un site, ou OR pour chercher un terme ou un autre.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Dialogue_10_Using_the_minus_sign_and_other_operators/04_Teacher.mp3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Using the minus sign and other operators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an example with site:?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Dialogue_10_Using_the_minus_sign_and_other_operators/05_Student.mp3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Using the minus sign and other operators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Yes: “ICT education site:edu” will look for the expression mainly on educational websites.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« ICT education site:edu » cherchera l'expression principalement sur des sites éducatifs.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Dialogue_10_Using_the_minus_sign_and_other_operators/06_Teacher.mp3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