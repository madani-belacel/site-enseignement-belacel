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The Internet for English language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Internet for English language learning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use the Internet specifically to improve our English?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utiliser Internet spécifiquement pour améliorer notre 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Dialogue_19_The_Internet_for_English_language_learning/01_Student.mp3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Internet for English language learning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watch authentic videos, listen to podcasts, read online articles, join language forums, and use interactive exercises.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Vous pouvez regarder des vidéos authentiques, écouter des podcasts, lire des articles en ligne, rejoindre des forums linguistiques, et utiliser des exercices interactifs.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Dialogue_19_The_Internet_for_English_language_learning/02_Teacher.mp3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Internet for English language learning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sites do you recommend for beginners?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sites recommandez-vous pour les débutants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Dialogue_19_The_Internet_for_English_language_learning/03_Student.mp3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Internet for English language learning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BBC Learning English, British Council LearnEnglish, VOA Learning English, and simple graded readers online.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BBC Learning English, British Council LearnEnglish, VOA Learning English, et de simples lectures graduées en ligne.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Dialogue_19_The_Internet_for_English_language_learning/04_Teacher.mp3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Internet for English language learning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YouTube useful for learning English?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YouTube est-il utile pour apprendre l'anglais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Dialogue_19_The_Internet_for_English_language_learning/05_Student.mp3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Internet for English language learning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you choose good channels and activate subtitles when necessary. It is an excellent source of authentic input.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Oui, si vous choisissez de bonnes chaînes et activez les sous-titres si nécessaire. C'est une excellente source d'input authentique.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Dialogue_19_The_Internet_for_English_language_learning/06_Teacher.mp3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