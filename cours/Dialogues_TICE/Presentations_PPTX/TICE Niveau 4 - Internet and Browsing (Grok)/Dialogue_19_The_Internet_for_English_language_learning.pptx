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Poppins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Poppins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Poppins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Poppins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Poppins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Poppins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val="006847"/&gt;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91440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val="FFFFFF"/&gt;</a:solidFill>
                <a:latin typeface="Poppins"/>
              </a:defRPr>
            </a:pPr>
            <a:r>
              <a:t>Dialogue 19 — The Internet for English language learning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10312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val="DFE5EA"/&gt;</a:solidFill>
                <a:latin typeface="Poppins"/>
              </a:defRPr>
            </a:pPr>
            <a:r>
              <a:t>💻 TICE Niveau 4 - Internet and Browsing (Grok)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0040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val="B7C9BE"/&gt;</a:solidFill>
                <a:latin typeface="Poppins"/>
              </a:defRPr>
            </a:pPr>
            <a:r>
              <a:t>Dr. BELACEL Madani — Université de Mostaganem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7680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val="93B39E"/&gt;</a:solidFill>
                <a:latin typeface="Poppins"/>
              </a:defRPr>
            </a:pPr>
            <a:r>
              <a:t>Dialogue 19 / 20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880360" y="64008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19 — The Internet for English language learning  |  💻 TICE Niveau 4 - Internet and Browsing (Grok)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1/6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Student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How can we use the Internet specifically to improve our English?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Traduction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val="34495E"/&gt;</a:solidFill>
                <a:latin typeface="Poppins"/>
              </a:defRPr>
            </a:pPr>
            <a:r>
              <a:t>Comment utiliser Internet spécifiquement pour améliorer notre anglais 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Dialogue_19_The_Internet_for_English_language_learning/01_Student.mp3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19 — The Internet for English language learning  |  💻 TICE Niveau 4 - Internet and Browsing (Grok)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2/6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Teacher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You can watch authentic videos, listen to podcasts, read online articles, join language forums, and use interactive exercises.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Traduction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val="34495E"/&gt;</a:solidFill>
                <a:latin typeface="Poppins"/>
              </a:defRPr>
            </a:pPr>
            <a:r>
              <a:t>Vous pouvez regarder des vidéos authentiques, écouter des podcasts, lire des articles en ligne, rejoindre des forums linguistiques, et utiliser des exercices interactifs.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Dialogue_19_The_Internet_for_English_language_learning/02_Teacher.mp3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19 — The Internet for English language learning  |  💻 TICE Niveau 4 - Internet and Browsing (Grok)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3/6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Student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Which sites do you recommend for beginners?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Traduction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val="34495E"/&gt;</a:solidFill>
                <a:latin typeface="Poppins"/>
              </a:defRPr>
            </a:pPr>
            <a:r>
              <a:t>Quels sites recommandez-vous pour les débutants 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Dialogue_19_The_Internet_for_English_language_learning/03_Student.mp3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19 — The Internet for English language learning  |  💻 TICE Niveau 4 - Internet and Browsing (Grok)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4/6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Teacher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BBC Learning English, British Council LearnEnglish, VOA Learning English, and simple graded readers online.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Traduction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val="34495E"/&gt;</a:solidFill>
                <a:latin typeface="Poppins"/>
              </a:defRPr>
            </a:pPr>
            <a:r>
              <a:t>BBC Learning English, British Council LearnEnglish, VOA Learning English, et de simples lectures graduées en ligne.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Dialogue_19_The_Internet_for_English_language_learning/04_Teacher.mp3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19 — The Internet for English language learning  |  💻 TICE Niveau 4 - Internet and Browsing (Grok)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5/6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Student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Is YouTube useful for learning English?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Traduction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val="34495E"/&gt;</a:solidFill>
                <a:latin typeface="Poppins"/>
              </a:defRPr>
            </a:pPr>
            <a:r>
              <a:t>YouTube est-il utile pour apprendre l'anglais 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Dialogue_19_The_Internet_for_English_language_learning/05_Student.mp3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19 — The Internet for English language learning  |  💻 TICE Niveau 4 - Internet and Browsing (Grok)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6/6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Teacher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Yes, if you choose good channels and activate subtitles when necessary. It is an excellent source of authentic input.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Traduction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val="34495E"/&gt;</a:solidFill>
                <a:latin typeface="Poppins"/>
              </a:defRPr>
            </a:pPr>
            <a:r>
              <a:t>Oui, si vous choisissez de bonnes chaînes et activez les sous-titres si nécessaire. C'est une excellente source d'input authentique.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Dialogue_19_The_Internet_for_English_language_learning/06_Teacher.mp3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