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Bookmarks and 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Bookmarks and organisation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organise the useful websites we find?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organiser les sites utiles que nous trouvons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Dialogue_15_Bookmarks_and_organisation/01_Student.mp3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Bookmarks and organisation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Use the bookmark function of your browser and create folders by topic: “Grammar”, “Listening”, “Academic writing”, etc.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« Grammaire », « Écoute », « Écriture académique », etc.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Dialogue_15_Bookmarks_and_organisation/02_Teacher.mp3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Bookmarks and organisation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better than copying the URL in a document?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Est-ce mieux que de copier l'URL dans un document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Dialogue_15_Bookmarks_and_organisation/03_Student.mp3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Bookmarks and organisation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Both methods are useful. Bookmarks are quick to access. A document allows you to add comments and share the 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deux méthodes sont utiles. Les signets sont rapides d'accès. Un document vous permet d'ajouter des commentaires et de partager la liste.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Dialogue_15_Bookmarks_and_organisation/04_Teacher.mp3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Bookmarks and organisation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synchronise bookmarks across devices?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Pouvons-nous synchroniser les signets entre appareils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Dialogue_15_Bookmarks_and_organisation/05_Student.mp3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Bookmarks and organisation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If you sign in to Chrome or Firefox with an account, your bookmarks can follow you on different computers.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Si vous vous connectez à Chrome ou Firefox avec un compte, vos signets peuvent vous suivre sur différents ordinateurs.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Dialogue_15_Bookmarks_and_organisation/06_Teacher.mp3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