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8 — How search engines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How search engines work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does a search engine like Google find information?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un moteur de recherche comme Google trouve-t-il l'information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Dialogue_8_How_search_engines_work/01_Student.mp3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How search engines work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Search engines use programs called crawlers or spiders that visit web pages, read them, and index the content.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Les moteurs de recherche utilisent des programmes appelés crawlers ou spiders qui visitent les pages web, les lisent et indexent le contenu.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Dialogue_8_How_search_engines_work/02_Teacher.mp3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How search engines work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happens when I type a query?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 se passe-t-il quand je tape une requête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Dialogue_8_How_search_engines_work/03_Student.mp3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How search engines work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search engine looks in its index and shows the pages that best match your keywords, ranked by relevance.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 moteur de recherche regarde dans son index et affiche les pages qui correspondent le mieux à vos mots-clés, classées par pertinence.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Dialogue_8_How_search_engines_work/04_Teacher.mp3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How search engines work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Does Google visit every page in real time?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Google visite-t-il chaque page en temps réel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Dialogue_8_How_search_engines_work/05_Student.mp3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How search engines work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No. It shows results from its index, which is updated regularly but not instantly for every page.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Non. Il montre des résultats de son index, qui est mis à jour régulièrement mais pas instantanément pour chaque page.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Dialogue_8_How_search_engines_work/06_Teacher.mp3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