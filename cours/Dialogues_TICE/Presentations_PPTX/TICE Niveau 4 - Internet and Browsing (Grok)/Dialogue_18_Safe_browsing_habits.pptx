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18 — Safe browsing habits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Safe browsing habits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simple habits make browsing safer?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Quelles habitudes simples rendent la navigation plus sûre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Dialogue_18_Safe_browsing_habits/01_Student.mp3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Safe browsing habits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Check that the site uses https, do not click on suspicious links, avoid downloading unknown files, and keep the browser updated.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Vérifiez que le site utilise https, ne cliquez pas sur des liens suspects, évitez de télécharger des fichiers inconnus, et gardez le navigateur à jour.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Dialogue_18_Safe_browsing_habits/02_Teacher.mp3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Safe browsing habits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we do if a site looks strange?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faire si un site paraît étrange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Dialogue_18_Safe_browsing_habits/03_Student.mp3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Safe browsing habits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Leave it immediately. Do not enter any personal information or password.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Quittez-le immédiatement. N'entrez aucune information personnelle ni mot de passe.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Dialogue_18_Safe_browsing_habits/04_Teacher.mp3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Safe browsing habits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public Wi-Fi safe for important activities?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Wi-Fi public est-il sûr pour les activités importantes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Dialogue_18_Safe_browsing_habits/05_Student.mp3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Safe browsing habits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Not really. Avoid online banking or entering passwords on public Wi-Fi unless you use a reliable VPN.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Pas vraiment. Évitez les opérations bancaires ou la saisie de mots de passe sur le Wi-Fi public sauf si vous utilisez un VPN fiable.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Dialogue_18_Safe_browsing_habits/06_Teacher.mp3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