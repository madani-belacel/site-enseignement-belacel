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Conclusion: Become a smart Internet user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Become a smart Internet user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remember from this course on the Internet?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retenir de ce cours sur Internet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Dialogue_20_Conclusion_Become_a_smart_Internet_user/01_Student.mp3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Become a smart Internet user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the Internet is a powerful network, the Web is only one of its services, and searching effectively requires both technique and critical thinking.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Retenez qu'Internet est un réseau puissant, que le Web n'est qu'un de ses services, et que rechercher efficacement demande à la fois de la technique et de l'esprit critique.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Dialogue_20_Conclusion_Become_a_smart_Internet_user/02_Teacher.mp3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Become a smart Internet user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most important skill for us as future teachers?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compétence la plus importante pour nous en tant que futurs enseignants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Dialogue_20_Conclusion_Become_a_smart_Internet_user/03_Student.mp3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Become a smart Internet user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ability to find reliable information quickly, evaluate sources, and guide students toward quality digital resources.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capacité à trouver rapidement une information fiable, à évaluer les sources, et à guider les étudiants vers des ressources numériques de qualité.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Dialogue_20_Conclusion_Become_a_smart_Internet_user/04_Teacher.mp3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Become a smart Internet user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I feel more confident about using the Internet for my studies.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Merci, monsieur. Je me sens plus confiant pour utiliser Internet dans mes études.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Dialogue_20_Conclusion_Become_a_smart_Internet_user/05_Student.mp3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Become a smart Internet user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good. Next time we will study online communication and e-mail. See you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Très bien. La prochaine fois nous étudierons la communication en ligne et le courriel. À bientôt.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Dialogue_20_Conclusion_Become_a_smart_Internet_user/06_Teacher.mp3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