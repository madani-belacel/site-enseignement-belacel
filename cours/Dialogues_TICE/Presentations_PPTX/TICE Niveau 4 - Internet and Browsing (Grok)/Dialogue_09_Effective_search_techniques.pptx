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Effective search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Effective search techniques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search more effectively?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puis-je rechercher plus efficacement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Dialogue_9_Effective_search_techniques/01_Student.mp3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Effective search techniques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precise keywords, put exact expressions between quotation marks, and use filters when necessary.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Utilisez des mots-clés précis, mettez les expressions exactes entre guillemets, et utilisez les filtres quand c'est nécessaire.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Dialogue_9_Effective_search_techniques/02_Teacher.mp3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Effective search techniques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I search for an exact phrase?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rechercher une expression exacte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Dialogue_9_Effective_search_techniques/03_Student.mp3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Effective search techniques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 the phrase between quotation marks. For example: "teach English online".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"teach English online".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Dialogue_9_Effective_search_techniques/04_Teacher.mp3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Effective search techniques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find only PDF files?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trouver uniquement des fichiers PDF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Dialogue_9_Effective_search_techniques/05_Student.mp3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Effective search techniques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Add filetype:pdf to your search. For example: digital literacy filetype:pdf.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pdf à votre recherche. Par exemple : digital literacy filetype:pdf.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Dialogue_9_Effective_search_techniques/06_Teacher.mp3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