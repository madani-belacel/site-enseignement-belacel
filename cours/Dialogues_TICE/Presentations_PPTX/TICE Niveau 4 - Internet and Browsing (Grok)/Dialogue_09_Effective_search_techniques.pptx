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5C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914400"/>
            <a:ext cx="76809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200" b="1">
                <a:solidFill>
                  <a:srgbClr val="FFFFFF"/>
                </a:solidFill>
                <a:latin typeface="Calibri"/>
              </a:defRPr>
            </a:pPr>
            <a:r>
              <a:t>Dialogue 9 — Effective search techniques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2103120"/>
            <a:ext cx="76809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0">
                <a:solidFill>
                  <a:srgbClr val="C5D9C7"/>
                </a:solidFill>
                <a:latin typeface="Calibri"/>
              </a:defRPr>
            </a:pPr>
            <a:r>
              <a:t>💻 TICE Niveau 4 - Internet and Browsing (Grok)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200400"/>
            <a:ext cx="7680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A0C0A8"/>
                </a:solidFill>
                <a:latin typeface="Calibri"/>
              </a:defRPr>
            </a:pPr>
            <a:r>
              <a:t>Dr. BELACEL Madani — Université de Mostaganem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931920"/>
            <a:ext cx="7680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80B088"/>
                </a:solidFill>
                <a:latin typeface="Calibri"/>
              </a:defRPr>
            </a:pPr>
            <a:r>
              <a:t>Dialogue 9 / 20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9 — Effective search techniques  |  💻 TICE Niveau 4 - Internet and Browsing (Grok)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1/6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Student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How can I search more effectively?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Traduction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1A3C6E"/>
                </a:solidFill>
                <a:latin typeface="Calibri"/>
              </a:defRPr>
            </a:pPr>
            <a:r>
              <a:t>Comment puis-je rechercher plus efficacement 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Dialogue_9_Effective_search_techniques/01_Student.mp3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9 — Effective search techniques  |  💻 TICE Niveau 4 - Internet and Browsing (Grok)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2/6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Teacher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Use precise keywords, put exact expressions between quotation marks, and use filters when necessary.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Traduction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1A3C6E"/>
                </a:solidFill>
                <a:latin typeface="Calibri"/>
              </a:defRPr>
            </a:pPr>
            <a:r>
              <a:t>Utilisez des mots-clés précis, mettez les expressions exactes entre guillemets, et utilisez les filtres quand c'est nécessaire.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Dialogue_9_Effective_search_techniques/02_Teacher.mp3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9 — Effective search techniques  |  💻 TICE Niveau 4 - Internet and Browsing (Grok)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3/6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Student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How do I search for an exact phrase?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Traduction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1A3C6E"/>
                </a:solidFill>
                <a:latin typeface="Calibri"/>
              </a:defRPr>
            </a:pPr>
            <a:r>
              <a:t>Comment rechercher une expression exacte 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Dialogue_9_Effective_search_techniques/03_Student.mp3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9 — Effective search techniques  |  💻 TICE Niveau 4 - Internet and Browsing (Grok)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4/6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Teacher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Put the phrase between quotation marks. For example: "teach English online".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Traduction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1A3C6E"/>
                </a:solidFill>
                <a:latin typeface="Calibri"/>
              </a:defRPr>
            </a:pPr>
            <a:r>
              <a:t>"teach English online".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Dialogue_9_Effective_search_techniques/04_Teacher.mp3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9 — Effective search techniques  |  💻 TICE Niveau 4 - Internet and Browsing (Grok)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5/6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Student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How can I find only PDF files?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Traduction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1A3C6E"/>
                </a:solidFill>
                <a:latin typeface="Calibri"/>
              </a:defRPr>
            </a:pPr>
            <a:r>
              <a:t>Comment trouver uniquement des fichiers PDF 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Dialogue_9_Effective_search_techniques/05_Student.mp3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9 — Effective search techniques  |  💻 TICE Niveau 4 - Internet and Browsing (Grok)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6/6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Teacher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Add filetype:pdf to your search. For example: digital literacy filetype:pdf.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Traduction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1A3C6E"/>
                </a:solidFill>
                <a:latin typeface="Calibri"/>
              </a:defRPr>
            </a:pPr>
            <a:r>
              <a:t>pdf à votre recherche. Par exemple : digital literacy filetype:pdf.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Dialogue_9_Effective_search_techniques/06_Teacher.mp3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