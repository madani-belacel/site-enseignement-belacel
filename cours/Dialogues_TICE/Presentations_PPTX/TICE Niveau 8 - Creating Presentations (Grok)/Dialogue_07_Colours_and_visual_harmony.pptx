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Colours and visual harmony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Colours and visual harmony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should we choose colours for a presentation?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choisir les couleurs pour une présentation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Dialogue_7_Colours_and_visual_harmony/01_Student.mp3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Colours and visual harmony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Choose a limited palette: one or two main colours plus dark text on a light background, or light text on a dark background.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ou deux couleurs principales plus du texte foncé sur fond clair, ou du texte clair sur fond foncé.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Dialogue_7_Colours_and_visual_harmony/02_Teacher.mp3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Colours and visual harmony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better to use many bright colours?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préférable d'utiliser beaucoup de couleurs vives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Dialogue_7_Colours_and_visual_harmony/03_Student.mp3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Colours and visual harmony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Too many colours create visual noise and distract the audience from the message.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Trop de couleurs créent un bruit visuel et distraient le public du message.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Dialogue_7_Colours_and_visual_harmony/04_Teacher.mp3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Colours and visual harmony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about contrast?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le contraste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Dialogue_7_Colours_and_visual_harmony/05_Student.mp3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Colours and visual harmony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High contrast between text and background is essential for readability.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fort contraste entre le texte et le fond est essentiel pour la lisibilité.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Dialogue_7_Colours_and_visual_harmony/06_Teacher.mp3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