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Font size and readability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Font size and readability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font size should we use on slides?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 taille de police devons-nous utiliser sur les diapositives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Dialogue_5_Font_size_and_readability/01_Student.mp3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Font size and readability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minimum of 24 points for body text, and preferably 28 or 30 points. Titles can be larger.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minimum de 24 points pour le texte du corps, et de préférence 28 ou 30 points. Les titres peuvent être plus grands.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Dialogue_5_Font_size_and_readability/02_Teacher.mp3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Font size and readability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is a large font important?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une grande police est-elle importante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Dialogue_5_Font_size_and_readability/03_Student.mp3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Font size and readability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Because people at the back of the room must be able to read the slide easily.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Parce que les personnes au fond de la salle doivent pouvoir lire la diapositive facilement.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Dialogue_5_Font_size_and_readability/04_Teacher.mp3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Font size and readability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the 30-point rule useful?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 règle des 30 points est-elle utile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Dialogue_5_Font_size_and_readability/05_Student.mp3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Font size and readability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It forces you to keep the text short and the slide readable.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Elle vous force à garder le texte court et la diapositive lisible.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Dialogue_5_Font_size_and_readability/06_Teacher.mp3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