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Designing effective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Designing effective slides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makes a slide effective?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qui rend une diapositive efficace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Dialogue_4_Designing_effective_slides/01_Student.mp3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Designing effective slides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Simplicity, clarity, and a limited amount of text. One main idea per slide is a good rule.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simplicité, la clarté, et une quantité limitée de texte. Une idée principale par diapositive est une bonne règle.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Dialogue_4_Designing_effective_slides/02_Teacher.mp3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Designing effective slides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much text should we put on a slide?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Combien de texte devons-nous mettre sur une diapositive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Dialogue_4_Designing_effective_slides/03_Student.mp3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Designing effective slides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As little as possible. Prefer keywords, short phrases, and bullet points rather than long paragraphs.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Aussi peu que possible. Préférez les mots-clés, les phrases courtes et les puces plutôt que de longs paragraphes.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Dialogue_4_Designing_effective_slides/04_Teacher.mp3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Designing effective slides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too much text a problem?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trop de texte est-il un problème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Dialogue_4_Designing_effective_slides/05_Student.mp3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Designing effective slides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the audience will read instead of listening to you. The slide should support your speech, not compete with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le public lira au lieu de vous écouter. La diapositive doit soutenir votre discours, pas entrer en concurrence avec lui.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Dialogue_4_Designing_effective_slides/06_Teacher.mp3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