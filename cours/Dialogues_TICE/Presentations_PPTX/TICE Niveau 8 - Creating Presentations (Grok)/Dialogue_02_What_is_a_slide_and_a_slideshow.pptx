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What is a slide and a slideshow?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slide and a slideshow?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a slide?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qu'une diapositive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Dialogue_2_What_is_a_slide_and_a_slideshow/01_Student.mp3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slide and a slideshow?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slide is one page of the presentation that is displayed on the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Une diapositive est une page de la présentation qui est affichée à l'écran.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Dialogue_2_What_is_a_slide_and_a_slideshow/02_Teacher.mp3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slide and a slideshow?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what is a slideshow?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qu'est-ce qu'un diaporama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Dialogue_2_What_is_a_slide_and_a_slideshow/03_Student.mp3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slide and a slideshow?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slideshow is the complete set of slides shown in order during the talk.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diaporama est l'ensemble complet des diapositives affichées dans l'ordre pendant l'exposé.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Dialogue_2_What_is_a_slide_and_a_slideshow/04_Teacher.mp3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slide and a slideshow?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 the slides support the speaker, they do not replace him?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Donc les diapositives soutiennent l'orateur, elles ne le remplacent pas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Dialogue_2_What_is_a_slide_and_a_slideshow/05_Student.mp3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What is a slide and a slideshow?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The speaker is the main element. The slides are only a visual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Exactement. L'orateur est l'élément principal. Les diapositives ne sont qu'un support visuel.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Dialogue_2_What_is_a_slide_and_a_slideshow/06_Teacher.mp3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