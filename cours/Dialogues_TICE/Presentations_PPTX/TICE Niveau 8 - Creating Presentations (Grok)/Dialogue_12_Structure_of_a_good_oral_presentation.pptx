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Structure of a good oral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Structure of a good oral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should we structure the oral talk itself?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structurer l'exposé oral lui-même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Dialogue_12_Structure_of_a_good_oral_presentation/01_Student.mp3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Structure of a good oral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Start with a clear introduction (topic, purpose, outline), develop two or three main points, and finish with a short conclusion and a possible opening for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Commencez par une introduction claire (sujet, objectif, plan), développez deux ou trois points principaux, et terminez par une courte conclusion et une éventuelle ouverture aux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Dialogue_12_Structure_of_a_good_oral_presentation/02_Teacher.mp3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Structure of a good oral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we read the slides?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lire les diapositives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Dialogue_12_Structure_of_a_good_oral_presentation/03_Student.mp3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Structure of a good oral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Never. Look at the audience, speak naturally, and use the slides only as a visual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Jamais. Regardez le public, parlez naturellement, et utilisez les diapositives seulement comme support visuel.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Dialogue_12_Structure_of_a_good_oral_presentation/04_Teacher.mp3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Structure of a good oral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keep the audience’s attention?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garder l'attention du public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Dialogue_12_Structure_of_a_good_oral_presentation/05_Student.mp3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Structure of a good oral presentation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By varying your voice, making eye contact, and connecting each point to a clear example or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En variant votre voix, en établissant un contact visuel, et en reliant chaque point à un exemple clair ou à une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Dialogue_12_Structure_of_a_good_oral_presentation/06_Teacher.mp3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