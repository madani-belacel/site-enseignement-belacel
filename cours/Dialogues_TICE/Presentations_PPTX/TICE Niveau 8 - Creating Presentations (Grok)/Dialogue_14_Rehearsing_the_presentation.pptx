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Rehearsing the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Rehearsing the presentation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necessary to rehearse before the real presentation?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Est-il nécessaire de répéter avant la vraie présentation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Dialogue_14_Rehearsing_the_presentation/01_Student.mp3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Rehearsing the presentation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Rehearsing helps you control the timing, improve your fluency, and feel more confident.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La répétition vous aide à contrôler le temps, à améliorer votre fluidité, et à vous sentir plus confiant.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Dialogue_14_Rehearsing_the_presentation/02_Teacher.mp3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Rehearsing the presentation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many times should we practise?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Combien de fois devons-nous nous entraîner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Dialogue_14_Rehearsing_the_presentation/03_Student.mp3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Rehearsing the presentation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At least two or three times. Practise once alone, then in front of a classmate or a mirror if possible.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Au moins deux ou trois fois. Entraînez-vous une fois seul, puis devant un camarade ou un miroir si possible.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Dialogue_14_Rehearsing_the_presentation/04_Teacher.mp3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Rehearsing the presentation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Should we time ourselves?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Devons-nous chronométrer notre présentation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Dialogue_14_Rehearsing_the_presentation/05_Student.mp3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Rehearsing the presentation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Respecting the time limit is a basic mark of professionalism.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Respecter la limite de temps est une marque de base de professionnalisme.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Dialogue_14_Rehearsing_the_presentation/06_Teacher.mp3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