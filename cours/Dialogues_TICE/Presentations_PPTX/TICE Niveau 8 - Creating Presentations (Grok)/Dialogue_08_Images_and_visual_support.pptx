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Images and visual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Images and visual support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images improve a presentation?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les images peuvent-elles améliorer une présentation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Dialogue_8_Images_and_visual_support/01_Student.mp3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Images and visual support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images illustrate the idea, create emotion, and help the audience remember the message.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 bonnes images illustrent l'idée, créent de l'émotion, et aident le public à se souvenir du message.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Dialogue_8_Images_and_visual_support/02_Teacher.mp3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Images and visual support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kind of images should we avoid?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type d'images devons-nous éviter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Dialogue_8_Images_and_visual_support/03_Student.mp3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Images and visual support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Low-quality, pixelated images, or images that have no clear connection with the content.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images de mauvaise qualité, pixélisées, ou qui n'ont aucun lien clair avec le contenu.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Dialogue_8_Images_and_visual_support/04_Teacher.mp3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Images and visual support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every slide have an image?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Chaque diapositive doit-elle avoir une image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Dialogue_8_Images_and_visual_support/05_Student.mp3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Images and visual support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Use images only when they add real value. Empty space is sometimes better than a useless picture.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Utilisez des images seulement quand elles apportent une vraie valeur. L'espace vide est parfois mieux qu'une image inutile.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Dialogue_8_Images_and_visual_support/06_Teacher.mp3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