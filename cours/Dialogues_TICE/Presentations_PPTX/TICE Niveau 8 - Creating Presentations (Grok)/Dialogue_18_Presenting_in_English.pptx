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Presenting 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special advice do you have for presenting in English?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conseils particuliers avez-vous pour présenter en anglais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Prepare simple and clear sentences, practise difficult words in advance, and do not be afraid of a small accent. Clarity is more important than perfection.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Préparez des phrases simples et claires, pratiquez les mots difficiles à l'avance, et n'ayez pas peur d'un petit accent. La clarté est plus importante que la perfection.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memorise the whole text?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mémoriser tout le texte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Memorise the structure and the key sentences. Speak as naturally as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Mémorisez la structure et les phrases clés. Parlez aussi naturellement que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we forget a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faire si nous oublions un mot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Presenting in English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Paraphrase. Explain the idea with other words. The audience will understand and appreciate your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Paraphrasez. Expliquez l'idée avec d'autres mots. Le public comprendra et appréciera votre effort.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Dialogue_18_Presenting_in_English/06_Teacher.mp3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