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The 10-20-30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10-20-30 rule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10-20-30 rule?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la règle 10-20-30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Dialogue_11_The_10_20_30_rule/01_Student.mp3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10-20-30 rule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a famous piece of advice: maximum 10 slides, 20 minutes of talk, and 30-point font size.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maximum 10 diapositives, 20 minutes d'exposé, et une police de 30 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Dialogue_11_The_10_20_30_rule/02_Teacher.mp3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10-20-30 rule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limit the number of slides?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limiter le nombre de diapositives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Dialogue_11_The_10_20_30_rule/03_Student.mp3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10-20-30 rule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a short, focused presentation is usually more effective than a long and overloaded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qu'une présentation courte et ciblée est généralement plus efficace qu'une présentation longue et surchargée.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Dialogue_11_The_10_20_30_rule/04_Teacher.mp3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10-20-30 rule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this rule always strict?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Cette règle est-elle toujours stricte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Dialogue_11_The_10_20_30_rule/05_Student.mp3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10-20-30 rule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a useful guideline, not an absolute law. Adapt it to the context and the time you are given.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C'est une ligne directrice utile, pas une loi absolue. Adaptez-la au contexte et au temps qui vous est donné.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Dialogue_11_The_10_20_30_rule/06_Teacher.mp3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