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Conclusion: Support the message, do not hide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Support the message, do not hide it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we remember from this course on presentations?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devons-nous retenir de ce cours sur les présentations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Dialogue_20_Conclusion_Support_the_message_do_not_hide_it/01_Student.mp3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Support the message, do not hide it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Remember that the slides are only a support. The real presentation is you: your voice, your structure, your clarity and your contact with the audience.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votre voix, votre structure, votre clarté et votre contact avec le public.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Dialogue_20_Conclusion_Support_the_message_do_not_hide_it/02_Teacher.mp3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Support the message, do not hide it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most important practical advice?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 est le conseil pratique le plus important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Dialogue_20_Conclusion_Support_the_message_do_not_hide_it/03_Student.mp3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Support the message, do not hide it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Plan first, keep it simple, rehearse, and always put the audience at the centre of your design and your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Planifiez d'abord, restez simple, répétez, et placez toujours le public au centre de votre conception et de votre prestation.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Dialogue_20_Conclusion_Support_the_message_do_not_hide_it/04_Teacher.mp3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Support the message, do not hide it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sir. I feel more confident about preparing presentations now.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Merci, monsieur. Je me sens plus confiant pour préparer des présentations maintenant.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Dialogue_20_Conclusion_Support_the_message_do_not_hide_it/05_Student.mp3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Conclusion: Support the message, do not hide it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Next time we will study e-learning and online courses. See you soon.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Excellent. La prochaine fois nous étudierons l'e-learning et les cours en ligne. À bientôt.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Dialogue_20_Conclusion_Support_the_message_do_not_hide_it/06_Teacher.mp3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