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Handling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Handling questions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should we deal with questions at the end?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gérer les questions à la fin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Dialogue_13_Handling_questions/01_Student.mp3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Handling questions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Listen carefully, thank the person, answer clearly, and if you do not know, say so honestly and offer to check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Écoutez attentivement, remerciez la personne, répondez clairement, et si vous ne savez pas, dites-le honnêtement et proposez de vérifier plus tard.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Dialogue_13_Handling_questions/02_Teacher.mp3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Handling questions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bad to say “I don’t know”?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mal de dire « Je ne sais pas »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Dialogue_13_Handling_questions/03_Student.mp3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Handling questions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It is better to be honest than to invent an answer. Intellectual honesty is a sign of professionalism.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Il vaut mieux être honnête que d'inventer une réponse. L'honnêteté intellectuelle est un signe de professionnalisme.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Dialogue_13_Handling_questions/04_Teacher.mp3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Handling questions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prepare possible questions in advance?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préparer d'éventuelles questions à l'avance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Dialogue_13_Handling_questions/05_Student.mp3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Handling questions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Anticipating questions makes you more confident and better prepared.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Anticiper les questions vous rend plus confiant et mieux préparé.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Dialogue_13_Handling_questions/06_Teacher.mp3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