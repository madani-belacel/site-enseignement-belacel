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9 — Speaker notes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9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Speaker notes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are speaker notes?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Qu'est-ce que les notes de l'orateur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Dialogue_9_Speaker_notes/01_Student.mp3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Speaker notes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Speaker notes are private reminders written under each slide. Only the speaker can see them during the presentation.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Les notes de l'orateur sont des rappels privés écrits sous chaque diapositive. Seul l'orateur peut les voir pendant la présentation.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Dialogue_9_Speaker_notes/02_Teacher.mp3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Speaker notes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can they help us?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Comment peuvent-elles nous aider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Dialogue_9_Speaker_notes/03_Student.mp3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Speaker notes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They help you remember key points, examples or transitions without reading the slide aloud.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Elles vous aident à vous souvenir des points clés, des exemples ou des transitions sans lire la diapositive à voix haute.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Dialogue_9_Speaker_notes/04_Teacher.mp3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Speaker notes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Should the notes be very long?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Les notes doivent-elles être très longues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Dialogue_9_Speaker_notes/05_Student.mp3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Speaker notes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No. Keep them short. They are reminders, not a full script.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Non. Gardez-les courtes. Ce sont des rappels, pas un script complet.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Dialogue_9_Speaker_notes/06_Teacher.mp3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