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Using templates and themes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Using templates and themes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a template?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qu'un modèle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Dialogue_6_Using_templates_and_themes/01_Student.mp3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Using templates and themes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template is a ready-made design with colours, fonts and layouts that you can use as a starting point.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modèle est un design prêt à l'emploi avec des couleurs, des polices et des mises en page que vous pouvez utiliser comme point de départ.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Dialogue_6_Using_templates_and_themes/02_Teacher.mp3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Using templates and themes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what is a theme?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qu'est-ce qu'un thème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Dialogue_6_Using_templates_and_themes/03_Student.mp3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Using templates and themes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theme is a consistent set of colours, fonts and effects applied to the whole presentation.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thème est un ensemble cohérent de couleurs, de polices et d'effets appliqué à toute la présentation.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Dialogue_6_Using_templates_and_themes/04_Teacher.mp3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Using templates and themes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should we keep one style throughout?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devons-nous garder un seul style partout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Dialogue_6_Using_templates_and_themes/05_Student.mp3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Using templates and themes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For coherence. A consistent design makes the presentation look professional and serious.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 la cohérence. Un design cohérent rend la présentation professionnelle et sérieuse.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Dialogue_6_Using_templates_and_themes/06_Teacher.mp3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