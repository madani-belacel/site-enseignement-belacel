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Presentations for future teachers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Presentations for future teachers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this skill important for future English teachers?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cette compétence est-elle importante pour les futurs enseignants d'anglais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Dialogue_19_Presentations_for_future_teachers/01_Student.mp3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Presentations for future teachers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you will use presentations to teach, to explain grammar or culture, and to make your lessons more visual and engaging.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vous utiliserez des présentations pour enseigner, pour expliquer la grammaire ou la culture, et pour rendre vos cours plus visuels et engageants.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Dialogue_19_Presentations_for_future_teachers/02_Teacher.mp3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Presentations for future teachers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teachers also follow the same design rules?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enseignants doivent-ils aussi suivre les mêmes règles de conception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Dialogue_19_Presentations_for_future_teachers/03_Student.mp3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Presentations for future teachers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Clear, simple and well-structured slides help students focus on the content instead of being distracted.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Des diapositives claires, simples et bien structurées aident les étudiants à se concentrer sur le contenu au lieu d'être distraits.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Dialogue_19_Presentations_for_future_teachers/04_Teacher.mp3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Presentations for future teachers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presentations support language practice?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présentations peuvent-elles soutenir la pratique de la langue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Dialogue_19_Presentations_for_future_teachers/05_Student.mp3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Presentations for future teachers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Absolutely. Students can prepare and deliver short talks, which develops both content knowledge and oral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Absolument. Les étudiants peuvent préparer et présenter de courts exposés, ce qui développe à la fois les connaissances et les compétences orales.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Dialogue_19_Presentations_for_future_teachers/06_Teacher.mp3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