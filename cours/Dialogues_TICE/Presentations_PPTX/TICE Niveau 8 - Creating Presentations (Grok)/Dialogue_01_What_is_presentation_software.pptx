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What is presentation software?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presentation software?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Sir, what is presentation software used for?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Monsieur, à quoi sert un logiciel de présentation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Dialogue_1_What_is_presentation_software/01_Student.mp3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presentation software?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Presentation software creates slides with text, images and videos to support an oral talk.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logiciel de présentation crée des diapositives avec du texte, des images et des vidéos pour soutenir un exposé oral.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Dialogue_1_What_is_presentation_software/02_Teacher.mp3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presentation software?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most common programs?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programmes les plus courants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Dialogue_1_What_is_presentation_software/03_Student.mp3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presentation software?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Microsoft PowerPoint, Google Slides and LibreOffice Impress.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Microsoft PowerPoint, Google Slides et LibreOffice Impress.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Dialogue_1_What_is_presentation_software/04_Teacher.mp3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presentation software?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there a free alternative to PowerPoint?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Y a-t-il une alternative gratuite à PowerPoint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Dialogue_1_What_is_presentation_software/05_Student.mp3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presentation software?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Google Slides and LibreOffice Impress are free and very effective.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Google Slides et LibreOffice Impress sont gratuits et très efficaces.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Dialogue_1_What_is_presentation_software/06_Teacher.mp3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