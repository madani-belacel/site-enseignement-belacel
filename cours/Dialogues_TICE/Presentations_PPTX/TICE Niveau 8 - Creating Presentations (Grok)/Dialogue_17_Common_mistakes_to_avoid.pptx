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Common mistakes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Common mistakes to avoid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common mistakes in student presentations?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erreurs les plus courantes dans les présentations des étudiants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Dialogue_17_Common_mistakes_to_avoid/01_Student.mp3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Common mistakes to avoid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Too much text on the slides, reading the slides word for word, poor contrast, too many animations, and lack of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Trop de texte sur les diapositives, lire les diapositives mot à mot, mauvais contraste, trop d'animations, et manque de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Dialogue_17_Common_mistakes_to_avoid/02_Teacher.mp3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Common mistakes to avoid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reading the slides really so bad?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Lire les diapositives est-il vraiment si grave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Dialogue_17_Common_mistakes_to_avoid/03_Student.mp3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Common mistakes to avoid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shows that you are not prepared and it bores the audience. Speak to the people, not to the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Cela montre que vous n'êtes pas préparé et cela ennuie le public. Parlez aux personnes, pas à l'écran.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Dialogue_17_Common_mistakes_to_avoid/04_Teacher.mp3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Common mistakes to avoid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avoid these mistakes?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éviter ces erreurs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Dialogue_17_Common_mistakes_to_avoid/05_Student.mp3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Common mistakes to avoid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 first, keep slides simple, rehearse, and always think of the audience.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Planifiez d'abord, gardez les diapositives simples, répétez, et pensez toujours au public.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Dialogue_17_Common_mistakes_to_avoid/06_Teacher.mp3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