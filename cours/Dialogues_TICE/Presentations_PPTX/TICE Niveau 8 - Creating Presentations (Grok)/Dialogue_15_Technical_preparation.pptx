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Technical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Technical preparation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technical points should we check before presenting?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points techniques devons-nous vérifier avant de présenter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Dialogue_15_Technical_preparation/01_Student.mp3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Technical preparation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file format, the compatibility with the classroom computer, the projector connection, and the sound if you use videos.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format du fichier, la compatibilité avec l'ordinateur de la salle, la connexion au projecteur, et le son si vous utilisez des vidéos.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Dialogue_15_Technical_preparation/02_Teacher.mp3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Technical preparation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safer to bring a PDF version as well?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Est-il plus sûr d'apporter aussi une version PDF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Dialogue_15_Technical_preparation/03_Student.mp3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Technical preparation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PDF often opens more reliably on different computers and keeps the layout intact.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Un PDF s'ouvre souvent de façon plus fiable sur différents ordinateurs et conserve la mise en page intacte.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Dialogue_15_Technical_preparation/04_Teacher.mp3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Technical preparation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about a USB stick and a cloud copy?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une clé USB et une copie dans le cloud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Dialogue_15_Technical_preparation/05_Student.mp3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Technical preparation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Always have two copies: one on a USB stick and one online. Technical problems are common.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une sur une clé USB et une en ligne. Les problèmes techniques sont courants.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Dialogue_15_Technical_preparation/06_Teacher.mp3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