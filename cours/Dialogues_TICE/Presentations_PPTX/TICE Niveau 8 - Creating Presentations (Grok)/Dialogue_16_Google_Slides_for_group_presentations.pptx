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16 — Google Slides for group presentations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Slides for group presentations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advantage of Google Slides for group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 est l'avantage de Google Slides pour le travail de groupe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Dialogue_16_Google_Slides_for_group_presentations/01_Student.mp3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Slides for group presentations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Several students can edit the same presentation at the same time and see the changes instantly.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Plusieurs étudiants peuvent modifier la même présentation en même temps et voir les changements instantanément.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Dialogue_16_Google_Slides_for_group_presentations/02_Teacher.mp3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Slides for group presentations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easy to share?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facile de partager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Dialogue_16_Google_Slides_for_group_presentations/03_Student.mp3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Slides for group presentations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only need to share the link and set the right permissions (view or edit).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avez seulement besoin de partager le lien et de définir les bonnes permissions (voir ou modifier).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Dialogue_16_Google_Slides_for_group_presentations/04_Teacher.mp3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Slides for group presentations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present directly from Google Slides?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présenter directement depuis Google Spares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Dialogue_16_Google_Slides_for_group_presentations/05_Student.mp3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16 — Google Slides for group presentations  |  💻 TICE Niveau 8 - Creating Presentations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You can start the slideshow from any browser without installing extra software.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Vous pouvez lancer le diaporama depuis n'importe quel navigateur sans installer de logiciel supplémentaire.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Dialogue_16_Google_Slides_for_group_presentations/06_Teacher.mp3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