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Poppins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Poppins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Poppins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Poppins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Poppins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Poppins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val="006847"/&gt;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91440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val="FFFFFF"/&gt;</a:solidFill>
                <a:latin typeface="Poppins"/>
              </a:defRPr>
            </a:pPr>
            <a:r>
              <a:t>Dialogue 3 — Why plan before opening the software?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10312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val="DFE5EA"/&gt;</a:solidFill>
                <a:latin typeface="Poppins"/>
              </a:defRPr>
            </a:pPr>
            <a:r>
              <a:t>💻 TICE Niveau 8 - Creating Presentations (Grok)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200400"/>
            <a:ext cx="7680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val="B7C9BE"/&gt;</a:solidFill>
                <a:latin typeface="Poppins"/>
              </a:defRPr>
            </a:pPr>
            <a:r>
              <a:t>Dr. BELACEL Madani — Université de Mostaganem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931920"/>
            <a:ext cx="7680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val="93B39E"/&gt;</a:solidFill>
                <a:latin typeface="Poppins"/>
              </a:defRPr>
            </a:pPr>
            <a:r>
              <a:t>Dialogue 3 / 20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2880360" y="64008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3 — Why plan before opening the software?  |  💻 TICE Niveau 8 - Creating Presentations (Grok)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1/6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Student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Why should we plan the presentation before opening PowerPoint?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Traduction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val="34495E"/&gt;</a:solidFill>
                <a:latin typeface="Poppins"/>
              </a:defRPr>
            </a:pPr>
            <a:r>
              <a:t>Pourquoi devons-nous planifier la présentation avant d'ouvrir PowerPoint 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Dialogue_3_Why_plan_before_opening_the_software/01_Student.mp3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3 — Why plan before opening the software?  |  💻 TICE Niveau 8 - Creating Presentations (Grok)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2/6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Teacher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Because a good structure gives the talk its logic and its flow. The software is only a tool for design.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Traduction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val="34495E"/&gt;</a:solidFill>
                <a:latin typeface="Poppins"/>
              </a:defRPr>
            </a:pPr>
            <a:r>
              <a:t>Parce qu'une bonne structure donne à l'exposé sa logique et son rythme. Le logiciel n'est qu'un outil de conception.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Dialogue_3_Why_plan_before_opening_the_software/02_Teacher.mp3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3 — Why plan before opening the software?  |  💻 TICE Niveau 8 - Creating Presentations (Grok)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3/6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Student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What should we define first?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Traduction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val="34495E"/&gt;</a:solidFill>
                <a:latin typeface="Poppins"/>
              </a:defRPr>
            </a:pPr>
            <a:r>
              <a:t>Que devons-nous définir d'abord 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Dialogue_3_Why_plan_before_opening_the_software/03_Student.mp3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3 — Why plan before opening the software?  |  💻 TICE Niveau 8 - Creating Presentations (Grok)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4/6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Teacher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The goal of the presentation, the audience, and the main message you want to leave.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Traduction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val="34495E"/&gt;</a:solidFill>
                <a:latin typeface="Poppins"/>
              </a:defRPr>
            </a:pPr>
            <a:r>
              <a:t>L'objectif de la présentation, le public, et le message principal que vous voulez laisser.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Dialogue_3_Why_plan_before_opening_the_software/04_Teacher.mp3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3 — Why plan before opening the software?  |  💻 TICE Niveau 8 - Creating Presentations (Grok)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5/6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Student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What is the classic structure?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Traduction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val="34495E"/&gt;</a:solidFill>
                <a:latin typeface="Poppins"/>
              </a:defRPr>
            </a:pPr>
            <a:r>
              <a:t>Quelle est la structure classique 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Dialogue_3_Why_plan_before_opening_the_software/05_Student.mp3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3 — Why plan before opening the software?  |  💻 TICE Niveau 8 - Creating Presentations (Grok)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6/6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Teacher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Introduction, development (main points), and conclusion.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Traduction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val="34495E"/&gt;</a:solidFill>
                <a:latin typeface="Poppins"/>
              </a:defRPr>
            </a:pPr>
            <a:r>
              <a:t>Introduction, développement (points principaux), et conclusion.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Dialogue_3_Why_plan_before_opening_the_software/06_Teacher.mp3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