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3 — Why plan before opening the software?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Why plan before opening the software?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Why should we plan the presentation before opening PowerPoint?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Pourquoi devons-nous planifier la présentation avant d'ouvrir PowerPoint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Dialogue_3_Why_plan_before_opening_the_software/01_Student.mp3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Why plan before opening the software?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Because a good structure gives the talk its logic and its flow. The software is only a tool for design.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Parce qu'une bonne structure donne à l'exposé sa logique et son rythme. Le logiciel n'est qu'un outil de conception.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Dialogue_3_Why_plan_before_opening_the_software/02_Teacher.mp3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Why plan before opening the software?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should we define first?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 devons-nous définir d'abord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Dialogue_3_Why_plan_before_opening_the_software/03_Student.mp3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Why plan before opening the software?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goal of the presentation, the audience, and the main message you want to leave.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L'objectif de la présentation, le public, et le message principal que vous voulez laisser.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Dialogue_3_Why_plan_before_opening_the_software/04_Teacher.mp3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Why plan before opening the software?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classic structure?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Quelle est la structure classique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Dialogue_3_Why_plan_before_opening_the_software/05_Student.mp3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Why plan before opening the software?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Introduction, development (main points), and conclusion.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Introduction, développement (points principaux), et conclusion.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Dialogue_3_Why_plan_before_opening_the_software/06_Teacher.mp3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