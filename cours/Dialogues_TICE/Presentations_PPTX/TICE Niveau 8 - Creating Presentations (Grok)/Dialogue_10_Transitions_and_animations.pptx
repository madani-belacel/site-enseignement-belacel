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Transitions and animations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transition?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transition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transition is the visual effect when moving from one slide to the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transition est l'effet visuel au passage d'une diapositive à la suivante.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use many different transitions?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utiliser beaucoup de transitions différentes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Use them lightly and consistently. Too many effects distract the audience from your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Utilisez-les avec modération et de façon cohérente. Trop d'effets distraient le public de votre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animations inside a slide?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les animations à l'intérieur d'une diapositive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Transitions and animations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same rule applies. Simple and purposeful animations can help. Excessive animation looks unprofessional.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même règle s'applique. Des animations simples et utiles peuvent aider. L'animation excessive paraît peu professionnelle.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Dialogue_10_Transitions_and_animations/06_Teacher.mp3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