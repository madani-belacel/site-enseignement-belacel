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10 — Transitions and animations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10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Transitions and animations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a transition?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Qu'est-ce qu'une transition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Dialogue_10_Transitions_and_animations/01_Student.mp3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Transitions and animations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transition is the visual effect when moving from one slide to the next.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Une transition est l'effet visuel au passage d'une diapositive à la suivante.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Dialogue_10_Transitions_and_animations/02_Teacher.mp3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Transitions and animations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Should we use many different transitions?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Devons-nous utiliser beaucoup de transitions différentes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Dialogue_10_Transitions_and_animations/03_Student.mp3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Transitions and animations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No. Use them lightly and consistently. Too many effects distract the audience from your message.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Non. Utilisez-les avec modération et de façon cohérente. Trop d'effets distraient le public de votre message.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Dialogue_10_Transitions_and_animations/04_Teacher.mp3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Transitions and animations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about animations inside a slide?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Et les animations à l'intérieur d'une diapositive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Dialogue_10_Transitions_and_animations/05_Student.mp3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Transitions and animations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same rule applies. Simple and purposeful animations can help. Excessive animation looks unprofessional.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La même règle s'applique. Des animations simples et utiles peuvent aider. L'animation excessive paraît peu professionnelle.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Dialogue_10_Transitions_and_animations/06_Teacher.mp3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