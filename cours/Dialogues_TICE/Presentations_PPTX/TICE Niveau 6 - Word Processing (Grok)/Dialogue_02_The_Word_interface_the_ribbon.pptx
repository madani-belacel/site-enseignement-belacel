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The Word interface – the ribbon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Word interface – the ribbon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ribbon in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 ruban dans Word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Dialogue_2_The_Word_interface_the_ribbon/01_Student.mp3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Word interface – the ribbon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ribbon is the horizontal bar at the top of the window. It contains tabs and groups of buttons that organise all the commands.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ruban est la barre horizontale en haut de la fenêtre. Il contient des onglets et des groupes de boutons qui organisent toutes les commandes.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Dialogue_2_The_Word_interface_the_ribbon/02_Teacher.mp3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Word interface – the ribbon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tabs?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principaux onglets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Dialogue_2_The_Word_interface_the_ribbon/03_Student.mp3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Word interface – the ribbon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Home, Insert, Design, Layout, References, Review and 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Accueil, Insertion, Conception, Mise en page, Références, Révision et Affichage.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Dialogue_2_The_Word_interface_the_ribbon/04_Teacher.mp3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Word interface – the ribbon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do we find the most common formatting tools?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Où trouve-t-on les outils de mise en forme les plus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Dialogue_2_The_Word_interface_the_ribbon/05_Student.mp3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Word interface – the ribbon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the Home tab: font, size, bold, italic, alignment and lists.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police, taille, gras, italique, alignement et listes.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Dialogue_2_The_Word_interface_the_ribbon/06_Teacher.mp3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