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Comments and track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Comments and track changes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comments used for?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À quoi servent les commentaires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Dialogue_16_Comments_and_track_changes/01_Student.mp3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Comments and track changes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Comments allow a reader or a teacher to leave notes without changing the main text. They are perfect for feedback.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commentaires permettent à un lecteur ou à un enseignant de laisser des notes sans modifier le texte principal. Ils sont parfaits pour le retour.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Dialogue_16_Comments_and_track_changes/02_Teacher.mp3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Comments and track changes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Track Changes?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que le Suivi des modifications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Dialogue_16_Comments_and_track_changes/03_Student.mp3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Comments and track changes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records every modification made to the document so that the original author can accept or reject each change.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Il enregistre chaque modification apportée au document afin que l'auteur original puisse accepter ou refuser chaque changement.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Dialogue_16_Comments_and_track_changes/04_Teacher.mp3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Comments and track changes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this useful for collaborative writing?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Est-ce utile pour l'écriture collaborative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Dialogue_16_Comments_and_track_changes/05_Student.mp3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Comments and track changes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It is one of the best tools for working on the same text with classmates or with a supervisor.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C'est l'un des meilleurs outils pour travailler sur le même texte avec des camarades ou avec un superviseur.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Dialogue_16_Comments_and_track_changes/06_Teacher.mp3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