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Tables in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Tables in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is it useful to insert a table?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est-il utile d'insérer un tableau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Dialogue_14_Tables_in_documents/01_Student.mp3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Tables in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need to present data or information in rows and columns, for example a comparison or a schedule.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vous devez présenter des données ou des informations en lignes et colonnes, par exemple une comparaison ou un emploi du temps.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Dialogue_14_Tables_in_documents/02_Teacher.mp3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Tables in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create a table in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créer un tableau dans Word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Dialogue_14_Tables_in_documents/03_Student.mp3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Tables in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 to the Insert tab, click “Table”, and choose the number of rows and columns you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Allez dans l'onglet Insertion, cliquez sur « Tableau », et choisissez le nombre de lignes et de colonnes dont vous avez besoin.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Dialogue_14_Tables_in_documents/04_Teacher.mp3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Tables in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format the table afterwards?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formater le tableau ensuite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Dialogue_14_Tables_in_documents/05_Student.mp3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Tables in documents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You can change borders, colours, alignment inside cells, and apply ready-made table styles.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Vous pouvez changer les bordures, les couleurs, l'alignement dans les cellules, et appliquer des styles de tableau prêts à l'emploi.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Dialogue_14_Tables_in_documents/06_Teacher.mp3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