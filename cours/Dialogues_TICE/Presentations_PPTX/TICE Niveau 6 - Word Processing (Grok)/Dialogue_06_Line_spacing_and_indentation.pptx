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6 — Line spacing and indentation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Line spacing and indentation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line spacing?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que l'interligne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Dialogue_6_Line_spacing_and_indentation/01_Student.mp3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Line spacing and indentation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Line spacing is the vertical space between the lines of a paragraph.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L'interligne est l'espace vertical entre les lignes d'un paragraphe.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Dialogue_6_Line_spacing_and_indentation/02_Teacher.mp3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Line spacing and indentation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line spacing is common in academic work?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 interligne est courant dans les travaux académiques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Dialogue_6_Line_spacing_and_indentation/03_Student.mp3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Line spacing and indentation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1.5 line spacing or double spacing is often required for essays and dissertations.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L'interligne 1,5 ou l'interligne double est souvent exigé pour les dissertations et les mémoires.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Dialogue_6_Line_spacing_and_indentation/04_Teacher.mp3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Line spacing and indentation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an indent?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qu'un retrait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Dialogue_6_Line_spacing_and_indentation/05_Student.mp3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Line spacing and indentation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 indent is the extra space added at the beginning of the first line of a paragraph.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retrait est l'espace supplémentaire ajouté au début de la première ligne d'un paragraphe.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Dialogue_6_Line_spacing_and_indentation/06_Teacher.mp3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