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Spelling and grammar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Spelling and grammar check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is the spelling and grammar check important?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la vérification orthographique et grammaticale est-elle importante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Dialogue_8_Spelling_and_grammar_check/01_Student.mp3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Spelling and grammar check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it helps you correct basic mistakes before submitting your work. It is the first quality control of any document.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Parce qu'elle vous aide à corriger les erreurs de base avant de rendre votre travail. C'est le premier contrôle qualité de tout document.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Dialogue_8_Spelling_and_grammar_check/02_Teacher.mp3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Spelling and grammar check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Where do we find this tool in Word?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Où trouve-t-on cet outil dans Word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Dialogue_8_Spelling_and_grammar_check/03_Student.mp3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Spelling and grammar check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the Review tab, with the button “Spelling &amp; Grammar”. You can also press F7.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Dans l'onglet Révision, avec le bouton « Grammaire et orthographe ». Vous pouvez aussi appuyer sur F7.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Dialogue_8_Spelling_and_grammar_check/04_Teacher.mp3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Spelling and grammar check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we trust the checker completely?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Devons-nous faire entièrement confiance au vérificateur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Dialogue_8_Spelling_and_grammar_check/05_Student.mp3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Spelling and grammar check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It is a useful assistant, but it does not understand context perfectly. Always reread your text yourself.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Non. C'est un assistant utile, mais il ne comprend pas parfaitement le contexte. Relisez toujours votre texte vous-même.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Dialogue_8_Spelling_and_grammar_check/06_Teacher.mp3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