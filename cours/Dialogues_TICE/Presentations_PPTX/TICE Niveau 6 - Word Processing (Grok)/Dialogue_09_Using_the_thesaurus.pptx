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Using the thesaurus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thesaurus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sert le dictionnaire de synonymes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helps you find synonyms so that you can enrich your vocabulary and avoid repeating the same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vous aide à trouver des synonymes pour enrichir votre vocabulaire et éviter de répéter les mêmes mots.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access it in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y accéder dans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Select a word, right-click, and choose “Synonyms”, or go to the Review tab and click “Thesaurus”.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Sélectionnez un mot, cliquez avec le bouton droit, et choisissez « Synonymes », ou allez dans l'onglet Révision et cliquez sur « Dictionnaire des synonymes 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good for English language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bien pour les étudiants en anglais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Using the thesaurus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It is an excellent way to expand your active vocabulary while writing.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C'est une excellente façon d'élargir votre vocabulaire actif tout en écrivant.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Dialogue_9_Using_the_thesaurus/06_Teacher.mp3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