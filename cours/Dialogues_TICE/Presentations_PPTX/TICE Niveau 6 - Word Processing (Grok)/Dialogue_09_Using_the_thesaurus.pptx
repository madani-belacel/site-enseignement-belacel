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9 — Using the thesaurus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💻 TICE Niveau 6 - Word Processing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9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9 — Using the thesaurus  |  💻 TICE Niveau 6 - Word Processing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What is the thesaurus used for?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À quoi sert le dictionnaire de synonymes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Dialogue_9_Using_the_thesaurus/01_Student.mp3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9 — Using the thesaurus  |  💻 TICE Niveau 6 - Word Processing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It helps you find synonyms so that you can enrich your vocabulary and avoid repeating the same words.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Il vous aide à trouver des synonymes pour enrichir votre vocabulaire et éviter de répéter les mêmes mots.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Dialogue_9_Using_the_thesaurus/02_Teacher.mp3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9 — Using the thesaurus  |  💻 TICE Niveau 6 - Word Processing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How do we access it in Word?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Comment y accéder dans Word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Dialogue_9_Using_the_thesaurus/03_Student.mp3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9 — Using the thesaurus  |  💻 TICE Niveau 6 - Word Processing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Select a word, right-click, and choose “Synonyms”, or go to the Review tab and click “Thesaurus”.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Sélectionnez un mot, cliquez avec le bouton droit, et choisissez « Synonymes », ou allez dans l'onglet Révision et cliquez sur « Dictionnaire des synonymes ».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Dialogue_9_Using_the_thesaurus/04_Teacher.mp3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9 — Using the thesaurus  |  💻 TICE Niveau 6 - Word Processing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Is it good for English language students?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Est-ce bien pour les étudiants en anglais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Dialogue_9_Using_the_thesaurus/05_Student.mp3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9 — Using the thesaurus  |  💻 TICE Niveau 6 - Word Processing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It is an excellent way to expand your active vocabulary while writing.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Oui. C'est une excellente façon d'élargir votre vocabulaire actif tout en écrivant.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Dialogue_9_Using_the_thesaurus/06_Teacher.mp3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