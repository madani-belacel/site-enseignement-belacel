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Best practices for academic documents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Best practices for academic documents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most important rules for academic word processing?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Quelles sont les règles les plus importantes pour le traitement de texte académique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Dialogue_19_Best_practices_for_academic_documents/01_Student.mp3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Best practices for academic documents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Use a standard font and size, justify the text, set correct margins, number the pages, and always run the spelling check.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Utilisez une police et une taille standard, justifiez le texte, réglez les bonnes marges, numérotez les pages, et lancez toujours la vérification orthographique.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Dialogue_19_Best_practices_for_academic_documents/02_Teacher.mp3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Best practices for academic documents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the document have a clear structure?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document doit-il avoir une structure claire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Dialogue_19_Best_practices_for_academic_documents/03_Student.mp3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Best practices for academic documents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Use headings, subheadings, and consistent formatting so that the reader can follow your ideas easily.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Utilisez des titres, des sous-titres, et une mise en forme cohérente pour que le lecteur puisse suivre vos idées facilement.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Dialogue_19_Best_practices_for_academic_documents/04_Teacher.mp3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Best practices for academic documents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the file name important?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nom du fichier est-il important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Dialogue_19_Best_practices_for_academic_documents/05_Student.mp3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Best practices for academic documents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Very important. A clear name with your name, the course and the topic helps the teacher organise the 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Très important. Un nom clair avec votre nom, le cours et le sujet aide l'enseignant à organiser les travaux.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Dialogue_19_Best_practices_for_academic_documents/06_Teacher.mp3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