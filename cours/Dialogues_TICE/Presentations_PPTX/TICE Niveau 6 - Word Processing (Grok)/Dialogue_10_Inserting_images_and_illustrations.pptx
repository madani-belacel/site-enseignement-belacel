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Inserting images and illustrations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Inserting images and illustrations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we insert an image into a document?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insérer une image dans un document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Dialogue_10_Inserting_images_and_illustrations/01_Student.mp3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Inserting images and illustrations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 to the Insert tab, click “Pictures”, and choose an image from your computer or online sources.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Allez dans l'onglet Insertion, cliquez sur « Images », et choisissez une image depuis votre ordinateur ou des sources en ligne.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Dialogue_10_Inserting_images_and_illustrations/02_Teacher.mp3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Inserting images and illustrations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we check after inserting an image?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devons-nous vérifier après avoir inséré une image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Dialogue_10_Inserting_images_and_illustrations/03_Student.mp3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Inserting images and illustrations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size, the position, the text wrapping, and whether the image has a clear purpose in the document.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taille, la position, le retour de texte, et si l'image a un but clair dans le document.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Dialogue_10_Inserting_images_and_illustrations/04_Teacher.mp3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Inserting images and illustrations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necessary to write a caption?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Est-il nécessaire d'écrire une légende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Dialogue_10_Inserting_images_and_illustrations/05_Student.mp3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Inserting images and illustrations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especially in academic work. A short caption explains what the image shows.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Oui, surtout dans un travail académique. Une courte légende explique ce que montre l'image.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Dialogue_10_Inserting_images_and_illustrations/06_Teacher.mp3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