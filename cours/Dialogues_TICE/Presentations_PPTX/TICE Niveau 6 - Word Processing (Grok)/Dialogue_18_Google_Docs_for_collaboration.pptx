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Google Docs for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Google Docs for collaboration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main advantage of Google Docs?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le principal avantage de Google Docs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Dialogue_18_Google_Docs_for_collaboration/01_Student.mp3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Google Docs for collaboration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Several people can work on the same document at the same time and see the changes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Plusieurs personnes peuvent travailler sur le même document en même temps et voir les changements instantanément.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Dialogue_18_Google_Docs_for_collaboration/02_Teacher.mp3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Google Docs for collaboration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Do we need to install anything?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Devons-nous installer quelque chose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Dialogue_18_Google_Docs_for_collaboration/03_Student.mp3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Google Docs for collaboration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No. Google Docs works in the browser. You only need a Google account and an Internet connection.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Non. Google Docs fonctionne dans le navigateur. Vous avez seulement besoin d'un compte Google et d'une connexion Internet.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Dialogue_18_Google_Docs_for_collaboration/04_Teacher.mp3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Google Docs for collaboration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suitable for academic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adapté au travail académique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Dialogue_18_Google_Docs_for_collaboration/05_Student.mp3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Google Docs for collaboration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Many universities accept Google Docs, especially for group projects and draft versions.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Beaucoup d'universités acceptent Google Docs, surtout pour les projets de groupe et les versions brouillon.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Dialogue_18_Google_Docs_for_collaboration/06_Teacher.mp3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