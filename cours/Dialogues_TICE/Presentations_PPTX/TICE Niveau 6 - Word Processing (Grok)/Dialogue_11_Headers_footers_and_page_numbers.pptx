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914400"/>
            <a:ext cx="7680960" cy="1097280"/>
          </a:xfrm>
          <a:prstGeom prst="rect">
            <a:avLst/>
          </a:prstGeom>
          <a:noFill/>
        </p:spPr>
        <p:txBody>
          <a:bodyPr wrap="square">
            <a:spAutoFit/>
          </a:bodyPr>
          <a:lstStyle/>
          <a:p>
            <a:pPr algn="ctr">
              <a:defRPr sz="3200" b="1">
                <a:solidFill>val="FFFFFF"/&gt;</a:solidFill>
                <a:latin typeface="Poppins"/>
              </a:defRPr>
            </a:pPr>
            <a:r>
              <a:t>Dialogue 11 — Headers, footers and page numbers</a:t>
            </a:r>
          </a:p>
        </p:txBody>
      </p:sp>
      <p:sp>
        <p:nvSpPr>
          <p:cNvPr id="3" name="TextBox 2"/>
          <p:cNvSpPr txBox="1"/>
          <p:nvPr/>
        </p:nvSpPr>
        <p:spPr>
          <a:xfrm>
            <a:off x="731520" y="2103120"/>
            <a:ext cx="7680960" cy="731520"/>
          </a:xfrm>
          <a:prstGeom prst="rect">
            <a:avLst/>
          </a:prstGeom>
          <a:noFill/>
        </p:spPr>
        <p:txBody>
          <a:bodyPr wrap="square">
            <a:spAutoFit/>
          </a:bodyPr>
          <a:lstStyle/>
          <a:p>
            <a:pPr algn="ctr">
              <a:defRPr sz="2000" b="0">
                <a:solidFill>val="DFE5EA"/&gt;</a:solidFill>
                <a:latin typeface="Poppins"/>
              </a:defRPr>
            </a:pPr>
            <a:r>
              <a:t>💻 TICE Niveau 6 - Word Processing (Grok)</a:t>
            </a:r>
          </a:p>
        </p:txBody>
      </p:sp>
      <p:sp>
        <p:nvSpPr>
          <p:cNvPr id="4" name="TextBox 3"/>
          <p:cNvSpPr txBox="1"/>
          <p:nvPr/>
        </p:nvSpPr>
        <p:spPr>
          <a:xfrm>
            <a:off x="731520" y="3200400"/>
            <a:ext cx="7680960" cy="548640"/>
          </a:xfrm>
          <a:prstGeom prst="rect">
            <a:avLst/>
          </a:prstGeom>
          <a:noFill/>
        </p:spPr>
        <p:txBody>
          <a:bodyPr wrap="square">
            <a:spAutoFit/>
          </a:bodyPr>
          <a:lstStyle/>
          <a:p>
            <a:pPr algn="ctr">
              <a:defRPr sz="1400" b="0">
                <a:solidFill>val="B7C9BE"/&gt;</a:solidFill>
                <a:latin typeface="Poppins"/>
              </a:defRPr>
            </a:pPr>
            <a:r>
              <a:t>Dr. BELACEL Madani — Université de Mostaganem</a:t>
            </a:r>
          </a:p>
        </p:txBody>
      </p:sp>
      <p:sp>
        <p:nvSpPr>
          <p:cNvPr id="5" name="TextBox 4"/>
          <p:cNvSpPr txBox="1"/>
          <p:nvPr/>
        </p:nvSpPr>
        <p:spPr>
          <a:xfrm>
            <a:off x="731520" y="3931920"/>
            <a:ext cx="7680960" cy="457200"/>
          </a:xfrm>
          <a:prstGeom prst="rect">
            <a:avLst/>
          </a:prstGeom>
          <a:noFill/>
        </p:spPr>
        <p:txBody>
          <a:bodyPr wrap="square">
            <a:spAutoFit/>
          </a:bodyPr>
          <a:lstStyle/>
          <a:p>
            <a:pPr algn="ctr">
              <a:defRPr sz="1200" b="0">
                <a:solidFill>val="93B39E"/&gt;</a:solidFill>
                <a:latin typeface="Poppins"/>
              </a:defRPr>
            </a:pPr>
            <a:r>
              <a:t>Dialogue 11 / 20</a:t>
            </a:r>
          </a:p>
        </p:txBody>
      </p:sp>
      <p:sp>
        <p:nvSpPr>
          <p:cNvPr id="990001" name="Pied de page FLE"/>
          <p:cNvSpPr>
            <a:spLocks noGrp="1"/>
          </p:cNvSpPr>
          <p:nvPr/>
        </p:nvSpPr>
        <p:spPr>
          <a:xfrm>
            <a:off x="2880360" y="6400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9144000" cy="73152"/>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365760"/>
          </a:xfrm>
          <a:prstGeom prst="rect">
            <a:avLst/>
          </a:prstGeom>
          <a:noFill/>
        </p:spPr>
        <p:txBody>
          <a:bodyPr wrap="square">
            <a:spAutoFit/>
          </a:bodyPr>
          <a:lstStyle/>
          <a:p>
            <a:pPr algn="l">
              <a:defRPr sz="1000" b="0">
                <a:solidFill>val="69788B"/&gt;</a:solidFill>
                <a:latin typeface="Poppins"/>
              </a:defRPr>
            </a:pPr>
            <a:r>
              <a:t>Dialogue 11 — Headers, footers and page numbers  |  💻 TICE Niveau 6 - Word Processing (Grok)</a:t>
            </a:r>
          </a:p>
        </p:txBody>
      </p:sp>
      <p:sp>
        <p:nvSpPr>
          <p:cNvPr id="4" name="TextBox 3"/>
          <p:cNvSpPr txBox="1"/>
          <p:nvPr/>
        </p:nvSpPr>
        <p:spPr>
          <a:xfrm>
            <a:off x="7772400" y="137160"/>
            <a:ext cx="1097280" cy="365760"/>
          </a:xfrm>
          <a:prstGeom prst="rect">
            <a:avLst/>
          </a:prstGeom>
          <a:noFill/>
        </p:spPr>
        <p:txBody>
          <a:bodyPr wrap="square">
            <a:spAutoFit/>
          </a:bodyPr>
          <a:lstStyle/>
          <a:p>
            <a:pPr algn="r">
              <a:defRPr sz="1000" b="0">
                <a:solidFill>val="69788B"/&gt;</a:solidFill>
                <a:latin typeface="Poppins"/>
              </a:defRPr>
            </a:pPr>
            <a:r>
              <a:t>1/6</a:t>
            </a:r>
          </a:p>
        </p:txBody>
      </p:sp>
      <p:sp>
        <p:nvSpPr>
          <p:cNvPr id="5" name="TextBox 4"/>
          <p:cNvSpPr txBox="1"/>
          <p:nvPr/>
        </p:nvSpPr>
        <p:spPr>
          <a:xfrm>
            <a:off x="457200" y="594360"/>
            <a:ext cx="8229600" cy="457200"/>
          </a:xfrm>
          <a:prstGeom prst="rect">
            <a:avLst/>
          </a:prstGeom>
          <a:noFill/>
        </p:spPr>
        <p:txBody>
          <a:bodyPr wrap="square">
            <a:spAutoFit/>
          </a:bodyPr>
          <a:lstStyle/>
          <a:p>
            <a:pPr algn="l">
              <a:defRPr sz="2400" b="1">
                <a:solidFill>val="F0B429"/&gt;</a:solidFill>
                <a:latin typeface="Poppins"/>
              </a:defRPr>
            </a:pPr>
            <a:r>
              <a:t>Student</a:t>
            </a:r>
          </a:p>
        </p:txBody>
      </p:sp>
      <p:sp>
        <p:nvSpPr>
          <p:cNvPr id="6" name="TextBox 5"/>
          <p:cNvSpPr txBox="1"/>
          <p:nvPr/>
        </p:nvSpPr>
        <p:spPr>
          <a:xfrm>
            <a:off x="457200" y="1097280"/>
            <a:ext cx="8229600" cy="1371600"/>
          </a:xfrm>
          <a:prstGeom prst="rect">
            <a:avLst/>
          </a:prstGeom>
          <a:noFill/>
        </p:spPr>
        <p:txBody>
          <a:bodyPr wrap="square">
            <a:spAutoFit/>
          </a:bodyPr>
          <a:lstStyle/>
          <a:p>
            <a:pPr algn="l">
              <a:defRPr sz="2200" b="0">
                <a:solidFill>val="22344A"/&gt;</a:solidFill>
                <a:latin typeface="Poppins"/>
              </a:defRPr>
            </a:pPr>
            <a:r>
              <a:t>What is a header and a footer?</a:t>
            </a:r>
          </a:p>
        </p:txBody>
      </p:sp>
      <p:sp>
        <p:nvSpPr>
          <p:cNvPr id="7" name="Rectangle 6"/>
          <p:cNvSpPr/>
          <p:nvPr/>
        </p:nvSpPr>
        <p:spPr>
          <a:xfrm>
            <a:off x="457200" y="2606040"/>
            <a:ext cx="8229600" cy="18288"/>
          </a:xfrm>
          <a:prstGeom prst="rect">
            <a:avLst/>
          </a:prstGeom>
          <a:solidFill>val="F4F6F8"/&gt;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743200"/>
            <a:ext cx="8229600" cy="320040"/>
          </a:xfrm>
          <a:prstGeom prst="rect">
            <a:avLst/>
          </a:prstGeom>
          <a:noFill/>
        </p:spPr>
        <p:txBody>
          <a:bodyPr wrap="square">
            <a:spAutoFit/>
          </a:bodyPr>
          <a:lstStyle/>
          <a:p>
            <a:pPr algn="l">
              <a:defRPr sz="1100" b="1">
                <a:solidFill>val="00875B"/&gt;</a:solidFill>
                <a:latin typeface="Poppins"/>
              </a:defRPr>
            </a:pPr>
            <a:r>
              <a:t>Traduction :</a:t>
            </a:r>
          </a:p>
        </p:txBody>
      </p:sp>
      <p:sp>
        <p:nvSpPr>
          <p:cNvPr id="9" name="TextBox 8"/>
          <p:cNvSpPr txBox="1"/>
          <p:nvPr/>
        </p:nvSpPr>
        <p:spPr>
          <a:xfrm>
            <a:off x="457200" y="3108960"/>
            <a:ext cx="8229600" cy="1097280"/>
          </a:xfrm>
          <a:prstGeom prst="rect">
            <a:avLst/>
          </a:prstGeom>
          <a:noFill/>
        </p:spPr>
        <p:txBody>
          <a:bodyPr wrap="square">
            <a:spAutoFit/>
          </a:bodyPr>
          <a:lstStyle/>
          <a:p>
            <a:pPr algn="l">
              <a:defRPr sz="2000" b="0">
                <a:solidFill>val="34495E"/&gt;</a:solidFill>
                <a:latin typeface="Poppins"/>
              </a:defRPr>
            </a:pPr>
            <a:r>
              <a:t>Qu'est-ce qu'un en-tête et un pied de page ?</a:t>
            </a:r>
          </a:p>
        </p:txBody>
      </p:sp>
      <p:sp>
        <p:nvSpPr>
          <p:cNvPr id="10" name="TextBox 9"/>
          <p:cNvSpPr txBox="1"/>
          <p:nvPr/>
        </p:nvSpPr>
        <p:spPr>
          <a:xfrm>
            <a:off x="457200" y="4572000"/>
            <a:ext cx="8229600" cy="320040"/>
          </a:xfrm>
          <a:prstGeom prst="rect">
            <a:avLst/>
          </a:prstGeom>
          <a:noFill/>
        </p:spPr>
        <p:txBody>
          <a:bodyPr wrap="square">
            <a:spAutoFit/>
          </a:bodyPr>
          <a:lstStyle/>
          <a:p>
            <a:pPr algn="l">
              <a:defRPr sz="900" b="0">
                <a:solidFill>val="69788B"/&gt;</a:solidFill>
                <a:latin typeface="Poppins"/>
              </a:defRPr>
            </a:pPr>
            <a:r>
              <a:t>Audio : Dialogue_11_Headers_footers_and_page_numbers/01_Student.mp3</a:t>
            </a:r>
          </a:p>
        </p:txBody>
      </p:sp>
      <p:sp>
        <p:nvSpPr>
          <p:cNvPr id="11" name="Rectangle 10"/>
          <p:cNvSpPr/>
          <p:nvPr/>
        </p:nvSpPr>
        <p:spPr>
          <a:xfrm>
            <a:off x="0" y="6784848"/>
            <a:ext cx="9144000" cy="73152"/>
          </a:xfrm>
          <a:prstGeom prst="rect">
            <a:avLst/>
          </a:prstGeom>
          <a:solidFill>val="006847"/&gt;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001" name="Pied de page FLE"/>
          <p:cNvSpPr>
            <a:spLocks noGrp="1"/>
          </p:cNvSpPr>
          <p:nvPr/>
        </p:nvSpPr>
        <p:spPr>
          <a:xfrm>
            <a:off x="4343400" y="-384048"/>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9144000" cy="73152"/>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365760"/>
          </a:xfrm>
          <a:prstGeom prst="rect">
            <a:avLst/>
          </a:prstGeom>
          <a:noFill/>
        </p:spPr>
        <p:txBody>
          <a:bodyPr wrap="square">
            <a:spAutoFit/>
          </a:bodyPr>
          <a:lstStyle/>
          <a:p>
            <a:pPr algn="l">
              <a:defRPr sz="1000" b="0">
                <a:solidFill>val="69788B"/&gt;</a:solidFill>
                <a:latin typeface="Poppins"/>
              </a:defRPr>
            </a:pPr>
            <a:r>
              <a:t>Dialogue 11 — Headers, footers and page numbers  |  💻 TICE Niveau 6 - Word Processing (Grok)</a:t>
            </a:r>
          </a:p>
        </p:txBody>
      </p:sp>
      <p:sp>
        <p:nvSpPr>
          <p:cNvPr id="4" name="TextBox 3"/>
          <p:cNvSpPr txBox="1"/>
          <p:nvPr/>
        </p:nvSpPr>
        <p:spPr>
          <a:xfrm>
            <a:off x="7772400" y="137160"/>
            <a:ext cx="1097280" cy="365760"/>
          </a:xfrm>
          <a:prstGeom prst="rect">
            <a:avLst/>
          </a:prstGeom>
          <a:noFill/>
        </p:spPr>
        <p:txBody>
          <a:bodyPr wrap="square">
            <a:spAutoFit/>
          </a:bodyPr>
          <a:lstStyle/>
          <a:p>
            <a:pPr algn="r">
              <a:defRPr sz="1000" b="0">
                <a:solidFill>val="69788B"/&gt;</a:solidFill>
                <a:latin typeface="Poppins"/>
              </a:defRPr>
            </a:pPr>
            <a:r>
              <a:t>2/6</a:t>
            </a:r>
          </a:p>
        </p:txBody>
      </p:sp>
      <p:sp>
        <p:nvSpPr>
          <p:cNvPr id="5" name="TextBox 4"/>
          <p:cNvSpPr txBox="1"/>
          <p:nvPr/>
        </p:nvSpPr>
        <p:spPr>
          <a:xfrm>
            <a:off x="457200" y="594360"/>
            <a:ext cx="8229600" cy="457200"/>
          </a:xfrm>
          <a:prstGeom prst="rect">
            <a:avLst/>
          </a:prstGeom>
          <a:noFill/>
        </p:spPr>
        <p:txBody>
          <a:bodyPr wrap="square">
            <a:spAutoFit/>
          </a:bodyPr>
          <a:lstStyle/>
          <a:p>
            <a:pPr algn="l">
              <a:defRPr sz="2400" b="1">
                <a:solidFill>val="F0B429"/&gt;</a:solidFill>
                <a:latin typeface="Poppins"/>
              </a:defRPr>
            </a:pPr>
            <a:r>
              <a:t>Teacher</a:t>
            </a:r>
          </a:p>
        </p:txBody>
      </p:sp>
      <p:sp>
        <p:nvSpPr>
          <p:cNvPr id="6" name="TextBox 5"/>
          <p:cNvSpPr txBox="1"/>
          <p:nvPr/>
        </p:nvSpPr>
        <p:spPr>
          <a:xfrm>
            <a:off x="457200" y="1097280"/>
            <a:ext cx="8229600" cy="1371600"/>
          </a:xfrm>
          <a:prstGeom prst="rect">
            <a:avLst/>
          </a:prstGeom>
          <a:noFill/>
        </p:spPr>
        <p:txBody>
          <a:bodyPr wrap="square">
            <a:spAutoFit/>
          </a:bodyPr>
          <a:lstStyle/>
          <a:p>
            <a:pPr algn="l">
              <a:defRPr sz="2200" b="0">
                <a:solidFill>val="22344A"/&gt;</a:solidFill>
                <a:latin typeface="Poppins"/>
              </a:defRPr>
            </a:pPr>
            <a:r>
              <a:t>The header is the area at the top of every page. The footer is the area at the bottom. They often contain the title, the author’s name or the page number.</a:t>
            </a:r>
          </a:p>
        </p:txBody>
      </p:sp>
      <p:sp>
        <p:nvSpPr>
          <p:cNvPr id="7" name="Rectangle 6"/>
          <p:cNvSpPr/>
          <p:nvPr/>
        </p:nvSpPr>
        <p:spPr>
          <a:xfrm>
            <a:off x="457200" y="2606040"/>
            <a:ext cx="8229600" cy="18288"/>
          </a:xfrm>
          <a:prstGeom prst="rect">
            <a:avLst/>
          </a:prstGeom>
          <a:solidFill>val="F4F6F8"/&gt;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743200"/>
            <a:ext cx="8229600" cy="320040"/>
          </a:xfrm>
          <a:prstGeom prst="rect">
            <a:avLst/>
          </a:prstGeom>
          <a:noFill/>
        </p:spPr>
        <p:txBody>
          <a:bodyPr wrap="square">
            <a:spAutoFit/>
          </a:bodyPr>
          <a:lstStyle/>
          <a:p>
            <a:pPr algn="l">
              <a:defRPr sz="1100" b="1">
                <a:solidFill>val="00875B"/&gt;</a:solidFill>
                <a:latin typeface="Poppins"/>
              </a:defRPr>
            </a:pPr>
            <a:r>
              <a:t>Traduction :</a:t>
            </a:r>
          </a:p>
        </p:txBody>
      </p:sp>
      <p:sp>
        <p:nvSpPr>
          <p:cNvPr id="9" name="TextBox 8"/>
          <p:cNvSpPr txBox="1"/>
          <p:nvPr/>
        </p:nvSpPr>
        <p:spPr>
          <a:xfrm>
            <a:off x="457200" y="3108960"/>
            <a:ext cx="8229600" cy="1097280"/>
          </a:xfrm>
          <a:prstGeom prst="rect">
            <a:avLst/>
          </a:prstGeom>
          <a:noFill/>
        </p:spPr>
        <p:txBody>
          <a:bodyPr wrap="square">
            <a:spAutoFit/>
          </a:bodyPr>
          <a:lstStyle/>
          <a:p>
            <a:pPr algn="l">
              <a:defRPr sz="2000" b="0">
                <a:solidFill>val="34495E"/&gt;</a:solidFill>
                <a:latin typeface="Poppins"/>
              </a:defRPr>
            </a:pPr>
            <a:r>
              <a:t>L'en-tête est la zone en haut de chaque page. Le pied de page est la zone en bas. Ils contiennent souvent le titre, le nom de l'auteur ou le numéro de page.</a:t>
            </a:r>
          </a:p>
        </p:txBody>
      </p:sp>
      <p:sp>
        <p:nvSpPr>
          <p:cNvPr id="10" name="TextBox 9"/>
          <p:cNvSpPr txBox="1"/>
          <p:nvPr/>
        </p:nvSpPr>
        <p:spPr>
          <a:xfrm>
            <a:off x="457200" y="4572000"/>
            <a:ext cx="8229600" cy="320040"/>
          </a:xfrm>
          <a:prstGeom prst="rect">
            <a:avLst/>
          </a:prstGeom>
          <a:noFill/>
        </p:spPr>
        <p:txBody>
          <a:bodyPr wrap="square">
            <a:spAutoFit/>
          </a:bodyPr>
          <a:lstStyle/>
          <a:p>
            <a:pPr algn="l">
              <a:defRPr sz="900" b="0">
                <a:solidFill>val="69788B"/&gt;</a:solidFill>
                <a:latin typeface="Poppins"/>
              </a:defRPr>
            </a:pPr>
            <a:r>
              <a:t>Audio : Dialogue_11_Headers_footers_and_page_numbers/02_Teacher.mp3</a:t>
            </a:r>
          </a:p>
        </p:txBody>
      </p:sp>
      <p:sp>
        <p:nvSpPr>
          <p:cNvPr id="11" name="Rectangle 10"/>
          <p:cNvSpPr/>
          <p:nvPr/>
        </p:nvSpPr>
        <p:spPr>
          <a:xfrm>
            <a:off x="0" y="6784848"/>
            <a:ext cx="9144000" cy="73152"/>
          </a:xfrm>
          <a:prstGeom prst="rect">
            <a:avLst/>
          </a:prstGeom>
          <a:solidFill>val="006847"/&gt;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001" name="Pied de page FLE"/>
          <p:cNvSpPr>
            <a:spLocks noGrp="1"/>
          </p:cNvSpPr>
          <p:nvPr/>
        </p:nvSpPr>
        <p:spPr>
          <a:xfrm>
            <a:off x="4343400" y="-384048"/>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9144000" cy="73152"/>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365760"/>
          </a:xfrm>
          <a:prstGeom prst="rect">
            <a:avLst/>
          </a:prstGeom>
          <a:noFill/>
        </p:spPr>
        <p:txBody>
          <a:bodyPr wrap="square">
            <a:spAutoFit/>
          </a:bodyPr>
          <a:lstStyle/>
          <a:p>
            <a:pPr algn="l">
              <a:defRPr sz="1000" b="0">
                <a:solidFill>val="69788B"/&gt;</a:solidFill>
                <a:latin typeface="Poppins"/>
              </a:defRPr>
            </a:pPr>
            <a:r>
              <a:t>Dialogue 11 — Headers, footers and page numbers  |  💻 TICE Niveau 6 - Word Processing (Grok)</a:t>
            </a:r>
          </a:p>
        </p:txBody>
      </p:sp>
      <p:sp>
        <p:nvSpPr>
          <p:cNvPr id="4" name="TextBox 3"/>
          <p:cNvSpPr txBox="1"/>
          <p:nvPr/>
        </p:nvSpPr>
        <p:spPr>
          <a:xfrm>
            <a:off x="7772400" y="137160"/>
            <a:ext cx="1097280" cy="365760"/>
          </a:xfrm>
          <a:prstGeom prst="rect">
            <a:avLst/>
          </a:prstGeom>
          <a:noFill/>
        </p:spPr>
        <p:txBody>
          <a:bodyPr wrap="square">
            <a:spAutoFit/>
          </a:bodyPr>
          <a:lstStyle/>
          <a:p>
            <a:pPr algn="r">
              <a:defRPr sz="1000" b="0">
                <a:solidFill>val="69788B"/&gt;</a:solidFill>
                <a:latin typeface="Poppins"/>
              </a:defRPr>
            </a:pPr>
            <a:r>
              <a:t>3/6</a:t>
            </a:r>
          </a:p>
        </p:txBody>
      </p:sp>
      <p:sp>
        <p:nvSpPr>
          <p:cNvPr id="5" name="TextBox 4"/>
          <p:cNvSpPr txBox="1"/>
          <p:nvPr/>
        </p:nvSpPr>
        <p:spPr>
          <a:xfrm>
            <a:off x="457200" y="594360"/>
            <a:ext cx="8229600" cy="457200"/>
          </a:xfrm>
          <a:prstGeom prst="rect">
            <a:avLst/>
          </a:prstGeom>
          <a:noFill/>
        </p:spPr>
        <p:txBody>
          <a:bodyPr wrap="square">
            <a:spAutoFit/>
          </a:bodyPr>
          <a:lstStyle/>
          <a:p>
            <a:pPr algn="l">
              <a:defRPr sz="2400" b="1">
                <a:solidFill>val="F0B429"/&gt;</a:solidFill>
                <a:latin typeface="Poppins"/>
              </a:defRPr>
            </a:pPr>
            <a:r>
              <a:t>Student</a:t>
            </a:r>
          </a:p>
        </p:txBody>
      </p:sp>
      <p:sp>
        <p:nvSpPr>
          <p:cNvPr id="6" name="TextBox 5"/>
          <p:cNvSpPr txBox="1"/>
          <p:nvPr/>
        </p:nvSpPr>
        <p:spPr>
          <a:xfrm>
            <a:off x="457200" y="1097280"/>
            <a:ext cx="8229600" cy="1371600"/>
          </a:xfrm>
          <a:prstGeom prst="rect">
            <a:avLst/>
          </a:prstGeom>
          <a:noFill/>
        </p:spPr>
        <p:txBody>
          <a:bodyPr wrap="square">
            <a:spAutoFit/>
          </a:bodyPr>
          <a:lstStyle/>
          <a:p>
            <a:pPr algn="l">
              <a:defRPr sz="2200" b="0">
                <a:solidFill>val="22344A"/&gt;</a:solidFill>
                <a:latin typeface="Poppins"/>
              </a:defRPr>
            </a:pPr>
            <a:r>
              <a:t>How do we add page numbers?</a:t>
            </a:r>
          </a:p>
        </p:txBody>
      </p:sp>
      <p:sp>
        <p:nvSpPr>
          <p:cNvPr id="7" name="Rectangle 6"/>
          <p:cNvSpPr/>
          <p:nvPr/>
        </p:nvSpPr>
        <p:spPr>
          <a:xfrm>
            <a:off x="457200" y="2606040"/>
            <a:ext cx="8229600" cy="18288"/>
          </a:xfrm>
          <a:prstGeom prst="rect">
            <a:avLst/>
          </a:prstGeom>
          <a:solidFill>val="F4F6F8"/&gt;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743200"/>
            <a:ext cx="8229600" cy="320040"/>
          </a:xfrm>
          <a:prstGeom prst="rect">
            <a:avLst/>
          </a:prstGeom>
          <a:noFill/>
        </p:spPr>
        <p:txBody>
          <a:bodyPr wrap="square">
            <a:spAutoFit/>
          </a:bodyPr>
          <a:lstStyle/>
          <a:p>
            <a:pPr algn="l">
              <a:defRPr sz="1100" b="1">
                <a:solidFill>val="00875B"/&gt;</a:solidFill>
                <a:latin typeface="Poppins"/>
              </a:defRPr>
            </a:pPr>
            <a:r>
              <a:t>Traduction :</a:t>
            </a:r>
          </a:p>
        </p:txBody>
      </p:sp>
      <p:sp>
        <p:nvSpPr>
          <p:cNvPr id="9" name="TextBox 8"/>
          <p:cNvSpPr txBox="1"/>
          <p:nvPr/>
        </p:nvSpPr>
        <p:spPr>
          <a:xfrm>
            <a:off x="457200" y="3108960"/>
            <a:ext cx="8229600" cy="1097280"/>
          </a:xfrm>
          <a:prstGeom prst="rect">
            <a:avLst/>
          </a:prstGeom>
          <a:noFill/>
        </p:spPr>
        <p:txBody>
          <a:bodyPr wrap="square">
            <a:spAutoFit/>
          </a:bodyPr>
          <a:lstStyle/>
          <a:p>
            <a:pPr algn="l">
              <a:defRPr sz="2000" b="0">
                <a:solidFill>val="34495E"/&gt;</a:solidFill>
                <a:latin typeface="Poppins"/>
              </a:defRPr>
            </a:pPr>
            <a:r>
              <a:t>Comment ajouter les numéros de page ?</a:t>
            </a:r>
          </a:p>
        </p:txBody>
      </p:sp>
      <p:sp>
        <p:nvSpPr>
          <p:cNvPr id="10" name="TextBox 9"/>
          <p:cNvSpPr txBox="1"/>
          <p:nvPr/>
        </p:nvSpPr>
        <p:spPr>
          <a:xfrm>
            <a:off x="457200" y="4572000"/>
            <a:ext cx="8229600" cy="320040"/>
          </a:xfrm>
          <a:prstGeom prst="rect">
            <a:avLst/>
          </a:prstGeom>
          <a:noFill/>
        </p:spPr>
        <p:txBody>
          <a:bodyPr wrap="square">
            <a:spAutoFit/>
          </a:bodyPr>
          <a:lstStyle/>
          <a:p>
            <a:pPr algn="l">
              <a:defRPr sz="900" b="0">
                <a:solidFill>val="69788B"/&gt;</a:solidFill>
                <a:latin typeface="Poppins"/>
              </a:defRPr>
            </a:pPr>
            <a:r>
              <a:t>Audio : Dialogue_11_Headers_footers_and_page_numbers/03_Student.mp3</a:t>
            </a:r>
          </a:p>
        </p:txBody>
      </p:sp>
      <p:sp>
        <p:nvSpPr>
          <p:cNvPr id="11" name="Rectangle 10"/>
          <p:cNvSpPr/>
          <p:nvPr/>
        </p:nvSpPr>
        <p:spPr>
          <a:xfrm>
            <a:off x="0" y="6784848"/>
            <a:ext cx="9144000" cy="73152"/>
          </a:xfrm>
          <a:prstGeom prst="rect">
            <a:avLst/>
          </a:prstGeom>
          <a:solidFill>val="006847"/&gt;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001" name="Pied de page FLE"/>
          <p:cNvSpPr>
            <a:spLocks noGrp="1"/>
          </p:cNvSpPr>
          <p:nvPr/>
        </p:nvSpPr>
        <p:spPr>
          <a:xfrm>
            <a:off x="4343400" y="-384048"/>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9144000" cy="73152"/>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365760"/>
          </a:xfrm>
          <a:prstGeom prst="rect">
            <a:avLst/>
          </a:prstGeom>
          <a:noFill/>
        </p:spPr>
        <p:txBody>
          <a:bodyPr wrap="square">
            <a:spAutoFit/>
          </a:bodyPr>
          <a:lstStyle/>
          <a:p>
            <a:pPr algn="l">
              <a:defRPr sz="1000" b="0">
                <a:solidFill>val="69788B"/&gt;</a:solidFill>
                <a:latin typeface="Poppins"/>
              </a:defRPr>
            </a:pPr>
            <a:r>
              <a:t>Dialogue 11 — Headers, footers and page numbers  |  💻 TICE Niveau 6 - Word Processing (Grok)</a:t>
            </a:r>
          </a:p>
        </p:txBody>
      </p:sp>
      <p:sp>
        <p:nvSpPr>
          <p:cNvPr id="4" name="TextBox 3"/>
          <p:cNvSpPr txBox="1"/>
          <p:nvPr/>
        </p:nvSpPr>
        <p:spPr>
          <a:xfrm>
            <a:off x="7772400" y="137160"/>
            <a:ext cx="1097280" cy="365760"/>
          </a:xfrm>
          <a:prstGeom prst="rect">
            <a:avLst/>
          </a:prstGeom>
          <a:noFill/>
        </p:spPr>
        <p:txBody>
          <a:bodyPr wrap="square">
            <a:spAutoFit/>
          </a:bodyPr>
          <a:lstStyle/>
          <a:p>
            <a:pPr algn="r">
              <a:defRPr sz="1000" b="0">
                <a:solidFill>val="69788B"/&gt;</a:solidFill>
                <a:latin typeface="Poppins"/>
              </a:defRPr>
            </a:pPr>
            <a:r>
              <a:t>4/6</a:t>
            </a:r>
          </a:p>
        </p:txBody>
      </p:sp>
      <p:sp>
        <p:nvSpPr>
          <p:cNvPr id="5" name="TextBox 4"/>
          <p:cNvSpPr txBox="1"/>
          <p:nvPr/>
        </p:nvSpPr>
        <p:spPr>
          <a:xfrm>
            <a:off x="457200" y="594360"/>
            <a:ext cx="8229600" cy="457200"/>
          </a:xfrm>
          <a:prstGeom prst="rect">
            <a:avLst/>
          </a:prstGeom>
          <a:noFill/>
        </p:spPr>
        <p:txBody>
          <a:bodyPr wrap="square">
            <a:spAutoFit/>
          </a:bodyPr>
          <a:lstStyle/>
          <a:p>
            <a:pPr algn="l">
              <a:defRPr sz="2400" b="1">
                <a:solidFill>val="F0B429"/&gt;</a:solidFill>
                <a:latin typeface="Poppins"/>
              </a:defRPr>
            </a:pPr>
            <a:r>
              <a:t>Teacher</a:t>
            </a:r>
          </a:p>
        </p:txBody>
      </p:sp>
      <p:sp>
        <p:nvSpPr>
          <p:cNvPr id="6" name="TextBox 5"/>
          <p:cNvSpPr txBox="1"/>
          <p:nvPr/>
        </p:nvSpPr>
        <p:spPr>
          <a:xfrm>
            <a:off x="457200" y="1097280"/>
            <a:ext cx="8229600" cy="1371600"/>
          </a:xfrm>
          <a:prstGeom prst="rect">
            <a:avLst/>
          </a:prstGeom>
          <a:noFill/>
        </p:spPr>
        <p:txBody>
          <a:bodyPr wrap="square">
            <a:spAutoFit/>
          </a:bodyPr>
          <a:lstStyle/>
          <a:p>
            <a:pPr algn="l">
              <a:defRPr sz="2200" b="0">
                <a:solidFill>val="22344A"/&gt;</a:solidFill>
                <a:latin typeface="Poppins"/>
              </a:defRPr>
            </a:pPr>
            <a:r>
              <a:t>Go to the Insert tab, click “Page Number”, and choose the position you prefer.</a:t>
            </a:r>
          </a:p>
        </p:txBody>
      </p:sp>
      <p:sp>
        <p:nvSpPr>
          <p:cNvPr id="7" name="Rectangle 6"/>
          <p:cNvSpPr/>
          <p:nvPr/>
        </p:nvSpPr>
        <p:spPr>
          <a:xfrm>
            <a:off x="457200" y="2606040"/>
            <a:ext cx="8229600" cy="18288"/>
          </a:xfrm>
          <a:prstGeom prst="rect">
            <a:avLst/>
          </a:prstGeom>
          <a:solidFill>val="F4F6F8"/&gt;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743200"/>
            <a:ext cx="8229600" cy="320040"/>
          </a:xfrm>
          <a:prstGeom prst="rect">
            <a:avLst/>
          </a:prstGeom>
          <a:noFill/>
        </p:spPr>
        <p:txBody>
          <a:bodyPr wrap="square">
            <a:spAutoFit/>
          </a:bodyPr>
          <a:lstStyle/>
          <a:p>
            <a:pPr algn="l">
              <a:defRPr sz="1100" b="1">
                <a:solidFill>val="00875B"/&gt;</a:solidFill>
                <a:latin typeface="Poppins"/>
              </a:defRPr>
            </a:pPr>
            <a:r>
              <a:t>Traduction :</a:t>
            </a:r>
          </a:p>
        </p:txBody>
      </p:sp>
      <p:sp>
        <p:nvSpPr>
          <p:cNvPr id="9" name="TextBox 8"/>
          <p:cNvSpPr txBox="1"/>
          <p:nvPr/>
        </p:nvSpPr>
        <p:spPr>
          <a:xfrm>
            <a:off x="457200" y="3108960"/>
            <a:ext cx="8229600" cy="1097280"/>
          </a:xfrm>
          <a:prstGeom prst="rect">
            <a:avLst/>
          </a:prstGeom>
          <a:noFill/>
        </p:spPr>
        <p:txBody>
          <a:bodyPr wrap="square">
            <a:spAutoFit/>
          </a:bodyPr>
          <a:lstStyle/>
          <a:p>
            <a:pPr algn="l">
              <a:defRPr sz="2000" b="0">
                <a:solidFill>val="34495E"/&gt;</a:solidFill>
                <a:latin typeface="Poppins"/>
              </a:defRPr>
            </a:pPr>
            <a:r>
              <a:t>Allez dans l'onglet Insertion, cliquez sur « Numéro de page », et choisissez la position que vous préférez.</a:t>
            </a:r>
          </a:p>
        </p:txBody>
      </p:sp>
      <p:sp>
        <p:nvSpPr>
          <p:cNvPr id="10" name="TextBox 9"/>
          <p:cNvSpPr txBox="1"/>
          <p:nvPr/>
        </p:nvSpPr>
        <p:spPr>
          <a:xfrm>
            <a:off x="457200" y="4572000"/>
            <a:ext cx="8229600" cy="320040"/>
          </a:xfrm>
          <a:prstGeom prst="rect">
            <a:avLst/>
          </a:prstGeom>
          <a:noFill/>
        </p:spPr>
        <p:txBody>
          <a:bodyPr wrap="square">
            <a:spAutoFit/>
          </a:bodyPr>
          <a:lstStyle/>
          <a:p>
            <a:pPr algn="l">
              <a:defRPr sz="900" b="0">
                <a:solidFill>val="69788B"/&gt;</a:solidFill>
                <a:latin typeface="Poppins"/>
              </a:defRPr>
            </a:pPr>
            <a:r>
              <a:t>Audio : Dialogue_11_Headers_footers_and_page_numbers/04_Teacher.mp3</a:t>
            </a:r>
          </a:p>
        </p:txBody>
      </p:sp>
      <p:sp>
        <p:nvSpPr>
          <p:cNvPr id="11" name="Rectangle 10"/>
          <p:cNvSpPr/>
          <p:nvPr/>
        </p:nvSpPr>
        <p:spPr>
          <a:xfrm>
            <a:off x="0" y="6784848"/>
            <a:ext cx="9144000" cy="73152"/>
          </a:xfrm>
          <a:prstGeom prst="rect">
            <a:avLst/>
          </a:prstGeom>
          <a:solidFill>val="006847"/&gt;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001" name="Pied de page FLE"/>
          <p:cNvSpPr>
            <a:spLocks noGrp="1"/>
          </p:cNvSpPr>
          <p:nvPr/>
        </p:nvSpPr>
        <p:spPr>
          <a:xfrm>
            <a:off x="4343400" y="-384048"/>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9144000" cy="73152"/>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365760"/>
          </a:xfrm>
          <a:prstGeom prst="rect">
            <a:avLst/>
          </a:prstGeom>
          <a:noFill/>
        </p:spPr>
        <p:txBody>
          <a:bodyPr wrap="square">
            <a:spAutoFit/>
          </a:bodyPr>
          <a:lstStyle/>
          <a:p>
            <a:pPr algn="l">
              <a:defRPr sz="1000" b="0">
                <a:solidFill>val="69788B"/&gt;</a:solidFill>
                <a:latin typeface="Poppins"/>
              </a:defRPr>
            </a:pPr>
            <a:r>
              <a:t>Dialogue 11 — Headers, footers and page numbers  |  💻 TICE Niveau 6 - Word Processing (Grok)</a:t>
            </a:r>
          </a:p>
        </p:txBody>
      </p:sp>
      <p:sp>
        <p:nvSpPr>
          <p:cNvPr id="4" name="TextBox 3"/>
          <p:cNvSpPr txBox="1"/>
          <p:nvPr/>
        </p:nvSpPr>
        <p:spPr>
          <a:xfrm>
            <a:off x="7772400" y="137160"/>
            <a:ext cx="1097280" cy="365760"/>
          </a:xfrm>
          <a:prstGeom prst="rect">
            <a:avLst/>
          </a:prstGeom>
          <a:noFill/>
        </p:spPr>
        <p:txBody>
          <a:bodyPr wrap="square">
            <a:spAutoFit/>
          </a:bodyPr>
          <a:lstStyle/>
          <a:p>
            <a:pPr algn="r">
              <a:defRPr sz="1000" b="0">
                <a:solidFill>val="69788B"/&gt;</a:solidFill>
                <a:latin typeface="Poppins"/>
              </a:defRPr>
            </a:pPr>
            <a:r>
              <a:t>5/6</a:t>
            </a:r>
          </a:p>
        </p:txBody>
      </p:sp>
      <p:sp>
        <p:nvSpPr>
          <p:cNvPr id="5" name="TextBox 4"/>
          <p:cNvSpPr txBox="1"/>
          <p:nvPr/>
        </p:nvSpPr>
        <p:spPr>
          <a:xfrm>
            <a:off x="457200" y="594360"/>
            <a:ext cx="8229600" cy="457200"/>
          </a:xfrm>
          <a:prstGeom prst="rect">
            <a:avLst/>
          </a:prstGeom>
          <a:noFill/>
        </p:spPr>
        <p:txBody>
          <a:bodyPr wrap="square">
            <a:spAutoFit/>
          </a:bodyPr>
          <a:lstStyle/>
          <a:p>
            <a:pPr algn="l">
              <a:defRPr sz="2400" b="1">
                <a:solidFill>val="F0B429"/&gt;</a:solidFill>
                <a:latin typeface="Poppins"/>
              </a:defRPr>
            </a:pPr>
            <a:r>
              <a:t>Student</a:t>
            </a:r>
          </a:p>
        </p:txBody>
      </p:sp>
      <p:sp>
        <p:nvSpPr>
          <p:cNvPr id="6" name="TextBox 5"/>
          <p:cNvSpPr txBox="1"/>
          <p:nvPr/>
        </p:nvSpPr>
        <p:spPr>
          <a:xfrm>
            <a:off x="457200" y="1097280"/>
            <a:ext cx="8229600" cy="1371600"/>
          </a:xfrm>
          <a:prstGeom prst="rect">
            <a:avLst/>
          </a:prstGeom>
          <a:noFill/>
        </p:spPr>
        <p:txBody>
          <a:bodyPr wrap="square">
            <a:spAutoFit/>
          </a:bodyPr>
          <a:lstStyle/>
          <a:p>
            <a:pPr algn="l">
              <a:defRPr sz="2200" b="0">
                <a:solidFill>val="22344A"/&gt;</a:solidFill>
                <a:latin typeface="Poppins"/>
              </a:defRPr>
            </a:pPr>
            <a:r>
              <a:t>Should every academic document have page numbers?</a:t>
            </a:r>
          </a:p>
        </p:txBody>
      </p:sp>
      <p:sp>
        <p:nvSpPr>
          <p:cNvPr id="7" name="Rectangle 6"/>
          <p:cNvSpPr/>
          <p:nvPr/>
        </p:nvSpPr>
        <p:spPr>
          <a:xfrm>
            <a:off x="457200" y="2606040"/>
            <a:ext cx="8229600" cy="18288"/>
          </a:xfrm>
          <a:prstGeom prst="rect">
            <a:avLst/>
          </a:prstGeom>
          <a:solidFill>val="F4F6F8"/&gt;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743200"/>
            <a:ext cx="8229600" cy="320040"/>
          </a:xfrm>
          <a:prstGeom prst="rect">
            <a:avLst/>
          </a:prstGeom>
          <a:noFill/>
        </p:spPr>
        <p:txBody>
          <a:bodyPr wrap="square">
            <a:spAutoFit/>
          </a:bodyPr>
          <a:lstStyle/>
          <a:p>
            <a:pPr algn="l">
              <a:defRPr sz="1100" b="1">
                <a:solidFill>val="00875B"/&gt;</a:solidFill>
                <a:latin typeface="Poppins"/>
              </a:defRPr>
            </a:pPr>
            <a:r>
              <a:t>Traduction :</a:t>
            </a:r>
          </a:p>
        </p:txBody>
      </p:sp>
      <p:sp>
        <p:nvSpPr>
          <p:cNvPr id="9" name="TextBox 8"/>
          <p:cNvSpPr txBox="1"/>
          <p:nvPr/>
        </p:nvSpPr>
        <p:spPr>
          <a:xfrm>
            <a:off x="457200" y="3108960"/>
            <a:ext cx="8229600" cy="1097280"/>
          </a:xfrm>
          <a:prstGeom prst="rect">
            <a:avLst/>
          </a:prstGeom>
          <a:noFill/>
        </p:spPr>
        <p:txBody>
          <a:bodyPr wrap="square">
            <a:spAutoFit/>
          </a:bodyPr>
          <a:lstStyle/>
          <a:p>
            <a:pPr algn="l">
              <a:defRPr sz="2000" b="0">
                <a:solidFill>val="34495E"/&gt;</a:solidFill>
                <a:latin typeface="Poppins"/>
              </a:defRPr>
            </a:pPr>
            <a:r>
              <a:t>Tout document académique doit-il avoir des numéros de page ?</a:t>
            </a:r>
          </a:p>
        </p:txBody>
      </p:sp>
      <p:sp>
        <p:nvSpPr>
          <p:cNvPr id="10" name="TextBox 9"/>
          <p:cNvSpPr txBox="1"/>
          <p:nvPr/>
        </p:nvSpPr>
        <p:spPr>
          <a:xfrm>
            <a:off x="457200" y="4572000"/>
            <a:ext cx="8229600" cy="320040"/>
          </a:xfrm>
          <a:prstGeom prst="rect">
            <a:avLst/>
          </a:prstGeom>
          <a:noFill/>
        </p:spPr>
        <p:txBody>
          <a:bodyPr wrap="square">
            <a:spAutoFit/>
          </a:bodyPr>
          <a:lstStyle/>
          <a:p>
            <a:pPr algn="l">
              <a:defRPr sz="900" b="0">
                <a:solidFill>val="69788B"/&gt;</a:solidFill>
                <a:latin typeface="Poppins"/>
              </a:defRPr>
            </a:pPr>
            <a:r>
              <a:t>Audio : Dialogue_11_Headers_footers_and_page_numbers/05_Student.mp3</a:t>
            </a:r>
          </a:p>
        </p:txBody>
      </p:sp>
      <p:sp>
        <p:nvSpPr>
          <p:cNvPr id="11" name="Rectangle 10"/>
          <p:cNvSpPr/>
          <p:nvPr/>
        </p:nvSpPr>
        <p:spPr>
          <a:xfrm>
            <a:off x="0" y="6784848"/>
            <a:ext cx="9144000" cy="73152"/>
          </a:xfrm>
          <a:prstGeom prst="rect">
            <a:avLst/>
          </a:prstGeom>
          <a:solidFill>val="006847"/&gt;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001" name="Pied de page FLE"/>
          <p:cNvSpPr>
            <a:spLocks noGrp="1"/>
          </p:cNvSpPr>
          <p:nvPr/>
        </p:nvSpPr>
        <p:spPr>
          <a:xfrm>
            <a:off x="4343400" y="-384048"/>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9144000" cy="73152"/>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365760"/>
          </a:xfrm>
          <a:prstGeom prst="rect">
            <a:avLst/>
          </a:prstGeom>
          <a:noFill/>
        </p:spPr>
        <p:txBody>
          <a:bodyPr wrap="square">
            <a:spAutoFit/>
          </a:bodyPr>
          <a:lstStyle/>
          <a:p>
            <a:pPr algn="l">
              <a:defRPr sz="1000" b="0">
                <a:solidFill>val="69788B"/&gt;</a:solidFill>
                <a:latin typeface="Poppins"/>
              </a:defRPr>
            </a:pPr>
            <a:r>
              <a:t>Dialogue 11 — Headers, footers and page numbers  |  💻 TICE Niveau 6 - Word Processing (Grok)</a:t>
            </a:r>
          </a:p>
        </p:txBody>
      </p:sp>
      <p:sp>
        <p:nvSpPr>
          <p:cNvPr id="4" name="TextBox 3"/>
          <p:cNvSpPr txBox="1"/>
          <p:nvPr/>
        </p:nvSpPr>
        <p:spPr>
          <a:xfrm>
            <a:off x="7772400" y="137160"/>
            <a:ext cx="1097280" cy="365760"/>
          </a:xfrm>
          <a:prstGeom prst="rect">
            <a:avLst/>
          </a:prstGeom>
          <a:noFill/>
        </p:spPr>
        <p:txBody>
          <a:bodyPr wrap="square">
            <a:spAutoFit/>
          </a:bodyPr>
          <a:lstStyle/>
          <a:p>
            <a:pPr algn="r">
              <a:defRPr sz="1000" b="0">
                <a:solidFill>val="69788B"/&gt;</a:solidFill>
                <a:latin typeface="Poppins"/>
              </a:defRPr>
            </a:pPr>
            <a:r>
              <a:t>6/6</a:t>
            </a:r>
          </a:p>
        </p:txBody>
      </p:sp>
      <p:sp>
        <p:nvSpPr>
          <p:cNvPr id="5" name="TextBox 4"/>
          <p:cNvSpPr txBox="1"/>
          <p:nvPr/>
        </p:nvSpPr>
        <p:spPr>
          <a:xfrm>
            <a:off x="457200" y="594360"/>
            <a:ext cx="8229600" cy="457200"/>
          </a:xfrm>
          <a:prstGeom prst="rect">
            <a:avLst/>
          </a:prstGeom>
          <a:noFill/>
        </p:spPr>
        <p:txBody>
          <a:bodyPr wrap="square">
            <a:spAutoFit/>
          </a:bodyPr>
          <a:lstStyle/>
          <a:p>
            <a:pPr algn="l">
              <a:defRPr sz="2400" b="1">
                <a:solidFill>val="F0B429"/&gt;</a:solidFill>
                <a:latin typeface="Poppins"/>
              </a:defRPr>
            </a:pPr>
            <a:r>
              <a:t>Teacher</a:t>
            </a:r>
          </a:p>
        </p:txBody>
      </p:sp>
      <p:sp>
        <p:nvSpPr>
          <p:cNvPr id="6" name="TextBox 5"/>
          <p:cNvSpPr txBox="1"/>
          <p:nvPr/>
        </p:nvSpPr>
        <p:spPr>
          <a:xfrm>
            <a:off x="457200" y="1097280"/>
            <a:ext cx="8229600" cy="1371600"/>
          </a:xfrm>
          <a:prstGeom prst="rect">
            <a:avLst/>
          </a:prstGeom>
          <a:noFill/>
        </p:spPr>
        <p:txBody>
          <a:bodyPr wrap="square">
            <a:spAutoFit/>
          </a:bodyPr>
          <a:lstStyle/>
          <a:p>
            <a:pPr algn="l">
              <a:defRPr sz="2200" b="0">
                <a:solidFill>val="22344A"/&gt;</a:solidFill>
                <a:latin typeface="Poppins"/>
              </a:defRPr>
            </a:pPr>
            <a:r>
              <a:t>Yes. Page numbers make it easy to refer to specific parts of the text.</a:t>
            </a:r>
          </a:p>
        </p:txBody>
      </p:sp>
      <p:sp>
        <p:nvSpPr>
          <p:cNvPr id="7" name="Rectangle 6"/>
          <p:cNvSpPr/>
          <p:nvPr/>
        </p:nvSpPr>
        <p:spPr>
          <a:xfrm>
            <a:off x="457200" y="2606040"/>
            <a:ext cx="8229600" cy="18288"/>
          </a:xfrm>
          <a:prstGeom prst="rect">
            <a:avLst/>
          </a:prstGeom>
          <a:solidFill>val="F4F6F8"/&gt;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743200"/>
            <a:ext cx="8229600" cy="320040"/>
          </a:xfrm>
          <a:prstGeom prst="rect">
            <a:avLst/>
          </a:prstGeom>
          <a:noFill/>
        </p:spPr>
        <p:txBody>
          <a:bodyPr wrap="square">
            <a:spAutoFit/>
          </a:bodyPr>
          <a:lstStyle/>
          <a:p>
            <a:pPr algn="l">
              <a:defRPr sz="1100" b="1">
                <a:solidFill>val="00875B"/&gt;</a:solidFill>
                <a:latin typeface="Poppins"/>
              </a:defRPr>
            </a:pPr>
            <a:r>
              <a:t>Traduction :</a:t>
            </a:r>
          </a:p>
        </p:txBody>
      </p:sp>
      <p:sp>
        <p:nvSpPr>
          <p:cNvPr id="9" name="TextBox 8"/>
          <p:cNvSpPr txBox="1"/>
          <p:nvPr/>
        </p:nvSpPr>
        <p:spPr>
          <a:xfrm>
            <a:off x="457200" y="3108960"/>
            <a:ext cx="8229600" cy="1097280"/>
          </a:xfrm>
          <a:prstGeom prst="rect">
            <a:avLst/>
          </a:prstGeom>
          <a:noFill/>
        </p:spPr>
        <p:txBody>
          <a:bodyPr wrap="square">
            <a:spAutoFit/>
          </a:bodyPr>
          <a:lstStyle/>
          <a:p>
            <a:pPr algn="l">
              <a:defRPr sz="2000" b="0">
                <a:solidFill>val="34495E"/&gt;</a:solidFill>
                <a:latin typeface="Poppins"/>
              </a:defRPr>
            </a:pPr>
            <a:r>
              <a:t>Oui. Les numéros de page facilitent le renvoi à des parties précises du texte.</a:t>
            </a:r>
          </a:p>
        </p:txBody>
      </p:sp>
      <p:sp>
        <p:nvSpPr>
          <p:cNvPr id="10" name="TextBox 9"/>
          <p:cNvSpPr txBox="1"/>
          <p:nvPr/>
        </p:nvSpPr>
        <p:spPr>
          <a:xfrm>
            <a:off x="457200" y="4572000"/>
            <a:ext cx="8229600" cy="320040"/>
          </a:xfrm>
          <a:prstGeom prst="rect">
            <a:avLst/>
          </a:prstGeom>
          <a:noFill/>
        </p:spPr>
        <p:txBody>
          <a:bodyPr wrap="square">
            <a:spAutoFit/>
          </a:bodyPr>
          <a:lstStyle/>
          <a:p>
            <a:pPr algn="l">
              <a:defRPr sz="900" b="0">
                <a:solidFill>val="69788B"/&gt;</a:solidFill>
                <a:latin typeface="Poppins"/>
              </a:defRPr>
            </a:pPr>
            <a:r>
              <a:t>Audio : Dialogue_11_Headers_footers_and_page_numbers/06_Teacher.mp3</a:t>
            </a:r>
          </a:p>
        </p:txBody>
      </p:sp>
      <p:sp>
        <p:nvSpPr>
          <p:cNvPr id="11" name="Rectangle 10"/>
          <p:cNvSpPr/>
          <p:nvPr/>
        </p:nvSpPr>
        <p:spPr>
          <a:xfrm>
            <a:off x="0" y="6784848"/>
            <a:ext cx="9144000" cy="73152"/>
          </a:xfrm>
          <a:prstGeom prst="rect">
            <a:avLst/>
          </a:prstGeom>
          <a:solidFill>val="006847"/&gt;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001" name="Pied de page FLE"/>
          <p:cNvSpPr>
            <a:spLocks noGrp="1"/>
          </p:cNvSpPr>
          <p:nvPr/>
        </p:nvSpPr>
        <p:spPr>
          <a:xfrm>
            <a:off x="4343400" y="-384048"/>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