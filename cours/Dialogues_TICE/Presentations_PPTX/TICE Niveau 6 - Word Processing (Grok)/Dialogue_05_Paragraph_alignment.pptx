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Paragraph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Paragraph alignment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four main types of alignment?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quatre principaux types d'alignement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Dialogue_5_Paragraph_alignment/01_Student.mp3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Paragraph alignment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Left, centre, right and justify.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Gauche, centré, droite et justifié.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Dialogue_5_Paragraph_alignment/02_Teacher.mp3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Paragraph alignment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“justify”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signifie « justifié »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Dialogue_5_Paragraph_alignment/03_Student.mp3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Paragraph alignment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text is aligned on both the left and the right sides, like in most printed books and academic papers.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texte est aligné à la fois à gauche et à droite, comme dans la plupart des livres imprimés et des travaux académiques.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Dialogue_5_Paragraph_alignment/04_Teacher.mp3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Paragraph alignment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Which alignment should we use for the body of an essay?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alignement devons-nous utiliser pour le corps d'une dissertation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Dialogue_5_Paragraph_alignment/05_Student.mp3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Paragraph alignment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Justify is usually preferred for the main text. Titles are often centred.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justifié est généralement préféré pour le texte principal. Les titres sont souvent centrés.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Dialogue_5_Paragraph_alignment/06_Teacher.mp3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