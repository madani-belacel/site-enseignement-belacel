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Creating and saving a document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do we create a new document?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créer un nouveau document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Open Word or Writer and choose “Blank document”, or press Ctrl + 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Ouvrez Word ou Writer et choisissez « Document vierge », ou appuyez sur Ctrl + 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should we save our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Comment devons-nous enregistrer notre travail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“Save As” the first time, choose a clear name and a good location, then use Ctrl + S regularly while working.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Utilisez « Enregistrer sous » la première fois, choisissez un nom clair et un bon emplacement, puis utilisez Ctrl + S régulièrement pendant le travail.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file format should we use for academic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format de fichier devons-nous utiliser pour les travaux universitaires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Creating and saving a document  |  💻 TICE Niveau 6 - Word Processing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DOCX is the standard for editable documents. PDF is better when you want the layout to stay fixed.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DOCX est le standard pour les documents modifiables. PDF est préférable quand vous voulez que la mise en page reste fixe.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Dialogue_3_Creating_and_saving_a_document/06_Teacher.mp3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