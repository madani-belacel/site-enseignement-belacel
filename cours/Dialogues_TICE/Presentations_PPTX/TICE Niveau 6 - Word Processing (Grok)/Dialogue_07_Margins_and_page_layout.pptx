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Margins and page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margins?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les marges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Margins are the empty spaces around the text on the page. They make the document readable and leave room for binding or comments.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marges sont les espaces vides autour du texte sur la page. Elles rendent le document lisible et laissent de la place pour la reliure ou les commentaires.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standard margin size?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taille standard des marges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2.5 cm on all sides is a common academic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2,5 cm de tous les côtés est un standard académique courant.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portrait and landscape?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portrait et paysage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Margins and page layout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Portrait is the vertical orientation. Landscape is the horizontal orientation, useful for wide tables or slides.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portrait est l'orientation verticale. Le paysage est l'orientation horizontale, utile pour les grands tableaux ou les diapositives.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Dialogue_7_Margins_and_page_layout/06_Teacher.mp3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