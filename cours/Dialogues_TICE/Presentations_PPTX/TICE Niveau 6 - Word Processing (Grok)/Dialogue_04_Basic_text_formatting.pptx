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4 — Basic text formatting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4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Basic text formatting  |  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are the most important text formatting tools?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Quels sont les outils de mise en forme de texte les plus importants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Dialogue_4_Basic_text_formatting/01_Student.mp3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Basic text formatting  |  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Font, font size, bold, italic, underline, text colour and highlight.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La police, la taille de police, le gras, l'italique, le souligné, la couleur du texte et le surlignage.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Dialogue_4_Basic_text_formatting/02_Teacher.mp3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Basic text formatting  |  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font is recommended for academic work?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Quelle police est recommandée pour les travaux académiques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Dialogue_4_Basic_text_formatting/03_Student.mp3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Basic text formatting  |  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Times New Roman size 12 is the most common standard. Arial or Calibri size 11 or 12 are also accepted.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Times New Roman taille 12 est le standard le plus courant. Arial ou Calibri taille 11 ou 12 sont aussi acceptés.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Dialogue_4_Basic_text_formatting/04_Teacher.mp3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Basic text formatting  |  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Should we use many different fonts in one document?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Devons-nous utiliser beaucoup de polices différentes dans un document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Dialogue_4_Basic_text_formatting/05_Student.mp3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Basic text formatting  |  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No. Keep the formatting simple and consistent. Too many fonts make a document look unprofessional.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Non. Gardez une mise en forme simple et cohérente. Trop de polices rendent un document peu professionnel.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Dialogue_4_Basic_text_formatting/06_Teacher.mp3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