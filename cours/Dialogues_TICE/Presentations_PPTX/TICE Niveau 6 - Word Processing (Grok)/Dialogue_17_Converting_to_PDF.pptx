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Converting to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Converting to PDF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 we often convert documents to PDF?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convertissons-nous souvent les documents en PDF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Dialogue_17_Converting_to_PDF/01_Student.mp3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Converting to PDF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PDF keeps the exact layout on any device and prevents accidental modifications.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le PDF conserve la mise en page exacte sur n'importe quel appareil et empêche les modifications accidentelles.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Dialogue_17_Converting_to_PDF/02_Teacher.mp3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Converting to PDF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create a PDF from 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créer un PDF depuis Word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Dialogue_17_Converting_to_PDF/03_Student.mp3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Converting to PDF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 to File Save As (or Export) and choose PDF as the file type.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Allez dans Fichier Enregistrer sous (ou Exporter) et choisissez PDF comme type de fichier.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Dialogue_17_Converting_to_PDF/04_Teacher.mp3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Converting to PDF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submit essays in PDF or DOCX?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rendre les dissertations en PDF ou en DOCX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Dialogue_17_Converting_to_PDF/05_Student.mp3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Converting to PDF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Follow the teacher’s instructions. Many teachers prefer PDF for the final version and DOCX when they need to add comments.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Suivez les consignes de l'enseignant. Beaucoup d'enseignants préfèrent le PDF pour la version finale et le DOCX quand ils doivent ajouter des commentaires.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Dialogue_17_Converting_to_PDF/06_Teacher.mp3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