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Conclusion: Master the tool to master your writing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Master the tool to master your writing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we remember from this course on word processing?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devons-nous retenir de ce cours sur le traitement de texte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Dialogue_20_Conclusion_Master_the_tool_to_master_your_writing/01_Student.mp3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Master the tool to master your writing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Remember that a word processor is not only for typing. It is a professional tool for structuring ideas, formatting documents correctly, and presenting your work with clarity.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Retenez qu'un traitement de texte ne sert pas seulement à taper. C'est un outil professionnel pour structurer les idées, formater correctement les documents, et présenter votre travail avec clarté.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Dialogue_20_Conclusion_Master_the_tool_to_master_your_writing/02_Teacher.mp3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Master the tool to master your writing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best way to improve?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meilleure façon de progresser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Dialogue_20_Conclusion_Master_the_tool_to_master_your_writing/03_Student.mp3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Master the tool to master your writing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Practise regularly. Write your essays with proper formatting from the beginning, explore the tools, and never submit a document without checking it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Pratiquez régulièrement. Écrivez vos dissertations avec une mise en forme correcte dès le début, explorez les outils, et ne rendez jamais un document sans l'avoir vérifié soigneusement.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Dialogue_20_Conclusion_Master_the_tool_to_master_your_writing/04_Teacher.mp3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Master the tool to master your writing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sir. I will pay more attention to the presentation of my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Merci, monsieur. Je ferai plus attention à la présentation de mon travail.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Dialogue_20_Conclusion_Master_the_tool_to_master_your_writing/05_Student.mp3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Master the tool to master your writing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Next time we will discover spreadsheets. See you soon.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Excellent. La prochaine fois nous découvrirons les tableurs. À bientôt.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Dialogue_20_Conclusion_Master_the_tool_to_master_your_writing/06_Teacher.mp3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