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12 — Styles and consistency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6 - Word Processing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12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Styles and consistency  |  💻 TICE Niveau 6 - Word Processing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are styles in a word processor?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Que sont les styles dans un traitement de texte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Dialogue_12_Styles_and_consistency/01_Student.mp3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Styles and consistency  |  💻 TICE Niveau 6 - Word Processing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Styles are predefined sets of formatting (font, size, colour, spacing) that you can apply to titles, headings and normal text.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Les styles sont des ensembles prédéfinis de mise en forme (police, taille, couleur, espacement) que vous pouvez appliquer aux titres, sous-titres et texte normal.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Dialogue_12_Styles_and_consistency/02_Teacher.mp3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Styles and consistency  |  💻 TICE Niveau 6 - Word Processing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Why are styles useful?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Pourquoi les styles sont-ils utiles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Dialogue_12_Styles_and_consistency/03_Student.mp3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Styles and consistency  |  💻 TICE Niveau 6 - Word Processing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They keep the document consistent, save time, and make it easy to generate an automatic table of contents.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Ils gardent le document cohérent, font gagner du temps, et facilitent la génération d'une table des matières automatique.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Dialogue_12_Styles_and_consistency/04_Teacher.mp3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Styles and consistency  |  💻 TICE Niveau 6 - Word Processing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Should we create our own styles?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Devons-nous créer nos propres styles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Dialogue_12_Styles_and_consistency/05_Student.mp3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Styles and consistency  |  💻 TICE Niveau 6 - Word Processing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For long documents yes. For short essays, the built-in Heading 1, Heading 2 and Normal styles are usually enough.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Pour les longs documents oui. Pour les courtes dissertations, les styles intégrés Titre 1, Titre 2 et Normal sont généralement suffisants.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Dialogue_12_Styles_and_consistency/06_Teacher.mp3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