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Lists and bullet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Lists and bullet points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should we use bullet points or numbered lists?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Quand devons-nous utiliser des puces ou des listes numérotées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Dialogue_13_Lists_and_bullet_points/01_Student.mp3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Lists and bullet points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want to present several items clearly: steps in a process, key points, or advantages and disadvantages.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étapes d'un processus, points clés, ou avantages et inconvénients.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Dialogue_13_Lists_and_bullet_points/02_Teacher.mp3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Lists and bullet points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bullets and numbers?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puces et numéros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Dialogue_13_Lists_and_bullet_points/03_Student.mp3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Lists and bullet points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numbers when the order matters. Use bullets when the items are of equal importance.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Utilisez les numéros quand l'ordre compte. Utilisez les puces quand les éléments ont une importance égale.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Dialogue_13_Lists_and_bullet_points/04_Teacher.mp3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Lists and bullet points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customise the look of the lists?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personnaliser l'apparence des listes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Dialogue_13_Lists_and_bullet_points/05_Student.mp3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Lists and bullet points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change the bullet style, the numbering format, and the indentation.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changer le style de puce, le format de numérotation, et le retrait.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Dialogue_13_Lists_and_bullet_points/06_Teacher.mp3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