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What is a word processor?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a word processor?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Sir, what is a word processor used for?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Monsieur, à quoi sert un traitement de texte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Dialogue_1_What_is_a_word_processor/01_Student.mp3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a word processor?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word processor is a program for creating, editing and formatting text documents such as essays, reports, letters and CVs.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traitement de texte est un programme pour créer, modifier et mettre en forme des documents textuels comme les dissertations, les rapports, les lettres et les CV.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Dialogue_1_What_is_a_word_processor/02_Teacher.mp3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a word processor?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the most common word processors?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sont les traitements de texte les plus courants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Dialogue_1_What_is_a_word_processor/03_Student.mp3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a word processor?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Microsoft Word, Google Docs and LibreOffice Writer.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Microsoft Word, Google Docs et LibreOffice Writer.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Dialogue_1_What_is_a_word_processor/04_Teacher.mp3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a word processor?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there a free alternative to Word?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Y a-t-il une alternative gratuite à Word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Dialogue_1_What_is_a_word_processor/05_Student.mp3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a word processor?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LibreOffice Writer and Google Docs offer almost the same functions for free.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LibreOffice Writer et Google Docs offrent presque les mêmes fonctions gratuitement.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Dialogue_1_What_is_a_word_processor/06_Teacher.mp3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