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15 — Find and Replace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Find and Replace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Find and Replace function useful for?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À quoi sert la fonction Rechercher et Remplacer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Dialogue_15_Find_and_Replace/01_Student.mp3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Find and Replace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allows you to locate a word or expression quickly and, if necessary, replace it throughout the document.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Elle vous permet de localiser rapidement un mot ou une expression et, si nécessaire, de le remplacer dans tout le document.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Dialogue_15_Find_and_Replace/02_Teacher.mp3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Find and Replace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do we open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Comment l'ouvrir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Dialogue_15_Find_and_Replace/03_Student.mp3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Find and Replace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Press Ctrl + F to find, or Ctrl + H to open Find and Replace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Appuyez sur Ctrl + F pour rechercher, ou Ctrl + H pour ouvrir directement Rechercher et Remplacer.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Dialogue_15_Find_and_Replace/04_Teacher.mp3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Find and Replace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useful when revising a long essay?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Est-elle utile lors de la révision d'une longue dissertation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Dialogue_15_Find_and_Replace/05_Student.mp3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15 — Find and Replace  |  💻 TICE Niveau 6 - Word Processing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Very useful. For example, you can replace a repeated word with a better synonym in a few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Très utile. Par exemple, vous pouvez remplacer un mot répété par un meilleur synonyme en quelques secondes.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Dialogue_15_Find_and_Replace/06_Teacher.mp3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