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🤖 Séance 01 — Introduction à l'Intelligence Artificielle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ECEFF1"/>
                </a:solidFill>
              </a:rPr>
              <a:t>Introduction to Artificial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ECEFF1"/>
                </a:solidFill>
              </a:rPr>
              <a:t>Module Intelligence Artificielle — 2ème année PEP · 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ECEFF1"/>
                </a:solidFill>
              </a:rPr>
              <a:t>Dr. Madani BELACEL — Université de Mostaganem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8899C"/>
                </a:solidFill>
              </a:rPr>
              <a:t>Module Intelligence Artificielle — PEP 2A · Dr. Madani BELACEL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⏱️ Déroulé de la séance (1 h 30)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00–10 — Accueil et mise en route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10–35 — Partie 1 : Définitions et petite histoire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35–50 — Partie 2 : Les 3 familles d'IA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50–70 — Partie 3 : Démystification et intérêt pour le primaire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70–80 — Activité pratique : « Intelligent ou programmé ? »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80–90 — Synthèse, « à retenir », questions et annonce de la séance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🎯 Objectifs pédagogiques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Définir l'intelligence artificielle en une phrase compréhensible pour un enfant du primaire.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Citer au moins 3 exemples concrets d'IA rencontrés dans la vie quotidienne.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Distinguer l'IA faible, l'IA générale et l'hypothétique super-IA.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Identifier 3 usages de l'IA utiles à un enseignant de primaire (préparer des cours, différencier, évaluer).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Démystifier les idées fausses : l'IA ne « pense » pas comme un humain.</a:t>
            </a:r>
          </a:p>
          <a:p>
            <a:pPr/>
            <a:r>
              <a:rPr sz="2000" b="0" i="1">
                <a:solidFill>
                  <a:srgbClr val="263238"/>
                </a:solidFill>
              </a:rPr>
              <a:t>• Objectifs en anglais : Define artificial intelligence in one sentence a primary-school child can understand.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Qu'est-ce que l'Intelligence Artificielle ?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L'intelligence artificielle (IA) est un programme informatique qui apprend à partir de données pour reconnaître des formes, comprendre un langage ou prendre des décisions. Pour un enfant de primaire, on peut dire : « c'est un ordinateur qui apprend en regardant beaucoup d'exemples ». « Artificiel » signifie « fabriqué par l'homme », par opposition à l'intelligence naturelle des êtres vivants.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Trois mots-clés à retenir : les données (les exemples fournis), l'algorithme (la recette de calcul) et le modèle (le résultat de l'apprentissage, que l'on réutilise). Sans données, pas d'IA : c'est la matière première.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💡 Def pour la classe : « L'IA, c'est comme un élève qui apprend d'abord en regardant plein d'exemples, puis qui devient capable de répondre tout seul. »</a:t>
            </a:r>
          </a:p>
          <a:p>
            <a:pPr/>
            <a:r>
              <a:rPr sz="2000" b="0" i="1">
                <a:solidFill>
                  <a:srgbClr val="263238"/>
                </a:solidFill>
              </a:rPr>
              <a:t>• What is Artificial Intelligence?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Une petite histoire de l'IA (5 dates à connaître)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L'idée n'est pas neuve : dès les années 1950, les chercheurs rêvent de machines qui calculent et réfléchissent. Voici les dates clés à retenir pour expliquer l'IA à vos futurs élèves.</a:t>
            </a:r>
          </a:p>
          <a:p>
            <a:pPr/>
            <a:r>
              <a:rPr sz="2000" b="0" i="1">
                <a:solidFill>
                  <a:srgbClr val="263238"/>
                </a:solidFill>
              </a:rPr>
              <a:t>• A short history of AI (5 dates to know)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Les 3 grandes familles d'IA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On distingue trois niveaux d'IA. Aujourd'hui, tout ce que nous utilisons est de l'IA faible (appelée aussi « étroite ») : elle excelle dans une seule tâche précise.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IA faible (étroite) : une seule tâche — traduction, reconnaissance d'images, filtrage des spams… Excellente dans son domaine, mais inutile ailleurs.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IA générale : égalerait un humain dans toutes les tâches intellectuelles. N'existe pas encore, c'est un objectif de recherche.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Super-IA : dépasserait l'intelligence humaine. C'est un scénario hypothétique (science-fiction pour l'instant, mais qui nourrit les débats éthiques).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💡 Astuce de formateur : utilisez l'image de la boîte à outils — « l'IA faible, ce sont des outils spécialisés, pas un couteau suisse magique ».</a:t>
            </a:r>
          </a:p>
          <a:p>
            <a:pPr/>
            <a:r>
              <a:rPr sz="2000" b="0" i="1">
                <a:solidFill>
                  <a:srgbClr val="263238"/>
                </a:solidFill>
              </a:rPr>
              <a:t>• The three main families of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L'IA dans la vie quotidienne (exemples concrets)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Vos étudiants utilisent de l'IA sans le savoir, plusieurs fois par jour. Demandez-leur de citer des exemples avant de montrer cette liste.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Le GPS qui choisit le chemin le plus rapide (prédiction du trafic).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Le fil anti-spam de l'e-mail (classement des messages).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Netflix / YouTube : suggestions « parce que vous avez regardé… » (moteur de recommandation).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La reconnaissance faciale pour déverrouiller le téléphone.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Les assistants vocaux (Siri, Google Assistant) qui comprennent la parole.</a:t>
            </a:r>
          </a:p>
          <a:p>
            <a:pPr/>
            <a:r>
              <a:rPr sz="2000" b="0" i="1">
                <a:solidFill>
                  <a:srgbClr val="263238"/>
                </a:solidFill>
              </a:rPr>
              <a:t>• AI in everyday life (concrete examples)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Ce que l'IA sait faire… et ne sait pas faire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✅ Ce qu'elle fait bien : résumer un texte, traduire, générer une image ou un exercice, corriger l'orthographe, adapter un texte à un niveau de lecture, produire une première version de fiche.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⚠️ Ce qu'il faut vérifier : elle peut se tromper (« hallucination » : inventer des faits avec assurance), copier des biais présents dans ses données, et mélanger les langues.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❌ Ce qu'elle ne fait pas : elle ne comprend pas réellement le sens, n'a pas d'intention, n'a pas d'émotions et n'est pas « responsable » de ses réponses.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💡 Règle d'or pour l'enseignant : on ne met jamais un outil d'IA entre un élève et son apprentissage sans vérifier et sans garder son regard de professionnel. L'IA propose, l'enseignant dispose.</a:t>
            </a:r>
          </a:p>
          <a:p>
            <a:pPr/>
            <a:r>
              <a:rPr sz="2000" b="0" i="1">
                <a:solidFill>
                  <a:srgbClr val="263238"/>
                </a:solidFill>
              </a:rPr>
              <a:t>• What AI can do… and cannot 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Pourquoi cela concerne le futur enseignant du primaire ?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Trois raisons principales, qui seront développées dans les séances 2 à 9 de ce module :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Gagner du temps : préparer une fiche de lecture, un QCM ou un exemple adapté en quelques minutes au lieu d'une heure.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Différencier : proposer une version simplifiée ou enrichie du même exercice pour chaque élève.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Eduquer aux médias : vos élèves grandiront avec l'IA ; ils doivent apprendre ce que c'est, et comment l'utiliser avec esprit critique.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💡 Exemple pour la classe (à partager en séance 6) : un énoncé de problème de maths reformulé « avec des dinosaures » grâce à l'IA, pour motiver un élève réticent.</a:t>
            </a:r>
          </a:p>
          <a:p>
            <a:pPr/>
            <a:r>
              <a:rPr sz="2000" b="0" i="1">
                <a:solidFill>
                  <a:srgbClr val="263238"/>
                </a:solidFill>
              </a:rPr>
              <a:t>• Why this matters for the future primary teacher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✏️ Activités et exercices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Tour de table et nuage de mots : chaque étudiant dit un mot associé à « IA », le formateur le note au tableau.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Activité « Intelligent ou programmé ? » : classer 8 situations (calculatrice, GPS, ChatGPT, aspirateur robot, réveil, sous-titres auto, jeu d'échecs, thermostat) dans un tableau à deux colonnes, puis discuter.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Démo guidée (si connexion disponible) : montrer une réponse de ChatGPT qui corrige une phrase de CP, et demander aux étudiants de repérer la qualité du texte.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Débat « IA et école primaire » : quelles peurs, quels espoirs ? Noter les arguments au tableau et les conserver pour la séance 10.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7BBE"/>
                </a:solidFill>
              </a:rPr>
              <a:t>(sans titre)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 i="0">
                <a:solidFill>
                  <a:srgbClr val="263238"/>
                </a:solidFill>
              </a:rPr>
              <a:t>• 🧠 À retenir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L'IA est un programme qui apprend à partir de données (exemples) pour reconnaître, comprendre ou décider.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Aujourd'hui, nous n'utilisons que de l'IA faible (étroite), spécialisée dans une seule tâche.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L'IA ne « pense » pas comme un humain : elle calcule et imite, et elle peut se tromper (hallucinations).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Pour l'enseignant : l'IA est un assistant de préparation, jamais un remplaçant du jugement professionnel.</a:t>
            </a:r>
          </a:p>
          <a:p>
            <a:pPr/>
            <a:r>
              <a:rPr sz="2000" b="0" i="0">
                <a:solidFill>
                  <a:srgbClr val="263238"/>
                </a:solidFill>
              </a:rPr>
              <a:t>• Dates clés : 1956 (création du terme), 1997 (Deep Blue), 2012 (deep learning), 2022 (ChatGPT).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🎓 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ECEFF1"/>
                </a:solidFill>
              </a:rPr>
              <a:t>Séance 01 — Introduction à l'Intelligence Artificielle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ECEFF1"/>
                </a:solidFill>
              </a:rPr>
              <a:t>Prochaine séance : venez avec un ordinateur ou un smartphone.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ECEFF1"/>
                </a:solidFill>
              </a:rPr>
              <a:t>Dr. Madani BELACEL — ENS Université de Mostaganem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8899C"/>
                </a:solidFill>
              </a:rPr>
              <a:t>Module Intelligence Artificielle — PEP 2A · Dr. Madani BELACEL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