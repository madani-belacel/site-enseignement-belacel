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02 — Panorama des 12+ outils d'IA pour l'étudiant</a:t>
            </a:r>
          </a:p>
          <a:p>
            <a:r>
              <a:rPr sz="2000">
                <a:solidFill>
                  <a:srgbClr val="ECEFF1"/>
                </a:solidFill>
              </a:rPr>
              <a:t>Overview of 12+ AI tools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Classer les outils d'IA en 4 familles : comprendre, chercher, créer, organiser-coder.</a:t>
            </a:r>
          </a:p>
          <a:p>
            <a:pPr>
              <a:defRPr sz="2000"/>
            </a:pPr>
            <a:r>
              <a:t>Décrire en une phrase l'usage de chacun des 12 outils du module.</a:t>
            </a:r>
          </a:p>
          <a:p>
            <a:pPr>
              <a:defRPr sz="2000"/>
            </a:pPr>
            <a:r>
              <a:t>Comparer 3 outils en démonstration : assistant, moteur sourcé, création visuelle.</a:t>
            </a:r>
          </a:p>
          <a:p>
            <a:pPr>
              <a:defRPr sz="2000"/>
            </a:pPr>
            <a:r>
              <a:t>Choisir le bon outil pour une tâche avec l'arbre de décision.</a:t>
            </a:r>
          </a:p>
          <a:p>
            <a:pPr>
              <a:defRPr sz="2000"/>
            </a:pPr>
            <a:r>
              <a:t>Éviter les 3 erreurs de débutant : tout demander au même outil, croire sans vérifier, payer avant d'essayer le gratuit.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Sort AI tools into 4 families: understand, search, create, organise-code.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Describe in one sentence the use of each of the module's 12 tools.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Compare 3 tools in a demo: assistant, sourced engine, visual creation.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Pick the right tool for a task with the decision tree.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Avoid 3 beginner mistakes: asking everything to one tool, believing without checking, paying before trying 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la jungle des 12 noms</a:t>
            </a:r>
          </a:p>
          <a:p>
            <a:pPr>
              <a:defRPr sz="2000"/>
            </a:pPr>
            <a:r>
              <a:t>05–25 — Explication : les 4 familles</a:t>
            </a:r>
          </a:p>
          <a:p>
            <a:pPr>
              <a:defRPr sz="2000"/>
            </a:pPr>
            <a:r>
              <a:t>25–50 — Démo : 3 outils en action</a:t>
            </a:r>
          </a:p>
          <a:p>
            <a:pPr>
              <a:defRPr sz="2000"/>
            </a:pPr>
            <a:r>
              <a:t>50–70 — Exercice guidé : le bon pharmacien</a:t>
            </a:r>
          </a:p>
          <a:p>
            <a:pPr>
              <a:defRPr sz="2000"/>
            </a:pPr>
            <a:r>
              <a:t>70–80 — Démo 2 : mauvais vs bon prompt</a:t>
            </a:r>
          </a:p>
          <a:p>
            <a:pPr>
              <a:defRPr sz="2000"/>
            </a:pPr>
            <a:r>
              <a:t>80–90 — Synthèse, quiz et annonce de la séance 3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the 12-name jungle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the 4 families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3 tools in action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the good pharmacist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bad vs good prompt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preview of session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ChatGPT, Gemini, Perplexity, Canva, Notion… 12 noms sur le tableau : qui peut dire à quoi sert chacun ? Aujourd'hui, on range cette jungle.</a:t>
            </a:r>
          </a:p>
          <a:p>
            <a:pPr>
              <a:defRPr sz="2000"/>
            </a:pPr>
            <a:r>
              <a:t>🍳 🍳 Les outils d'IA, c'est comme la pharmacie : on ne soigne pas tout avec le même sirop. Le pharmacien (vous, bientôt) lit l'ordonnance (la tâche) puis choisit le bon flacon.</a:t>
            </a:r>
          </a:p>
          <a:p>
            <a:pPr>
              <a:defRPr sz="2000"/>
            </a:pPr>
            <a:r>
              <a:t>💡 💡 12 outils, 4 familles : COMPRENDRE (assistants), CHERCHER (moteurs sourcés), CRÉER (slides, images, voix), ORGANISER-CODER (notes, code, local).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12 tools, 4 families: UNDERSTAND (assistants), SEARCH (sourced engines), CREATE (slides, images, voice), ORGANISE-CODE (notes, code, local).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 familles : rangez la jungle</a:t>
            </a:r>
            <a:r>
              <a:t>  ·  The 4 families: tidy the jungle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Retenez 4 tiroirs, pas 12 noms. Devant chaque tâche, demandez-vous : est-ce que je veux COMPRENDRE, CHERCHER, CRÉER ou ORGANISER-CODER ? Le tiroir désigne l'outil.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Remember 4 drawers, not 12 names. Before each task, ask: do I want to UNDERSTAND, SEARCH, CREATE or ORGANISE-CODE? The drawer points to the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12 outils en fiches express</a:t>
            </a:r>
            <a:r>
              <a:t>  ·  The 12 tools in flash 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phrase par outil, à connaître par cœur. Le détail complet (étapes, forces, limites) est sur la page « Outils IA » du module : chaque outil y a sa fiche.</a:t>
            </a:r>
          </a:p>
          <a:p>
            <a:pPr>
              <a:defRPr sz="2000"/>
            </a:pPr>
            <a:r>
              <a:t>&lt;strong&gt;ChatGPT :&lt;/strong&gt; l'assistant généraliste qui explique, résume et rédige.</a:t>
            </a:r>
          </a:p>
          <a:p>
            <a:pPr>
              <a:defRPr sz="2000"/>
            </a:pPr>
            <a:r>
              <a:t>&lt;strong&gt;Gemini :&lt;/strong&gt; comme ChatGPT + lit images et PDF.</a:t>
            </a:r>
          </a:p>
          <a:p>
            <a:pPr>
              <a:defRPr sz="2000"/>
            </a:pPr>
            <a:r>
              <a:t>&lt;strong&gt;Claude :&lt;/strong&gt; le champion des longs textes en bon français.</a:t>
            </a:r>
          </a:p>
          <a:p>
            <a:pPr>
              <a:defRPr sz="2000"/>
            </a:pPr>
            <a:r>
              <a:t>&lt;strong&gt;Perplexity :&lt;/strong&gt; répond AVEC les sources à ouvrir.</a:t>
            </a:r>
          </a:p>
          <a:p>
            <a:pPr>
              <a:defRPr sz="2000"/>
            </a:pPr>
            <a:r>
              <a:t>&lt;strong&gt;Scholar / Consensus :&lt;/strong&gt; la bibliothèque scientifique (articles, consensus).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One sentence per tool, to know by heart. Full detail (steps, strengths, limits) is on the module's "AI Tools" page: each tool has its sheet there.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&lt;strong&gt;ChatGPT:&lt;/strong&gt; the generalist assistant explaining, summarising, writing.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&lt;strong&gt;Gemini:&lt;/strong&gt; like ChatGPT + reads images and PDFs.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&lt;strong&gt;Claude:&lt;/strong&gt; the champion of long texts in good French.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 : la même question à 3 outils</a:t>
            </a:r>
            <a:r>
              <a:t>  ·  Demo: the same question to 3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Question test : « Explique la différenciation pédagogique avec un exemple de primaire. » Regardez ce que CHAQUE outil apporte — aucun ne fait tout.</a:t>
            </a:r>
          </a:p>
          <a:p>
            <a:pPr>
              <a:defRPr sz="2000"/>
            </a:pPr>
            <a:r>
              <a:t>&lt;strong&gt;ChatGPT (🔵) :&lt;/strong&gt; explication claire + exemple, sans sources. Parfait pour COMPRENDRE vite.</a:t>
            </a:r>
          </a:p>
          <a:p>
            <a:pPr>
              <a:defRPr sz="2000"/>
            </a:pPr>
            <a:r>
              <a:t>&lt;strong&gt;Perplexity (🟢) :&lt;/strong&gt; réponse plus courte MAIS avec 3 liens : parfait pour VÉRIFIER et citer.</a:t>
            </a:r>
          </a:p>
          <a:p>
            <a:pPr>
              <a:defRPr sz="2000"/>
            </a:pPr>
            <a:r>
              <a:t>&lt;strong&gt;Canva IA (🟠) :&lt;/strong&gt; une affiche « différenciation » pour la classe : parfait pour MONTRER.</a:t>
            </a:r>
          </a:p>
          <a:p>
            <a:pPr>
              <a:defRPr sz="2000"/>
            </a:pPr>
            <a:r>
              <a:t>&lt;strong&gt;Leçon :&lt;/strong&gt; comprendre → bleu ; prouver → vert ; montrer → orange. Trois outils, trois métiers.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Test question: "Explain pedagogical differentiation with a primary example." Watch what EACH tool brings — none does everything.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&lt;strong&gt;ChatGPT (🔵):&lt;/strong&gt; clear explanation + example, no sources. Perfect to UNDERSTAND fast.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&lt;strong&gt;Perplexity (🟢):&lt;/strong&gt; shorter answer BUT with 3 links: perfect to CHECK and cite.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&lt;strong&gt;Canva AI (🟠):&lt;/strong&gt; a "differentiation" poster for class: perfect to SHOW.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Bien choisir : l'arbre de décision du pharmacien</a:t>
            </a:r>
            <a:r>
              <a:t>  ·  Choose well: the pharmacist's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Trois questions suffisent pour ne plus jamais se tromper d'outil.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Three questions are enough to never pick the wrong tool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bon pharmacien ne connaît pas 12 sirops par cœur le premier jour : il connaît 4 tiroirs, 1 outil préféré par tiroir, et la page « Outils IA » pour le reste.</a:t>
            </a:r>
          </a:p>
          <a:p>
            <a:pPr>
              <a:defRPr sz="2000"/>
            </a:pPr>
            <a:r>
              <a:t>&lt;strong&gt;✅ 1 favori par tiroir :&lt;/strong&gt; choisissez vos 4 outils de tous les jours cette semaine.</a:t>
            </a:r>
          </a:p>
          <a:p>
            <a:pPr>
              <a:defRPr sz="2000"/>
            </a:pPr>
            <a:r>
              <a:t>&lt;strong&gt;✅ Gratuit d'abord :&lt;/strong&gt; comptes étudiants gratuits avant tout abonnement.</a:t>
            </a:r>
          </a:p>
          <a:p>
            <a:pPr>
              <a:defRPr sz="2000"/>
            </a:pPr>
            <a:r>
              <a:t>&lt;strong&gt;✅ Fiche outils :&lt;/strong&gt; gardez la page « Outils IA » en favori du navigateur.</a:t>
            </a:r>
          </a:p>
          <a:p>
            <a:pPr>
              <a:defRPr sz="2000"/>
            </a:pPr>
            <a:r>
              <a:t>&lt;strong&gt;✅ Testez à deux :&lt;/strong&gt; même question, deux outils, comparez — le meilleur exercice.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good pharmacist does not memorise 12 syrups on day one: he knows 4 drawers, 1 favourite tool per drawer, and the "AI Tools" page for the rest.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1 favourite per drawer:&lt;/strong&gt; pick your 4 everyday tools this week.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Free first:&lt;/strong&gt; free student accounts before any subscription.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Tools sheet:&lt;/strong&gt; bookmark the "AI Tools" page in your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Playlist IA de Mohammad Dawoud (référence du module) (ar)</a:t>
            </a:r>
          </a:p>
          <a:p>
            <a:pPr>
              <a:defRPr sz="2000"/>
            </a:pPr>
            <a:r>
              <a:t>▶️ Comparatif assistants IA 2026 : lequel choisir ? (fr)</a:t>
            </a:r>
          </a:p>
          <a:p>
            <a:pPr>
              <a:defRPr sz="2000"/>
            </a:pPr>
            <a:r>
              <a:t>▶️ 10 outils IA pour étudiants : panorama guidé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https://www.youtube.com/watch?v=H5WUwwivEaI&amp;list=PLbR_CTcUs1088jfqbbO5AqwODO9MgYA85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https://www.youtube.com/results?search_query=comparatif+chatgpt+gemini+claude+2026+francais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https://www.youtube.com/results?search_query=outils+ia+etudiants+universite+tutoriel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8 situations d'étudiant : prescrivez le bon outil avec l'arbre de décision (sources ? créer ? organiser-coder ?). Justifiez en 1 phrase.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1) Expliquer une notion → 🔵 ChatGPT. 2) Citer 2 études → 🟢 Perplexity/Scholar. 3) Slides d'exposé → 🟠 Gamma. 4) Affiche → 🟠 Canva. 5) Planning révisions → 🟣 Notion. 6) Bug Python → 🟣 Copilot. 7) Résumer VOS PDF → 🟢 NotebookLM. 8) Chatbot sans code → 🟣 Dify.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8 student situations: prescribe the right tool with the decision tree (sources? create? organise-code?). Justify in 1 sentence.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1) Explain a notion → 🔵 ChatGPT. 2) Cite 2 studies → 🟢 Perplexity/Scholar. 3) Talk slides → 🟠 Gamma. 4) Poster → 🟠 Canva. 5) Revision plan → 🟣 Notion. 6) Python bug → 🟣 Copilot. 7) Summarise YOUR PDFs → 🟢 NotebookLM. 8) No-code chatbot → 🟣 Dify.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4 tiroirs : 🔵 comprendre, 🟢 chercher, 🟠 créer, 🟣 organiser-coder.</a:t>
            </a:r>
          </a:p>
          <a:p>
            <a:pPr>
              <a:defRPr sz="2000"/>
            </a:pPr>
            <a:r>
              <a:t>Arbre : sources ? → créer ? → organiser-coder ? → sinon bleu.</a:t>
            </a:r>
          </a:p>
          <a:p>
            <a:pPr>
              <a:defRPr sz="2000"/>
            </a:pPr>
            <a:r>
              <a:t>1 favori par tiroir + page Outils IA en favori.</a:t>
            </a:r>
          </a:p>
          <a:p>
            <a:pPr>
              <a:defRPr sz="2000"/>
            </a:pPr>
            <a:r>
              <a:t>Gratuit étudiant d'abord, jamais d'abonnement aveugle.</a:t>
            </a:r>
          </a:p>
          <a:p>
            <a:pPr>
              <a:defRPr sz="2000"/>
            </a:pPr>
            <a:r>
              <a:t>3 règles d'or partout : vérifier, citer, juger.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4 drawers: 🔵 understand, 🟢 search, 🟠 create, 🟣 organise-code.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Tree: sources? → create? → organise-code? → else blue.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 favourite per drawer + AI Tools page bookmarked.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Besoin de SOURCES : quel tiroir ?</a:t>
            </a:r>
            <a:br/>
            <a:r>
              <a:t>   ✅ 🟢 Vert (Perplexity, Scholar)</a:t>
            </a:r>
          </a:p>
          <a:p>
            <a:pPr>
              <a:defRPr sz="2000"/>
            </a:pPr>
            <a:r>
              <a:t>Q2. Slides d'exposé : quel outil ?</a:t>
            </a:r>
            <a:br/>
            <a:r>
              <a:t>   ✅ Gamma (créer à montrer)</a:t>
            </a:r>
          </a:p>
          <a:p>
            <a:pPr>
              <a:defRPr sz="2000"/>
            </a:pPr>
            <a:r>
              <a:t>Q3. Interroger VOS propres PDF : quel outil ?</a:t>
            </a:r>
            <a:br/>
            <a:r>
              <a:t>   ✅ NotebookLM (vert : chercher dans vos documents)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Need SOURCES: which drawer?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Talk slides: which tool?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Question YOUR own PDFs: which tool?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4 tiroirs : 🔵🟢🟠🟣 valent mieux que 12 noms.</a:t>
            </a:r>
          </a:p>
          <a:p>
            <a:pPr>
              <a:defRPr sz="2000"/>
            </a:pPr>
            <a:r>
              <a:t>Arbre : sources ? créer ? organiser-coder ? sinon bleu.</a:t>
            </a:r>
          </a:p>
          <a:p>
            <a:pPr>
              <a:defRPr sz="2000"/>
            </a:pPr>
            <a:r>
              <a:t>Démo : même question, 3 outils, 3 métiers.</a:t>
            </a:r>
          </a:p>
          <a:p>
            <a:pPr>
              <a:defRPr sz="2000"/>
            </a:pPr>
            <a:r>
              <a:t>Gratuit étudiant d'abord ; 3 règles d'or partout.</a:t>
            </a:r>
          </a:p>
          <a:p>
            <a:pPr>
              <a:defRPr sz="2000"/>
            </a:pPr>
            <a:r>
              <a:t>Page Outils IA en favori : la pharmacie de poche.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4 drawers: 🔵🟢🟠🟣 beat 12 names.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Tree: sources? create? organise-code? else blue.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same question, 3 tools, 3 jobs.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Student free first; 3 golden rules everywhere.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 Tools page bookmarked: the pocket pharmacy.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02 — Panorama des 12+ outils d'IA pour l'étudiant</a:t>
            </a:r>
          </a:p>
          <a:p>
            <a:r>
              <a:rPr sz="2000">
                <a:solidFill>
                  <a:srgbClr val="ECEFF1"/>
                </a:solidFill>
              </a:rPr>
              <a:t>Overview of 12+ AI tools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