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04 — Résumer, synthétiser et créer des fiches de révision</a:t>
            </a:r>
          </a:p>
          <a:p>
            <a:r>
              <a:rPr sz="2000">
                <a:solidFill>
                  <a:srgbClr val="ECEFF1"/>
                </a:solidFill>
              </a:rPr>
              <a:t>Summarising, synthesising and making revision 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  <a:r>
              <a:t>  · 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Distinguer résumer (réduire un texte) et synthétiser (croiser plusieurs textes).</a:t>
            </a:r>
          </a:p>
          <a:p>
            <a:pPr>
              <a:defRPr sz="2000"/>
            </a:pPr>
            <a:r>
              <a:t>Connaître la structure d'une fiche de révision efficace (idées-clés, schéma, questions, exemples).</a:t>
            </a:r>
          </a:p>
          <a:p>
            <a:pPr>
              <a:defRPr sz="2000"/>
            </a:pPr>
            <a:r>
              <a:t>Utiliser des prompts de synthèse : niveau, format, fidélité au cours, ton.</a:t>
            </a:r>
          </a:p>
          <a:p>
            <a:pPr>
              <a:defRPr sz="2000"/>
            </a:pPr>
            <a:r>
              <a:t>Appliquer le protocole AIDE : Analyser, Interroger, Double-vérifier, Exposer.</a:t>
            </a:r>
          </a:p>
          <a:p>
            <a:pPr>
              <a:defRPr sz="2000"/>
            </a:pPr>
            <a:r>
              <a:t>Produire sa propre fiche finale : l'IA propose, tu structures.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Distinguish summarising (reducing a text) from synthesising (mixing several texts).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Know the structure of an effective revision sheet (key ideas, diagram, questions, examples).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Use synthesis prompts: level, format, faithfulness to the lesson, tone.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Apply the AIDE protocol: Analyse, Interrogate, Double-check, Expose.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Produce your own final sheet: AI proposes, you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Déroulé pédagogique (1 h 30)</a:t>
            </a:r>
            <a:r>
              <a:t>  ·  Session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00–10 — Accueil et mise en route</a:t>
            </a:r>
          </a:p>
          <a:p>
            <a:pPr>
              <a:defRPr sz="2000"/>
            </a:pPr>
            <a:r>
              <a:t>10–25 — Partie 1 : Résumer vs synthétiser</a:t>
            </a:r>
          </a:p>
          <a:p>
            <a:pPr>
              <a:defRPr sz="2000"/>
            </a:pPr>
            <a:r>
              <a:t>25–45 — Partie 2 : La structure d'une bonne fiche</a:t>
            </a:r>
          </a:p>
          <a:p>
            <a:pPr>
              <a:defRPr sz="2000"/>
            </a:pPr>
            <a:r>
              <a:t>45–65 — Partie 3 : Les prompts de synthèse</a:t>
            </a:r>
          </a:p>
          <a:p>
            <a:pPr>
              <a:defRPr sz="2000"/>
            </a:pPr>
            <a:r>
              <a:t>65–80 — Activité : protocole AIDE en atelier</a:t>
            </a:r>
          </a:p>
          <a:p>
            <a:pPr>
              <a:defRPr sz="2000"/>
            </a:pPr>
            <a:r>
              <a:t>80–90 — Synthèse et annonce de la séance 5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Welcome and warm-up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Part 1: Summarising vs synthesising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Part 2: The structure of a good sheet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Part 3: Synthesis prompts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Activity: AIDE protocol workshop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Wrap-up and preview of session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Accroche (5 min)</a:t>
            </a:r>
            <a:r>
              <a:t>  · 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❓ Un résumé copié-collé qui ne rentre pas dans la tête, ou une fiche d'une page qui fait réfléchir ? Aujourd'hui, on fabrique des fiches qui restent.</a:t>
            </a:r>
          </a:p>
          <a:p>
            <a:pPr>
              <a:defRPr sz="2000"/>
            </a:pPr>
            <a:r>
              <a:t>🍳 🍳 Résumer, c'est presser une orange : garder le jus (l'essentiel), jeter la pulpe (le remplissage). Synthétiser, c'est un cocktail de plusieurs fruits AVEC votre recette : le mélange n'existait pas avant vous.</a:t>
            </a:r>
          </a:p>
          <a:p>
            <a:pPr>
              <a:defRPr sz="2000"/>
            </a:pPr>
            <a:r>
              <a:t>💡 💡 Une bonne fiche = 1 page, vos mots, une structure fixe (idées, questions, exemples) — fabriquée AVEC l'IA, jamais À LA PLACE de vous.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💡 A good sheet = 1 page, your words, a fixed structure (ideas, questions, examples) — made WITH AI, never INSTEAD of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Résumer, ce n'est pas synthétiser</a:t>
            </a:r>
            <a:r>
              <a:t>  ·  Summarising is not synthesising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Résumer = réduire un seul texte à ses idées principales. Synthétiser = assembler et comparer plusieurs textes sur un même thème, en dégageant des idées nouvelles. L'IA excelle dans les deux, mais elle perd le contexte : plus tu lui donnes de matière, plus elle te rend un résultat fidèle.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Summarising = reducing a single text to its main ideas. Synthesising = assembling and comparing several texts on one theme to bring out new ideas. AI excels at both, but it loses context: the more material you give it, the more faithful the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structure d'une fiche de révision efficace</a:t>
            </a:r>
            <a:r>
              <a:t>  ·  The structure of an effective revision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&lt;strong&gt;1. En-tête&lt;/strong&gt; : module, chapitre, date d'examen, durée de révision estimée.</a:t>
            </a:r>
          </a:p>
          <a:p>
            <a:pPr>
              <a:defRPr sz="2000"/>
            </a:pPr>
            <a:r>
              <a:t>&lt;strong&gt;2. Idées-clés&lt;/strong&gt; : 3 à 7 concepts, chacun en une ou deux lignes.</a:t>
            </a:r>
          </a:p>
          <a:p>
            <a:pPr>
              <a:defRPr sz="2000"/>
            </a:pPr>
            <a:r>
              <a:t>&lt;strong&gt;3. Schéma ou tableau&lt;/strong&gt; : une représentation visuelle qui « vend » la page.</a:t>
            </a:r>
          </a:p>
          <a:p>
            <a:pPr>
              <a:defRPr sz="2000"/>
            </a:pPr>
            <a:r>
              <a:t>&lt;strong&gt;4. Questions d'auto-test&lt;/strong&gt; : sur la colonne de gauche (méthode Cornell).</a:t>
            </a:r>
          </a:p>
          <a:p>
            <a:pPr>
              <a:defRPr sz="2000"/>
            </a:pPr>
            <a:r>
              <a:t>&lt;strong&gt;5. Exemples concrets&lt;/strong&gt; : un exemple par idée, idéalement relié à ta future classe.</a:t>
            </a:r>
          </a:p>
          <a:p>
            <a:pPr>
              <a:defRPr sz="2000"/>
            </a:pPr>
            <a:r>
              <a:t>&lt;strong&gt;6. Zone résumé&lt;/strong&gt; : 3 phrases en bas de page qui tiennent tout.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&lt;strong&gt;1. Header&lt;/strong&gt;: module, chapter, exam date, estimated revision time.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&lt;strong&gt;2. Key ideas&lt;/strong&gt;: 3 to 7 concepts, each in one or two lines.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&lt;strong&gt;3. Diagram or table&lt;/strong&gt;: a visual representation that "sells" the page.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&lt;strong&gt;4. Self-test questions&lt;/strong&gt;: in the left column (Cornell method).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prompts de synthèse : guider l'IA</a:t>
            </a:r>
            <a:r>
              <a:t>  ·  Synthesis prompts: guiding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Pour qu'une synthèse soit fidèle, donne à l'IA la matière (le texte collé ou scanné) et des consignes de format précises. Sans matière, elle résume… ce qu'elle croit savoir.</a:t>
            </a:r>
          </a:p>
          <a:p>
            <a:pPr>
              <a:defRPr sz="2000"/>
            </a:pPr>
            <a:r>
              <a:t>&lt;strong&gt;Rôle&lt;/strong&gt; : « Tu es un tuteur de licence… »</a:t>
            </a:r>
          </a:p>
          <a:p>
            <a:pPr>
              <a:defRPr sz="2000"/>
            </a:pPr>
            <a:r>
              <a:t>&lt;strong&gt;Source&lt;/strong&gt; : « Voici le texte de mon cours [coller] ».</a:t>
            </a:r>
          </a:p>
          <a:p>
            <a:pPr>
              <a:defRPr sz="2000"/>
            </a:pPr>
            <a:r>
              <a:t>&lt;strong&gt;Niveau&lt;/strong&gt; : « Explique pour un étudiant de 2ème année ».</a:t>
            </a:r>
          </a:p>
          <a:p>
            <a:pPr>
              <a:defRPr sz="2000"/>
            </a:pPr>
            <a:r>
              <a:t>&lt;strong&gt;Format&lt;/strong&gt; : « Donne-moi 5 idées-clés, un tableau, 1 question par idée ».</a:t>
            </a:r>
          </a:p>
          <a:p>
            <a:pPr>
              <a:defRPr sz="2000"/>
            </a:pPr>
            <a:r>
              <a:t>&lt;strong&gt;Interdits&lt;/strong&gt; : « N'ajoute aucune information absente du texte ».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For a faithful synthesis, give AI the material (pasted or scanned text) and precise formatting instructions. Without material, it summarises… what it thinks it knows.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&lt;strong&gt;Role&lt;/strong&gt;: "You are an undergraduate tutor…"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&lt;strong&gt;Source&lt;/strong&gt;: "Here is the text of my lesson [paste]".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&lt;strong&gt;Level&lt;/strong&gt;: "Explain for a 2nd-year student".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protocole AIDE : garder la main</a:t>
            </a:r>
            <a:r>
              <a:t>  ·  The AIDE protocol: keeping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en profiter au maximum</a:t>
            </a:r>
            <a:r>
              <a:t>  ·  How to get the most out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Une fiche ne vaut que par ce que l'IA a reçu : sans source collée, elle résume ce qu'elle croit savoir. Donnez-lui TOUJOURS votre texte, puis gardez la main avec le protocole AIDE.</a:t>
            </a:r>
          </a:p>
          <a:p>
            <a:pPr>
              <a:defRPr sz="2000"/>
            </a:pPr>
            <a:r>
              <a:t>&lt;strong&gt;✅ Coller la matière :&lt;/strong&gt; le texte source complet, même long ; l'IA est meilleure avec 10 pages qu'avec une consigne vague.</a:t>
            </a:r>
          </a:p>
          <a:p>
            <a:pPr>
              <a:defRPr sz="2000"/>
            </a:pPr>
            <a:r>
              <a:t>&lt;strong&gt;✅ Imposer le format :&lt;/strong&gt; « 5 idées-clés, un tableau, une question par idée, un exemple par idée ».</a:t>
            </a:r>
          </a:p>
          <a:p>
            <a:pPr>
              <a:defRPr sz="2000"/>
            </a:pPr>
            <a:r>
              <a:t>&lt;strong&gt;✅ Demander la fidélité :&lt;/strong&gt; « n'ajoute rien qui ne soit pas dans le texte ».</a:t>
            </a:r>
          </a:p>
          <a:p>
            <a:pPr>
              <a:defRPr sz="2000"/>
            </a:pPr>
            <a:r>
              <a:t>&lt;strong&gt;✅ Réécrire soi-même :&lt;/strong&gt; la version finalisée du fichier est la vôtre, pas celle du robot.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 sheet is only as good as what AI received: without the pasted source, it summarises what it thinks it knows. ALWAYS give it your text, then keep control with the AIDE protocol.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Paste the material:&lt;/strong&gt; the full source text, even long; AI is better with 10 pages than with a vague prompt.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Impose a format:&lt;/strong&gt; "5 key ideas, a table, one question per idea, one example per idea".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Ask for faithfulness:&lt;/strong&gt; "add nothing that is not in the text".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📺 À regarder pour comprendre</a:t>
            </a:r>
            <a:r>
              <a:t>  ·  Recommended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▶️ La méthode Cornell pour des fiches qui marchent (tutoriel) (fr)</a:t>
            </a:r>
          </a:p>
          <a:p>
            <a:pPr>
              <a:defRPr sz="2000"/>
            </a:pPr>
            <a:r>
              <a:t>▶️ كيف تلخّص درساً بالذكاء الاصطناعي دون أخطاء؟ (ar)</a:t>
            </a:r>
          </a:p>
          <a:p>
            <a:pPr>
              <a:defRPr sz="2000"/>
            </a:pPr>
            <a:r>
              <a:t>▶️ Transformer un PDF en carte mentale (méthode) (fr)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https://www.youtube.com/results?search_query=methode+cornell+fiche+revision+tutoriel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https://www.youtube.com/results?search_query=تلخيص+الدروس+بالذكاء+الاصطناعي+للطلبة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https://www.youtube.com/results?search_query=pdf+carte+mentale+revision+methode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✏️ Exercice guidé (15 min)</a:t>
            </a:r>
            <a:r>
              <a:t>  ·  Guided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Avec votre polycopié : 1) collez 2 pages à l'IA + prompt Cornell ; 2) recevez la fiche ; 3) vérifiez chaque idée contre le texte (cochez ✓ ou corrigez).</a:t>
            </a:r>
          </a:p>
          <a:p>
            <a:pPr>
              <a:defRPr sz="2000"/>
            </a:pPr>
            <a:r>
              <a:t>—</a:t>
            </a:r>
          </a:p>
          <a:p>
            <a:pPr>
              <a:defRPr sz="2000"/>
            </a:pPr>
            <a:r>
              <a:t>▶ Solution :</a:t>
            </a:r>
          </a:p>
          <a:p>
            <a:pPr>
              <a:defRPr sz="2000"/>
            </a:pPr>
            <a:r>
              <a:t>Réussi si : fiche 1 page (6 zones remplies), chaque idée cochée ✓ contre le texte, 1 idée réécrite personnellement, et 1 erreur de l'IA repérée et corrigée (il y en a presque toujours une).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With your handout: 1) paste 2 pages to AI + Cornell prompt; 2) receive the sheet; 3) check each idea against the text (tick ✓ or fix).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Success if: 1-page sheet (6 zones filled), each idea ticked ✓ against the text, 1 idea personally rewritten, and 1 AI mistake spotted and fixed (there is almost always one).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Fiche de synthèse — points clés</a:t>
            </a:r>
            <a:r>
              <a:t>  ·  Summary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Résumer = 1 texte réduit. Synthétiser = plusieurs textes croisés + votre point de vue.</a:t>
            </a:r>
          </a:p>
          <a:p>
            <a:pPr>
              <a:defRPr sz="2000"/>
            </a:pPr>
            <a:r>
              <a:t>Fiche Cornell : questions à gauche, notes à droite, résumé en bas.</a:t>
            </a:r>
          </a:p>
          <a:p>
            <a:pPr>
              <a:defRPr sz="2000"/>
            </a:pPr>
            <a:r>
              <a:t>Toujours coller le texte source avant de demander.</a:t>
            </a:r>
          </a:p>
          <a:p>
            <a:pPr>
              <a:defRPr sz="2000"/>
            </a:pPr>
            <a:r>
              <a:t>Vérifier chaque idée contre le texte (✓ ou corriger).</a:t>
            </a:r>
          </a:p>
          <a:p>
            <a:pPr>
              <a:defRPr sz="2000"/>
            </a:pPr>
            <a:r>
              <a:t>Protocole AIDE : garder la main du début à la fin.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Summarise = 1 text shortened. Synthesise = several texts crossed + your viewpoint.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Cornell sheet: questions left, notes right, summary bottom.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Always paste the source text before asking.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Quiz éclair (3 questions)</a:t>
            </a:r>
            <a:r>
              <a:t>  ·  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Q1. Résumer ou synthétiser : que choisir pour 3 articles ?</a:t>
            </a:r>
            <a:br/>
            <a:r>
              <a:t>   ✅ Synthétiser : croiser les 3 + ajouter votre point de vue</a:t>
            </a:r>
          </a:p>
          <a:p>
            <a:pPr>
              <a:defRPr sz="2000"/>
            </a:pPr>
            <a:r>
              <a:t>Q2. Où vont les questions d'auto-test dans Cornell ?</a:t>
            </a:r>
            <a:br/>
            <a:r>
              <a:t>   ✅ Colonne de gauche (on cache la droite pour se tester)</a:t>
            </a:r>
          </a:p>
          <a:p>
            <a:pPr>
              <a:defRPr sz="2000"/>
            </a:pPr>
            <a:r>
              <a:t>Q3. Pourquoi coller le texte source à l'IA ?</a:t>
            </a:r>
            <a:br/>
            <a:r>
              <a:t>   ✅ Pour qu'elle travaille sur du réel au lieu d'inventer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Summarise or synthesise: what for 3 papers?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Where do self-test questions go in Cornell?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Why paste the source text to AI?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  <a:r>
              <a:t>  · 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Résumer = réduire un texte ; synthétiser = croiser plusieurs textes.</a:t>
            </a:r>
          </a:p>
          <a:p>
            <a:pPr>
              <a:defRPr sz="2000"/>
            </a:pPr>
            <a:r>
              <a:t>Une bonne fiche : idées-clés, schéma, questions d'auto-test, exemples, résumé final.</a:t>
            </a:r>
          </a:p>
          <a:p>
            <a:pPr>
              <a:defRPr sz="2000"/>
            </a:pPr>
            <a:r>
              <a:t>Prompt de synthèse = rôle + source + niveau + format + interdits.</a:t>
            </a:r>
          </a:p>
          <a:p>
            <a:pPr>
              <a:defRPr sz="2000"/>
            </a:pPr>
            <a:r>
              <a:t>Protocole AIDE : Analyser, Interroger, Double-vérifier, Exposer.</a:t>
            </a:r>
          </a:p>
          <a:p>
            <a:pPr>
              <a:defRPr sz="2000"/>
            </a:pPr>
            <a:r>
              <a:t>Une fiche n'est utile que si elle devient « la tienne » : réécris-la toi-même.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Summarising = reducing a text; synthesising = cross-checking several texts.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 good sheet: key ideas, diagram, self-test questions, examples, final summary.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Synthesis prompt = role + source + level + format + prohibitions.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AIDE protocol: Analyse, Interrogate, Double-check, Expose.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 sheet is useful only if it becomes "yours": rewrite it yourself.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04 — Résumer, synthétiser et créer des fiches de révision</a:t>
            </a:r>
          </a:p>
          <a:p>
            <a:r>
              <a:rPr sz="2000">
                <a:solidFill>
                  <a:srgbClr val="ECEFF1"/>
                </a:solidFill>
              </a:rPr>
              <a:t>Summarising, synthesising and making revision 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
Prochaine séance : à venir.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