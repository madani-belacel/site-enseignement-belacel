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09 — Organisation, gestion du temps et projets universitaires</a:t>
            </a:r>
          </a:p>
          <a:p>
            <a:r>
              <a:rPr sz="2000">
                <a:solidFill>
                  <a:srgbClr val="ECEFF1"/>
                </a:solidFill>
              </a:rPr>
              <a:t>Organisation, time management and university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  <a:r>
              <a:t>  · 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Construire un planning de révisions sur 4 semaines avec l'IA.</a:t>
            </a:r>
          </a:p>
          <a:p>
            <a:pPr>
              <a:defRPr sz="2000"/>
            </a:pPr>
            <a:r>
              <a:t>Créer un tableau de suivi de 6 modules (cours, fiches, exposés, examens).</a:t>
            </a:r>
          </a:p>
          <a:p>
            <a:pPr>
              <a:defRPr sz="2000"/>
            </a:pPr>
            <a:r>
              <a:t>Utiliser Notion AI : résumer, planifier, transformer des notes en tâches.</a:t>
            </a:r>
          </a:p>
          <a:p>
            <a:pPr>
              <a:defRPr sz="2000"/>
            </a:pPr>
            <a:r>
              <a:t>Piloter un projet d'exposé en équipe avec Trello : listes, cartes, délais.</a:t>
            </a:r>
          </a:p>
          <a:p>
            <a:pPr>
              <a:defRPr sz="2000"/>
            </a:pPr>
            <a:r>
              <a:t>Appliquer la méthode des blocs (timeboxing) : 25 min de travail + 5 min de pause.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Build a 4-week revision schedule with AI.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Create a 6-module tracking board (lessons, sheets, talks, exams).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Use Notion AI: summarise, plan, turn notes into tasks.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Run a team presentation project with Trello: lists, cards, deadlines.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Apply timeboxing: 25 min work + 5 min break.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Déroulé pédagogique (1 h 30)</a:t>
            </a:r>
            <a:r>
              <a:t>  ·  Session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00–05 — Accroche : le couscous des 6 plats</a:t>
            </a:r>
          </a:p>
          <a:p>
            <a:pPr>
              <a:defRPr sz="2000"/>
            </a:pPr>
            <a:r>
              <a:t>05–25 — Explication : timeboxing + planning 4 semaines</a:t>
            </a:r>
          </a:p>
          <a:p>
            <a:pPr>
              <a:defRPr sz="2000"/>
            </a:pPr>
            <a:r>
              <a:t>25–50 — Démo : planning généré + tableau Notion</a:t>
            </a:r>
          </a:p>
          <a:p>
            <a:pPr>
              <a:defRPr sz="2000"/>
            </a:pPr>
            <a:r>
              <a:t>50–70 — Exercice guidé : ma semaine type</a:t>
            </a:r>
          </a:p>
          <a:p>
            <a:pPr>
              <a:defRPr sz="2000"/>
            </a:pPr>
            <a:r>
              <a:t>70–80 — Démo 2 : Trello pour l'exposé en équipe</a:t>
            </a:r>
          </a:p>
          <a:p>
            <a:pPr>
              <a:defRPr sz="2000"/>
            </a:pPr>
            <a:r>
              <a:t>80–90 — Synthèse, quiz et annonce de la séance 10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Hook: the 6-dish couscous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Explanation: timeboxing + 4-week plan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Demo: generated schedule + Notion board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Guided exercise: my typical week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 2: Trello for team presentations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Wrap-up, quiz and preview of session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Accroche (5 min)</a:t>
            </a:r>
            <a:r>
              <a:t>  · 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❓ Combien d'exposés avez-vous commencés la veille au soir ? Le problème n'est pas la paresse : c'est l'absence de tableau de bord.</a:t>
            </a:r>
          </a:p>
          <a:p>
            <a:pPr>
              <a:defRPr sz="2000"/>
            </a:pPr>
            <a:r>
              <a:t>🍳 🍳 S'organiser sans outil, c'est comme cuisiner un couscous de 6 plats en retenant tout dans sa tête : on oublie le sel, on brûle la viande. Avec un tableau de bord, chaque plat a sa minuterie.</a:t>
            </a:r>
          </a:p>
          <a:p>
            <a:pPr>
              <a:defRPr sz="2000"/>
            </a:pPr>
            <a:r>
              <a:t>💡 💡 L'IA n'ajoute pas des heures à votre journée : elle transforme vos notes en désordre en un plan clair, avec des rappels au bon moment.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💡 AI does not add hours to your day: it turns messy notes into a clear plan, with reminders at the right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timeboxing : votre journée en blocs de 25 minutes</a:t>
            </a:r>
            <a:r>
              <a:t>  ·  Timeboxing: your day in 25-minute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Le cerveau se fatigue comme un muscle : 25 minutes d'effort intense + 5 minutes de vraie pause (marcher, eau, pas d'écran) = 4 blocs productifs par heure et demie.</a:t>
            </a:r>
          </a:p>
          <a:p>
            <a:pPr>
              <a:defRPr sz="2000"/>
            </a:pPr>
            <a:r>
              <a:t>&lt;strong&gt;Semaine type :&lt;/strong&gt; créneaux fixes par module + 1 jour tampon pour les retards.</a:t>
            </a:r>
          </a:p>
          <a:p>
            <a:pPr>
              <a:defRPr sz="2000"/>
            </a:pPr>
            <a:r>
              <a:t>&lt;strong&gt;Règle d'or :&lt;/strong&gt; 1 grosse tâche (exposé, chapitre) par jour, jamais 3.</a:t>
            </a:r>
          </a:p>
          <a:p>
            <a:pPr>
              <a:defRPr sz="2000"/>
            </a:pPr>
            <a:r>
              <a:t>&lt;strong&gt;Tampon :&lt;/strong&gt; prévoir 20 % de vide : l'imprévu (panne, maladie) arrive toujours.</a:t>
            </a:r>
          </a:p>
          <a:p>
            <a:pPr>
              <a:defRPr sz="2000"/>
            </a:pPr>
            <a:r>
              <a:t>&lt;strong&gt;Sommeil non négociable :&lt;/strong&gt; aucun planning sérieux ne vole les heures de nuit.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The brain tires like a muscle: 25 minutes of intense effort + 5 minutes of real break (walk, water, no screen) = 4 productive blocks per hour and a half.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&lt;strong&gt;Typical week:&lt;/strong&gt; fixed slots per module + 1 buffer day for delays.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&lt;strong&gt;Golden rule:&lt;/strong&gt; 1 big task (talk, chapter) per day, never 3.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&lt;strong&gt;Buffer:&lt;/strong&gt; keep 20% empty: the unexpected (breakdown, illness) always comes.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planning 4 semaines : de la liste au calendrier daté</a:t>
            </a:r>
            <a:r>
              <a:t>  ·  The 4-week plan: from list to dated calendar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Donnez à l'IA vos contraintes (modules, dates, heures libres) et exigez un calendrier daté, pas des conseils vagues.</a:t>
            </a:r>
          </a:p>
          <a:p>
            <a:pPr>
              <a:defRPr sz="2000"/>
            </a:pPr>
            <a:r>
              <a:t>&lt;strong&gt;Prompt planning :&lt;/strong&gt; « 6 modules [lister], examens le [dates], libre [créneaux]. Fais un planning daté sur 4 semaines : révisions espacées J+3/J+7, 1 exposé/semaine, dimanche tampon. »</a:t>
            </a:r>
          </a:p>
          <a:p>
            <a:pPr>
              <a:defRPr sz="2000"/>
            </a:pPr>
            <a:r>
              <a:t>&lt;strong&gt;Exigez du daté :&lt;/strong&gt; « semaine 1 : lundi 14h psycho chapitre 2… » — sinon, redemandez.</a:t>
            </a:r>
          </a:p>
          <a:p>
            <a:pPr>
              <a:defRPr sz="2000"/>
            </a:pPr>
            <a:r>
              <a:t>&lt;strong&gt;Révision hebdo :&lt;/strong&gt; chaque dimanche, 20 min : cocher, reporter, régénérer la semaine.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Give AI your constraints (modules, dates, free hours) and demand a dated calendar, not vague advice.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&lt;strong&gt;Schedule prompt:&lt;/strong&gt; "6 modules [list], exams on [dates], free [slots]. Make a dated 4-week plan: spaced reviews D+3/D+7, 1 talk/week, buffer Sunday."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&lt;strong&gt;Demand dated:&lt;/strong&gt; "week 1: Monday 2pm psycho chapter 2…" — else, ask again.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&lt;strong&gt;Weekly review:&lt;/strong&gt; each Sunday, 20 min: tick, postpone, regenerate the week.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Notion AI : le deuxième cerveau de l'étudiant</a:t>
            </a:r>
            <a:r>
              <a:t>  ·  Notion AI: the student's second 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Notion = cahiers + tableaux + calendrier au même endroit, gratuit pour les étudiants. Son IA résume vos notes et les transforme en tâches.</a:t>
            </a:r>
          </a:p>
          <a:p>
            <a:pPr>
              <a:defRPr sz="2000"/>
            </a:pPr>
            <a:r>
              <a:t>&lt;strong&gt;Base Modules :&lt;/strong&gt; une base de données avec 6 lignes (modules) : progression %, prochaine échéance, fiche liée.</a:t>
            </a:r>
          </a:p>
          <a:p>
            <a:pPr>
              <a:defRPr sz="2000"/>
            </a:pPr>
            <a:r>
              <a:t>&lt;strong&gt;Ask AI :&lt;/strong&gt; « résume ces 3 pages de cours en 5 puces » / « transforme ces notes en liste de tâches datées ».</a:t>
            </a:r>
          </a:p>
          <a:p>
            <a:pPr>
              <a:defRPr sz="2000"/>
            </a:pPr>
            <a:r>
              <a:t>&lt;strong&gt;Modèles :&lt;/strong&gt; « fiche de séance », « plan d'exposé », « carnet d'erreurs » — créés une fois, réutilisés partout.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Notion = notebooks + boards + calendar in one place, free for students. Its AI summarises your notes and turns them into tasks.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&lt;strong&gt;Modules database:&lt;/strong&gt; one database with 6 rows (modules): progress %, next deadline, linked sheet.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&lt;strong&gt;Ask AI:&lt;/strong&gt; "summarise these 3 lesson pages in 5 bullets" / "turn these notes into a dated task list".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&lt;strong&gt;Templates:&lt;/strong&gt; "session sheet", "talk plan", "mistake notebook" — created once, reused everywhere.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Trello : piloter l'exposé en équipe sans dispute</a:t>
            </a:r>
            <a:r>
              <a:t>  ·  Trello: run team presentations without fights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Tout exposé en groupe échoue pour la même raison : « je croyais que c'était toi qui le faisais ». Trello rend visible qui fait quoi, pour quand.</a:t>
            </a:r>
          </a:p>
          <a:p>
            <a:pPr>
              <a:defRPr sz="2000"/>
            </a:pPr>
            <a:r>
              <a:t>&lt;strong&gt;3 listes :&lt;/strong&gt; À faire → En cours → Fait. Une carte = une micro-tâche (pas « l'exposé », mais « intro 8 lignes »).</a:t>
            </a:r>
          </a:p>
          <a:p>
            <a:pPr>
              <a:defRPr sz="2000"/>
            </a:pPr>
            <a:r>
              <a:t>&lt;strong&gt;Chaque carte :&lt;/strong&gt; 1 responsable, 1 date, 1 pièce jointe (fichier/lien).</a:t>
            </a:r>
          </a:p>
          <a:p>
            <a:pPr>
              <a:defRPr sz="2000"/>
            </a:pPr>
            <a:r>
              <a:t>&lt;strong&gt;Rituel :&lt;/strong&gt; 10 min debout chaque semaine : chaque membre déplace ses cartes et annonce la suite.</a:t>
            </a:r>
          </a:p>
          <a:p>
            <a:pPr>
              <a:defRPr sz="2000"/>
            </a:pPr>
            <a:r>
              <a:t>&lt;strong&gt;Prompt Gemini :&lt;/strong&gt; « Découpe cet exposé [sujet] en 12 micro-tâches avec durées pour 3 personnes en 2 semaines. »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Every group presentation fails for the same reason: "I thought you were doing it". Trello shows who does what, by when.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&lt;strong&gt;3 lists:&lt;/strong&gt; To-do → Doing → Done. One card = one micro-task (not "the talk", but "8-line intro").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&lt;strong&gt;Each card:&lt;/strong&gt; 1 owner, 1 date, 1 attachment (file/link).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&lt;strong&gt;Ritual:&lt;/strong&gt; 10 min standing weekly: each member moves cards and announces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en profiter au maximum</a:t>
            </a:r>
            <a:r>
              <a:t>  ·  How to get the most out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L'organisation est un système, pas un effort : un planning daté + un tableau suivi chaque dimanche + des micro-tâches visibles par tous.</a:t>
            </a:r>
          </a:p>
          <a:p>
            <a:pPr>
              <a:defRPr sz="2000"/>
            </a:pPr>
            <a:r>
              <a:t>&lt;strong&gt;✅ Tout est daté :&lt;/strong&gt; une tâche sans date est un vœu, pas un plan.</a:t>
            </a:r>
          </a:p>
          <a:p>
            <a:pPr>
              <a:defRPr sz="2000"/>
            </a:pPr>
            <a:r>
              <a:t>&lt;strong&gt;✅ Dimanche 20 min :&lt;/strong&gt; le rendez-vous hebdo qui sauve le semestre.</a:t>
            </a:r>
          </a:p>
          <a:p>
            <a:pPr>
              <a:defRPr sz="2000"/>
            </a:pPr>
            <a:r>
              <a:t>&lt;strong&gt;✅ 1 outil maître :&lt;/strong&gt; Notion OU papier + photo — jamais 4 applis en même temps.</a:t>
            </a:r>
          </a:p>
          <a:p>
            <a:pPr>
              <a:defRPr sz="2000"/>
            </a:pPr>
            <a:r>
              <a:t>&lt;strong&gt;✅ Pauses planifiées :&lt;/strong&gt; sport, famille, sommeil écrits dans le planning comme des cours.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Organisation is a system, not an effort: a dated schedule + a board reviewed each Sunday + micro-tasks visible to all.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Everything dated:&lt;/strong&gt; a task without a date is a wish, not a plan.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Sunday 20 min:&lt;/strong&gt; the weekly meeting saving the semester.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1 master tool:&lt;/strong&gt; Notion OR paper + photo — never 4 apps at once.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📺 À regarder pour comprendre</a:t>
            </a:r>
            <a:r>
              <a:t>  ·  Recommended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▶️ Notion pour étudiants : organiser cours et révisions (tutoriel) (fr)</a:t>
            </a:r>
          </a:p>
          <a:p>
            <a:pPr>
              <a:defRPr sz="2000"/>
            </a:pPr>
            <a:r>
              <a:t>▶️ كيف تخطط أسبوعك الدراسي؟ إدارة الوقت للطلبة (ar)</a:t>
            </a:r>
          </a:p>
          <a:p>
            <a:pPr>
              <a:defRPr sz="2000"/>
            </a:pPr>
            <a:r>
              <a:t>▶️ Trello en 10 minutes : piloter un projet en équipe (fr)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https://www.youtube.com/results?search_query=notion+etudiant+organiser+cours+tutoriel+francais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https://www.youtube.com/results?search_query=ادارة+الوقت+للطلبة+تنظيم+الدراسة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https://www.youtube.com/results?search_query=trello+tutoriel+francais+projet+equipe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✏️ Exercice guidé (15 min)</a:t>
            </a:r>
            <a:r>
              <a:t>  ·  Guided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Avec votre liste de modules : 1) générez votre semaine type (créneaux + pauses) ; 2) créez la base « Modules » (6 lignes : %, échéance, fiche) ; 3) découpez votre prochain exposé en 8 micro-tâches datées.</a:t>
            </a:r>
          </a:p>
          <a:p>
            <a:pPr>
              <a:defRPr sz="2000"/>
            </a:pPr>
            <a:r>
              <a:t>—</a:t>
            </a:r>
          </a:p>
          <a:p>
            <a:pPr>
              <a:defRPr sz="2000"/>
            </a:pPr>
            <a:r>
              <a:t>▶ Solution :</a:t>
            </a:r>
          </a:p>
          <a:p>
            <a:pPr>
              <a:defRPr sz="2000"/>
            </a:pPr>
            <a:r>
              <a:t>Réussi si : semaine datée affichée (cours, pauses, sommeil, sport), base 6 lignes remplie, 8 micro-tâches avec responsables et dates, et le voisin comprend tout en 30 secondes sans explication.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With your module list: 1) generate your typical week (slots + breaks); 2) create the "Modules" base (6 rows: %, deadline, sheet); 3) split your next talk into 8 dated micro-tasks.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Success if: dated week displayed (lessons, breaks, sleep, sport), 6-row base filled, 8 micro-tasks with owners and dates, and the neighbour grasps everything in 30 seconds unexplained.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Fiche de synthèse — points clés</a:t>
            </a:r>
            <a:r>
              <a:t>  ·  Summary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25 + 5 : le bloc de base (effort + vraie pause sans écran).</a:t>
            </a:r>
          </a:p>
          <a:p>
            <a:pPr>
              <a:defRPr sz="2000"/>
            </a:pPr>
            <a:r>
              <a:t>1 grosse tâche par jour + 20 % de vide + dimanche tampon.</a:t>
            </a:r>
          </a:p>
          <a:p>
            <a:pPr>
              <a:defRPr sz="2000"/>
            </a:pPr>
            <a:r>
              <a:t>Planning daté sur 4 semaines, suivi 20 min chaque dimanche.</a:t>
            </a:r>
          </a:p>
          <a:p>
            <a:pPr>
              <a:defRPr sz="2000"/>
            </a:pPr>
            <a:r>
              <a:t>Notion : 1 base Modules + modèles + Ask AI.</a:t>
            </a:r>
          </a:p>
          <a:p>
            <a:pPr>
              <a:defRPr sz="2000"/>
            </a:pPr>
            <a:r>
              <a:t>Trello : 1 carte = 1 micro-tâche + 1 responsable + 1 date.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25 + 5: the basic block (effort + real screen-free break).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1 big task per day + 20% empty + buffer Sunday.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Dated 4-week schedule, 20-min tracking each Sunday.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Quiz éclair (3 questions)</a:t>
            </a:r>
            <a:r>
              <a:t>  ·  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Q1. Que vaut une tâche sans date ?</a:t>
            </a:r>
            <a:br/>
            <a:r>
              <a:t>   ✅ Un vœu, pas un plan</a:t>
            </a:r>
          </a:p>
          <a:p>
            <a:pPr>
              <a:defRPr sz="2000"/>
            </a:pPr>
            <a:r>
              <a:t>Q2. Que fait-on le dimanche en 20 min ?</a:t>
            </a:r>
            <a:br/>
            <a:r>
              <a:t>   ✅ Cocher, reporter avec nouvelle date, régénérer la semaine</a:t>
            </a:r>
          </a:p>
          <a:p>
            <a:pPr>
              <a:defRPr sz="2000"/>
            </a:pPr>
            <a:r>
              <a:t>Q3. Que contient une bonne carte Trello ?</a:t>
            </a:r>
            <a:br/>
            <a:r>
              <a:t>   ✅ 1 micro-tâche + 1 responsable + 1 date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What is a task without a date worth?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What do we do on Sunday in 20 min?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What does a good Trello card contain?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  <a:r>
              <a:t>  · 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25 + 5, 1 grosse tâche/jour, sommeil intouchable.</a:t>
            </a:r>
          </a:p>
          <a:p>
            <a:pPr>
              <a:defRPr sz="2000"/>
            </a:pPr>
            <a:r>
              <a:t>Planning daté 4 semaines + dimanche 20 min.</a:t>
            </a:r>
          </a:p>
          <a:p>
            <a:pPr>
              <a:defRPr sz="2000"/>
            </a:pPr>
            <a:r>
              <a:t>Notion : base Modules + modèles + Ask AI.</a:t>
            </a:r>
          </a:p>
          <a:p>
            <a:pPr>
              <a:defRPr sz="2000"/>
            </a:pPr>
            <a:r>
              <a:t>Trello : micro-tâche + responsable + date.</a:t>
            </a:r>
          </a:p>
          <a:p>
            <a:pPr>
              <a:defRPr sz="2000"/>
            </a:pPr>
            <a:r>
              <a:t>20 % de vide : le tampon absorbe l'imprévu.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25 + 5, 1 big task/day, untouchable sleep.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Dated 4-week plan + Sunday 20 min.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Notion: Modules base + templates + Ask AI.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Trello: micro-task + owner + date.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20% empty: the buffer absorbs surprises.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09 — Organisation, gestion du temps et projets universitaires</a:t>
            </a:r>
          </a:p>
          <a:p>
            <a:r>
              <a:rPr sz="2000">
                <a:solidFill>
                  <a:srgbClr val="ECEFF1"/>
                </a:solidFill>
              </a:rPr>
              <a:t>Organisation, time management and university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
Prochaine séance : à venir.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