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06 — Réviser efficacement et simuler des examens</a:t>
            </a:r>
          </a:p>
          <a:p>
            <a:r>
              <a:rPr sz="2000">
                <a:solidFill>
                  <a:srgbClr val="ECEFF1"/>
                </a:solidFill>
              </a:rPr>
              <a:t>Revise efficiently and simulate exams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séance</a:t>
            </a:r>
            <a:r>
              <a:t>  · 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Expliquer pourquoi relire ne suffit pas : rappel actif et répétition espacée.</a:t>
            </a:r>
          </a:p>
          <a:p>
            <a:pPr>
              <a:defRPr sz="2000"/>
            </a:pPr>
            <a:r>
              <a:t>Transformer une fiche de cours en 10 flashcards avec l'IA.</a:t>
            </a:r>
          </a:p>
          <a:p>
            <a:pPr>
              <a:defRPr sz="2000"/>
            </a:pPr>
            <a:r>
              <a:t>Générer un QCM corrigé à partir d'un chapitre et analyser ses erreurs.</a:t>
            </a:r>
          </a:p>
          <a:p>
            <a:pPr>
              <a:defRPr sz="2000"/>
            </a:pPr>
            <a:r>
              <a:t>Utiliser un tuteur socratique : l'IA pose des questions au lieu de donner les réponses.</a:t>
            </a:r>
          </a:p>
          <a:p>
            <a:pPr>
              <a:defRPr sz="2000"/>
            </a:pPr>
            <a:r>
              <a:t>Simuler un examen blanc chronométré à partir d'annales.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Explain why rereading is not enough: active recall and spaced repetition.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Turn a lesson sheet into 10 flashcards with AI.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Generate a corrected quiz from a chapter and analyse your mistakes.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Use a Socratic tutor: AI asks questions instead of giving answers.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Simulate a timed mock exam from past papers.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Déroulé pédagogique (1 h 30)</a:t>
            </a:r>
            <a:r>
              <a:t>  ·  Session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00–05 — Accroche : relire ne marche pas</a:t>
            </a:r>
          </a:p>
          <a:p>
            <a:pPr>
              <a:defRPr sz="2000"/>
            </a:pPr>
            <a:r>
              <a:t>05–25 — Explication : rappel actif + répétition espacée</a:t>
            </a:r>
          </a:p>
          <a:p>
            <a:pPr>
              <a:defRPr sz="2000"/>
            </a:pPr>
            <a:r>
              <a:t>25–50 — Démo : flashcards + QCM + tuteur socratique</a:t>
            </a:r>
          </a:p>
          <a:p>
            <a:pPr>
              <a:defRPr sz="2000"/>
            </a:pPr>
            <a:r>
              <a:t>50–70 — Exercice guidé : mon premier paquet de flashcards</a:t>
            </a:r>
          </a:p>
          <a:p>
            <a:pPr>
              <a:defRPr sz="2000"/>
            </a:pPr>
            <a:r>
              <a:t>70–80 — Démo 2 : examen blanc chronométré</a:t>
            </a:r>
          </a:p>
          <a:p>
            <a:pPr>
              <a:defRPr sz="2000"/>
            </a:pPr>
            <a:r>
              <a:t>80–90 — Synthèse, quiz et annonce de la séance 7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Hook: rereading does not work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Explanation: active recall + spaced repetition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Demo: flashcards + quiz + Socratic tutor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Guided exercise: my first flashcard deck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Demo 2: timed mock exam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Wrap-up, quiz and preview of session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🎬 Accroche (5 min)</a:t>
            </a:r>
            <a:r>
              <a:t>  · 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❓ Qui a déjà relu 10 fois un cours… pour tout oublier le jour de l'examen ? Le problème n'est pas votre mémoire : c'est la méthode.</a:t>
            </a:r>
          </a:p>
          <a:p>
            <a:pPr>
              <a:defRPr sz="2000"/>
            </a:pPr>
            <a:r>
              <a:t>🍳 🍳 Relire son cours, c'est comme regarder quelqu'un faire du sport en espérant devenir musclé. Réviser avec rappel actif, c'est soulever soi-même les haltères : c'est l'effort de se souvenir qui muscle la mémoire.</a:t>
            </a:r>
          </a:p>
          <a:p>
            <a:pPr>
              <a:defRPr sz="2000"/>
            </a:pPr>
            <a:r>
              <a:t>💡 💡 L'IA devient votre coach de révision : elle vous interroge, corrige et reprogramme — mais c'est votre cerveau qui fait le travail.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💡 AI becomes your revision coach: it questions you, corrects and reschedules — but your brain does the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relire ne suffit pas : les 3 idées qui changent tout</a:t>
            </a:r>
            <a:r>
              <a:t>  ·  Why rereading is not enough: 3 game-changing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La recherche en psychologie cognitive est claire : les étudiants qui se testent retiennent 2 fois plus que ceux qui relisent. L'IA est parfaite pour fabriquer ces tests — à condition de comprendre la méthode.</a:t>
            </a:r>
          </a:p>
          <a:p>
            <a:pPr>
              <a:defRPr sz="2000"/>
            </a:pPr>
            <a:r>
              <a:t>&lt;strong&gt;1. Rappel actif :&lt;/strong&gt; fermer le cours et essayer de redire l'essentiel. L'effort de recherche en mémoire crée la trace.</a:t>
            </a:r>
          </a:p>
          <a:p>
            <a:pPr>
              <a:defRPr sz="2000"/>
            </a:pPr>
            <a:r>
              <a:t>&lt;strong&gt;2. Répétition espacée :&lt;/strong&gt; revoir à J+1, J+3, J+7, J+14 — pas 5 fois la veille.</a:t>
            </a:r>
          </a:p>
          <a:p>
            <a:pPr>
              <a:defRPr sz="2000"/>
            </a:pPr>
            <a:r>
              <a:t>&lt;strong&gt;3. Mélange (interleaving) :&lt;/strong&gt; alterner les chapitres au lieu de finir l'un avant l'autre.</a:t>
            </a:r>
          </a:p>
          <a:p>
            <a:pPr>
              <a:defRPr sz="2000"/>
            </a:pPr>
            <a:r>
              <a:t>&lt;strong&gt;Le sommeil :&lt;/strong&gt; c'est la nuit que le cerveau consolide. Réviser tard sans dormir est contre-productif.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Cognitive psychology research is clear: students who test themselves remember twice as much as those who reread. AI is perfect for making these tests — provided you understand the method.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&lt;strong&gt;1. Active recall:&lt;/strong&gt; close the lesson and try to restate the essentials. The effort of searching memory creates the trace.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&lt;strong&gt;2. Spaced repetition:&lt;/strong&gt; review at D+1, D+3, D+7, D+14 — not 5 times the day before.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&lt;strong&gt;3. Interleaving:&lt;/strong&gt; alternate chapters instead of finishing one before the other.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flashcards : 10 cartes qui valent 10 relectures</a:t>
            </a:r>
            <a:r>
              <a:t>  ·  Flashcards: 10 cards worth 10 rereads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Une flashcard = une question d'un côté, la réponse de l'autre. On se teste, on trie (su / pas su), on revoit seulement les ratées. L'IA génère le paquet en 1 minute depuis votre fiche.</a:t>
            </a:r>
          </a:p>
          <a:p>
            <a:pPr>
              <a:defRPr sz="2000"/>
            </a:pPr>
            <a:r>
              <a:t>&lt;strong&gt;Prompt modèle :&lt;/strong&gt; « Voici ma fiche [coller]. Crée 10 flashcards : une question courte + réponse en 1 phrase. Numérote-les. »</a:t>
            </a:r>
          </a:p>
          <a:p>
            <a:pPr>
              <a:defRPr sz="2000"/>
            </a:pPr>
            <a:r>
              <a:t>&lt;strong&gt;Règle d'or :&lt;/strong&gt; 1 carte = 1 fait. Si la réponse fait 5 lignes, découpez en 3 cartes.</a:t>
            </a:r>
          </a:p>
          <a:p>
            <a:pPr>
              <a:defRPr sz="2000"/>
            </a:pPr>
            <a:r>
              <a:t>&lt;strong&gt;Outils gratuits :&lt;/strong&gt; Anki (répétition espacée automatique), Quizlet, ou simple papier.</a:t>
            </a:r>
          </a:p>
          <a:p>
            <a:pPr>
              <a:defRPr sz="2000"/>
            </a:pPr>
            <a:r>
              <a:t>&lt;strong&gt;En arabe aussi :&lt;/strong&gt; l'IA génère les cartes dans la langue de votre fiche.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 flashcard = a question on one side, the answer on the other. You test yourself, sort (known / failed), and review only the failed ones. AI generates the deck in 1 minute from your sheet.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&lt;strong&gt;Model prompt:&lt;/strong&gt; "Here is my sheet [paste]. Create 10 flashcards: one short question + 1-sentence answer. Number them."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&lt;strong&gt;Golden rule:&lt;/strong&gt; 1 card = 1 fact. If the answer is 5 lines, split into 3 cards.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&lt;strong&gt;Free tools:&lt;/strong&gt; Anki (automatic spaced repetition), Quizlet, or plain paper.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corrigés et annales : s'entraîner comme le jour J</a:t>
            </a:r>
            <a:r>
              <a:t>  ·  Corrected quizzes and past papers: train like exam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Demandez à l'IA un QCM avec correction expliquée, puis faites-le SANS regarder le cours, chronomètre en main. L'analyse des erreurs vaut plus que le score.</a:t>
            </a:r>
          </a:p>
          <a:p>
            <a:pPr>
              <a:defRPr sz="2000"/>
            </a:pPr>
            <a:r>
              <a:t>&lt;strong&gt;Prompt QCM :&lt;/strong&gt; « Chapitre [coller]. 10 QCM à 4 choix, 1 seule bonne réponse, puis correction avec la phrase du cours qui justifie. »</a:t>
            </a:r>
          </a:p>
          <a:p>
            <a:pPr>
              <a:defRPr sz="2000"/>
            </a:pPr>
            <a:r>
              <a:t>&lt;strong&gt;Prompt annale :&lt;/strong&gt; « Voici le sujet 2024 [coller]. Propose un sujet 2025 du même style + barème sur 20. »</a:t>
            </a:r>
          </a:p>
          <a:p>
            <a:pPr>
              <a:defRPr sz="2000"/>
            </a:pPr>
            <a:r>
              <a:t>&lt;strong&gt;Rituel d'analyse :&lt;/strong&gt; pour chaque erreur, écrire la bonne règle en 1 phrase dans un carnet.</a:t>
            </a:r>
          </a:p>
          <a:p>
            <a:pPr>
              <a:defRPr sz="2000"/>
            </a:pPr>
            <a:r>
              <a:t>&lt;strong&gt;Piège :&lt;/strong&gt; refaire le même QCM de mémoire donne une fausse confiance — demandez une version mélangée.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Ask AI for a quiz with explained answers, then take it WITHOUT looking at the lesson, timer on. Analysing mistakes is worth more than the score.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&lt;strong&gt;Quiz prompt:&lt;/strong&gt; "Chapter [paste]. 10 MCQs with 4 options, 1 correct answer, then correction with the lesson sentence that justifies it."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&lt;strong&gt;Past-paper prompt:&lt;/strong&gt; "Here is the 2024 paper [paste]. Propose a 2025 paper in the same style + marking out of 20."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&lt;strong&gt;Analysis ritual:&lt;/strong&gt; for each mistake, write the correct rule in 1 sentence in a notebook.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tuteur socratique : une IA qui vous interroge</a:t>
            </a:r>
            <a:r>
              <a:t>  ·  The Socratic tutor: an AI that questions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Au lieu de demander la réponse, demandez des questions : l'IA devient un professeur particulier infatigable qui ne donne la solution qu'après vos essais.</a:t>
            </a:r>
          </a:p>
          <a:p>
            <a:pPr>
              <a:defRPr sz="2000"/>
            </a:pPr>
            <a:r>
              <a:t>&lt;strong&gt;Prompt tuteur :&lt;/strong&gt; « Tu es mon tuteur de [module]. Pose-moi une question à la fois sur [chapitre]. Si je me trompe, donne un indice, pas la réponse. 10 questions. »</a:t>
            </a:r>
          </a:p>
          <a:p>
            <a:pPr>
              <a:defRPr sz="2000"/>
            </a:pPr>
            <a:r>
              <a:t>&lt;strong&gt;Variante exposé :&lt;/strong&gt; « Joue le jury : pose-moi 5 questions pièges sur mon sujet. »</a:t>
            </a:r>
          </a:p>
          <a:p>
            <a:pPr>
              <a:defRPr sz="2000"/>
            </a:pPr>
            <a:r>
              <a:t>&lt;strong&gt;Variante langue :&lt;/strong&gt; « Corrige mon anglais phrase par phrase et explique chaque faute. »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Instead of asking for the answer, ask for questions: AI becomes an tireless private tutor who only gives the solution after your attempts.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&lt;strong&gt;Tutor prompt:&lt;/strong&gt; "You are my [module] tutor. Ask me one question at a time about [chapter]. If I am wrong, give a hint, not the answer. 10 questions."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&lt;strong&gt;Presentation variant:&lt;/strong&gt; "Play the jury: ask me 5 tricky questions about my topic."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&lt;strong&gt;Language variant:&lt;/strong&gt; "Correct my English sentence by sentence and explain each mistake."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 en profiter au maximum</a:t>
            </a:r>
            <a:r>
              <a:t>  ·  How to get the most out of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Le cycle gagnant : générer → se tester SANS le cours → corriger → noter les erreurs → reprogrammer la révision des ratées à J+3.</a:t>
            </a:r>
          </a:p>
          <a:p>
            <a:pPr>
              <a:defRPr sz="2000"/>
            </a:pPr>
            <a:r>
              <a:t>&lt;strong&gt;✅ Mélangez :&lt;/strong&gt; flashcards + QCM + tuteur, jamais un seul format.</a:t>
            </a:r>
          </a:p>
          <a:p>
            <a:pPr>
              <a:defRPr sz="2000"/>
            </a:pPr>
            <a:r>
              <a:t>&lt;strong&gt;✅ Chronométrez :&lt;/strong&gt; toujours avec le temps de l'examen réel.</a:t>
            </a:r>
          </a:p>
          <a:p>
            <a:pPr>
              <a:defRPr sz="2000"/>
            </a:pPr>
            <a:r>
              <a:t>&lt;strong&gt;✅ Carnet d'erreurs :&lt;/strong&gt; 1 phrase par erreur, relu la veille.</a:t>
            </a:r>
          </a:p>
          <a:p>
            <a:pPr>
              <a:defRPr sz="2000"/>
            </a:pPr>
            <a:r>
              <a:t>&lt;strong&gt;✅ Demandez des variantes :&lt;/strong&gt; « même chapitre, 10 questions différentes ».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The winning cycle: generate → test yourself WITHOUT the lesson → correct → note mistakes → reschedule failed items at D+3.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Mix:&lt;/strong&gt; flashcards + quiz + tutor, never a single format.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Time yourself:&lt;/strong&gt; always with real exam timing.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Mistake notebook:&lt;/strong&gt; 1 sentence per mistake, reread the day before.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📺 À regarder pour comprendre</a:t>
            </a:r>
            <a:r>
              <a:t>  ·  Recommended videos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▶️ Réviser avec les flashcards et Anki (tutoriel) (fr)</a:t>
            </a:r>
          </a:p>
          <a:p>
            <a:pPr>
              <a:defRPr sz="2000"/>
            </a:pPr>
            <a:r>
              <a:t>▶️ كيف تراجع بذكاء؟ الاستدعاء النشط والتكرار المتباعد (ar)</a:t>
            </a:r>
          </a:p>
          <a:p>
            <a:pPr>
              <a:defRPr sz="2000"/>
            </a:pPr>
            <a:r>
              <a:t>▶️ Générer des QCM avec ChatGPT pour réviser (fr)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https://www.youtube.com/results?search_query=anki+flashcards+tutoriel+francais+revision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https://www.youtube.com/results?search_query=active+recall+spaced+repetition+study+technique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https://www.youtube.com/results?search_query=generer+QCM+chatgpt+reviser+examen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✏️ Exercice guidé (15 min)</a:t>
            </a:r>
            <a:r>
              <a:t>  ·  Guided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Avec votre fiche de cours : 1) générez 10 flashcards avec le prompt modèle ; 2) testez votre voisin (il répond sans regarder) ; 3) notez les cartes ratées et reprogrammez-les à J+3.</a:t>
            </a:r>
          </a:p>
          <a:p>
            <a:pPr>
              <a:defRPr sz="2000"/>
            </a:pPr>
            <a:r>
              <a:t>—</a:t>
            </a:r>
          </a:p>
          <a:p>
            <a:pPr>
              <a:defRPr sz="2000"/>
            </a:pPr>
            <a:r>
              <a:t>▶ Solution :</a:t>
            </a:r>
          </a:p>
          <a:p>
            <a:pPr>
              <a:defRPr sz="2000"/>
            </a:pPr>
            <a:r>
              <a:t>Exemple de paquet réussi : 10 cartes numérotées, questions courtes (« Quelle est la règle d'accord du participe avec avoir ? »), réponses d'1 phrase, 2 cartes jugées trop longues découpées en 4, planning noté : revoir les 3 ratées à J+3.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With your lesson sheet: 1) generate 10 flashcards with the model prompt; 2) test your neighbour (they answer without looking); 3) note failed cards and reschedule them at D+3.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Example of a good deck: 10 numbered cards, short questions ("What is the past participle agreement rule with avoir?"), 1-sentence answers, 2 overlong cards split into 4, schedule noted: review the 3 failed at D+3.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Fiche de synthèse — points clés</a:t>
            </a:r>
            <a:r>
              <a:t>  ·  Summary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Se tester bat relire : le rappel actif crée la mémoire.</a:t>
            </a:r>
          </a:p>
          <a:p>
            <a:pPr>
              <a:defRPr sz="2000"/>
            </a:pPr>
            <a:r>
              <a:t>Espacer : J+1, J+3, J+7, J+14 — jamais tout la veille.</a:t>
            </a:r>
          </a:p>
          <a:p>
            <a:pPr>
              <a:defRPr sz="2000"/>
            </a:pPr>
            <a:r>
              <a:t>1 flashcard = 1 question + 1 réponse courte.</a:t>
            </a:r>
          </a:p>
          <a:p>
            <a:pPr>
              <a:defRPr sz="2000"/>
            </a:pPr>
            <a:r>
              <a:t>QCM chronométré sans le cours + carnet d'erreurs (1 phrase par erreur).</a:t>
            </a:r>
          </a:p>
          <a:p>
            <a:pPr>
              <a:defRPr sz="2000"/>
            </a:pPr>
            <a:r>
              <a:t>Tuteur socratique : l'IA interroge, vous répondez, elle indice.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Testing beats rereading: active recall builds memory.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Space out: D+1, D+3, D+7, D+14 — never everything the day before.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1 flashcard = 1 question + 1 short answer.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Quiz éclair (3 questions)</a:t>
            </a:r>
            <a:r>
              <a:t>  ·  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Q1. Pourquoi relire 5 fois donne une fausse confiance ?</a:t>
            </a:r>
            <a:br/>
            <a:r>
              <a:t>   ✅ Parce que la familiarité ressemble au savoir sans être la mémoire</a:t>
            </a:r>
          </a:p>
          <a:p>
            <a:pPr>
              <a:defRPr sz="2000"/>
            </a:pPr>
            <a:r>
              <a:t>Q2. Quel est le bon planning de révision espacée ?</a:t>
            </a:r>
            <a:br/>
            <a:r>
              <a:t>   ✅ J+1, J+3, J+7, J+14</a:t>
            </a:r>
          </a:p>
          <a:p>
            <a:pPr>
              <a:defRPr sz="2000"/>
            </a:pPr>
            <a:r>
              <a:t>Q3. Que contient une bonne flashcard ?</a:t>
            </a:r>
            <a:br/>
            <a:r>
              <a:t>   ✅ 1 question + 1 réponse courte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Why does rereading 5 times give false confidence?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What is the right spaced revision schedule?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What does a good flashcard contain?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retenir</a:t>
            </a:r>
            <a:r>
              <a:t>  · 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Tester &gt; relire : le rappel actif construit la mémoire.</a:t>
            </a:r>
          </a:p>
          <a:p>
            <a:pPr>
              <a:defRPr sz="2000"/>
            </a:pPr>
            <a:r>
              <a:t>Espacer J+1, J+3, J+7, J+14 ; dormir consolide.</a:t>
            </a:r>
          </a:p>
          <a:p>
            <a:pPr>
              <a:defRPr sz="2000"/>
            </a:pPr>
            <a:r>
              <a:t>Flashcards : 1 carte = 1 question + 1 réponse courte.</a:t>
            </a:r>
          </a:p>
          <a:p>
            <a:pPr>
              <a:defRPr sz="2000"/>
            </a:pPr>
            <a:r>
              <a:t>QCM chronométré sans cours + carnet d'erreurs.</a:t>
            </a:r>
          </a:p>
          <a:p>
            <a:pPr>
              <a:defRPr sz="2000"/>
            </a:pPr>
            <a:r>
              <a:t>Tuteur socratique : jamais de réponse directe, toujours une question d'abord.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Testing &gt; rereading: active recall builds memory.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Space D+1, D+3, D+7, D+14; sleep consolidates.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Flashcards: 1 card = 1 question + 1 short answer.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Timed quiz without lesson + mistake notebook.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Socratic tutor: never a direct answer, always a question first.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06 — Réviser efficacement et simuler des examens</a:t>
            </a:r>
          </a:p>
          <a:p>
            <a:r>
              <a:rPr sz="2000">
                <a:solidFill>
                  <a:srgbClr val="ECEFF1"/>
                </a:solidFill>
              </a:rPr>
              <a:t>Revise efficiently and simulate exams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
Prochaine séance : à venir.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