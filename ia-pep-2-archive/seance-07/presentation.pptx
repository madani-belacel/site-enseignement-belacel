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07 — IA et programmation — mini-projet Python</a:t>
            </a:r>
          </a:p>
          <a:p>
            <a:r>
              <a:rPr sz="2000">
                <a:solidFill>
                  <a:srgbClr val="ECEFF1"/>
                </a:solidFill>
              </a:rPr>
              <a:t>AI and programming — Python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de la séance</a:t>
            </a:r>
            <a:r>
              <a:t>  · 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Expliquer un algorithme simple avec l'aide de l'IA, ligne par ligne.</a:t>
            </a:r>
          </a:p>
          <a:p>
            <a:pPr>
              <a:defRPr sz="2000"/>
            </a:pPr>
            <a:r>
              <a:t>Déboguer un script Python : lire l'erreur, demander un diagnostic, corriger.</a:t>
            </a:r>
          </a:p>
          <a:p>
            <a:pPr>
              <a:defRPr sz="2000"/>
            </a:pPr>
            <a:r>
              <a:t>Obtenir une clé API gratuite (Gemini) et l'utiliser sans la partager.</a:t>
            </a:r>
          </a:p>
          <a:p>
            <a:pPr>
              <a:defRPr sz="2000"/>
            </a:pPr>
            <a:r>
              <a:t>Exécuter le script assistant_chat.py et dialoguer avec sa propre IA.</a:t>
            </a:r>
          </a:p>
          <a:p>
            <a:pPr>
              <a:defRPr sz="2000"/>
            </a:pPr>
            <a:r>
              <a:t>Modifier le script (mémoire de conversation) et expliquer chaque ajout.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 a simple algorithm with AI help, line by line.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Debug a Python script: read the error, ask for a diagnosis, fix.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Get a free API key (Gemini) and use it without sharing it.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Run the assistant_chat.py script and chat with your own AI.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Modify the script (conversation memory) and explain each addition.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Déroulé pédagogique (1 h 30)</a:t>
            </a:r>
            <a:r>
              <a:t>  ·  Session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00–05 — Accroche : le commis cuisinier</a:t>
            </a:r>
          </a:p>
          <a:p>
            <a:pPr>
              <a:defRPr sz="2000"/>
            </a:pPr>
            <a:r>
              <a:t>05–25 — Explication : comprendre et déboguer avec l'IA</a:t>
            </a:r>
          </a:p>
          <a:p>
            <a:pPr>
              <a:defRPr sz="2000"/>
            </a:pPr>
            <a:r>
              <a:t>25–50 — Démo : la clé API + le premier script</a:t>
            </a:r>
          </a:p>
          <a:p>
            <a:pPr>
              <a:defRPr sz="2000"/>
            </a:pPr>
            <a:r>
              <a:t>50–70 — Exercice guidé : ajoutez la mémoire</a:t>
            </a:r>
          </a:p>
          <a:p>
            <a:pPr>
              <a:defRPr sz="2000"/>
            </a:pPr>
            <a:r>
              <a:t>70–80 — Démo 2 : Cursor / Copilot en action</a:t>
            </a:r>
          </a:p>
          <a:p>
            <a:pPr>
              <a:defRPr sz="2000"/>
            </a:pPr>
            <a:r>
              <a:t>80–90 — Synthèse, quiz et annonce de la séance 8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Hook: the kitchen helper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Explanation: understand and debug with AI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Demo: the API key + the first script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Guided exercise: add the memory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Demo 2: Cursor / Copilot in action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Wrap-up, quiz and preview of session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Accroche (5 min)</a:t>
            </a:r>
            <a:r>
              <a:t>  · 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❓ Et si votre prochain exercice de programmation se corrigeait tout seul… en vous expliquant vos propres erreurs ? C'est exactement ce qu'on va construire aujourd'hui.</a:t>
            </a:r>
          </a:p>
          <a:p>
            <a:pPr>
              <a:defRPr sz="2000"/>
            </a:pPr>
            <a:r>
              <a:t>🍳 🍳 Programmer avec l'IA, c'est comme cuisiner avec un commis : c'est vous le chef (vous décidez du plat), le commis épluche et coupe (il écrit le code répétitif), mais vous goûtez chaque étape — sinon le plat est raté.</a:t>
            </a:r>
          </a:p>
          <a:p>
            <a:pPr>
              <a:defRPr sz="2000"/>
            </a:pPr>
            <a:r>
              <a:t>💡 💡 Une API, c'est un guichet : votre petit script Python y dépose une question, et le grand modèle d'IA y répond. Aujourd'hui, vous construisez le guichet.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💡 An API is a counter: your small Python script drops a question there, and the big AI model answers. Today, you build the counter.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Comprendre le code : l'IA comme professeur particulier</a:t>
            </a:r>
            <a:r>
              <a:t>  ·  Understand code: AI as a private teacher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Ne demandez jamais « fais mon TP » : demandez « explique-moi ». Un étudiant qui comprend 10 programmes expliqués progresse ; celui qui rend 10 programmes générés stagne.</a:t>
            </a:r>
          </a:p>
          <a:p>
            <a:pPr>
              <a:defRPr sz="2000"/>
            </a:pPr>
            <a:r>
              <a:t>&lt;strong&gt;Prompt explication :&lt;/strong&gt; « Explique ce code ligne par ligne, comme à un débutant : [coller le code]. »</a:t>
            </a:r>
          </a:p>
          <a:p>
            <a:pPr>
              <a:defRPr sz="2000"/>
            </a:pPr>
            <a:r>
              <a:t>&lt;strong&gt;Prompt algorithme :&lt;/strong&gt; « Explique la recherche du maximum dans une liste avec un exemple chiffré pas à pas. »</a:t>
            </a:r>
          </a:p>
          <a:p>
            <a:pPr>
              <a:defRPr sz="2000"/>
            </a:pPr>
            <a:r>
              <a:t>&lt;strong&gt;Prompt comparaison :&lt;/strong&gt; « Quelle est la différence entre une boucle for et while ? Un exemple chacun. »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Never ask "do my assignment": ask "explain to me". A student who understands 10 explained programs progresses; one who submits 10 generated programs stagnates.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&lt;strong&gt;Explanation prompt:&lt;/strong&gt; "Explain this code line by line, like to a beginner: [paste code]."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&lt;strong&gt;Algorithm prompt:&lt;/strong&gt; "Explain finding the maximum in a list with a step-by-step number example."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&lt;strong&gt;Comparison prompt:&lt;/strong&gt; "What is the difference between for and while loops? One example each."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Déboguer : lire l'erreur avant de la réparer</a:t>
            </a:r>
            <a:r>
              <a:t>  ·  Debug: read the error before fixing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 message d'erreur n'est pas une insulte : c'est une adresse (le numéro de ligne) et un diagnostic (le type d'erreur). Montrez les deux à l'IA, et demandez d'abord le POURQUOI.</a:t>
            </a:r>
          </a:p>
          <a:p>
            <a:pPr>
              <a:defRPr sz="2000"/>
            </a:pPr>
            <a:r>
              <a:t>&lt;strong&gt;Méthode en 3 temps :&lt;/strong&gt; 1) lire la dernière ligne de l'erreur ; 2) demander « pourquoi cette erreur ? » ; 3) seulement ensuite « comment corriger ? ».</a:t>
            </a:r>
          </a:p>
          <a:p>
            <a:pPr>
              <a:defRPr sz="2000"/>
            </a:pPr>
            <a:r>
              <a:t>&lt;strong&gt;Prompt modèle :&lt;/strong&gt; « Voici mon code [coller] et l'erreur [coller]. Explique la cause en 2 phrases, puis propose UNE correction. »</a:t>
            </a:r>
          </a:p>
          <a:p>
            <a:pPr>
              <a:defRPr sz="2000"/>
            </a:pPr>
            <a:r>
              <a:t>&lt;strong&gt;Erreurs classiques PEP :&lt;/strong&gt; indentation, deux-points oubliés, variable non définie, mélange de types.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An error message is not an insult: it is an address (the line number) and a diagnosis (the error type). Show both to AI, and ask for the WHY first.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&lt;strong&gt;3-step method:&lt;/strong&gt; 1) read the last line of the error; 2) ask "why this error?"; 3) only then "how to fix?"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&lt;strong&gt;Model prompt:&lt;/strong&gt; "Here is my code [paste] and the error [paste]. Explain the cause in 2 sentences, then suggest ONE fix."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&lt;strong&gt;Classic PEP mistakes:&lt;/strong&gt; indentation, missing colons, undefined variable, mixed types.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mini-projet : votre assistant qui appelle Gemini</a:t>
            </a:r>
            <a:r>
              <a:t>  ·  The mini-project: your assistant calling Gemini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Une API (interface de programmation) est un guichet : votre script envoie du texte, le modèle géant répond. Avec une clé gratuite, 15 lignes de Python suffisent pour avoir VOTRE chatbot.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An API (programming interface) is a counter: your script sends text, the giant model answers. With a free key, 15 lines of Python are enough for YOUR chatbot.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Aller plus loin : Copilot, Cursor et la mémoire</a:t>
            </a:r>
            <a:r>
              <a:t>  ·  Go further: Copilot, Cursor and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Deuxième étage de la fusée : les assistants intégrés à l'éditeur (complétion pendant la frappe) et l'historique (le chatbot qui se souvient).</a:t>
            </a:r>
          </a:p>
          <a:p>
            <a:pPr>
              <a:defRPr sz="2000"/>
            </a:pPr>
            <a:r>
              <a:t>&lt;strong&gt;Cursor / Copilot :&lt;/strong&gt; écrivez un commentaire « # fonction qui calcule la moyenne », laissez l'outil proposer le code, LISEZ-LE avant d'accepter.</a:t>
            </a:r>
          </a:p>
          <a:p>
            <a:pPr>
              <a:defRPr sz="2000"/>
            </a:pPr>
            <a:r>
              <a:t>&lt;strong&gt;Mémoire :&lt;/strong&gt; la version assistant_memoire.py garde les 6 derniers échanges : testez « et en arabe ? » après une question.</a:t>
            </a:r>
          </a:p>
          <a:p>
            <a:pPr>
              <a:defRPr sz="2000"/>
            </a:pPr>
            <a:r>
              <a:t>&lt;strong&gt;Limite :&lt;/strong&gt; l'assistant écrit vite mais ne comprend pas votre TP — seul votre test (exécution + cas limites) valide.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Second stage of the rocket: assistants built into the editor (completion while typing) and history (the chatbot that remembers).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&lt;strong&gt;Cursor / Copilot:&lt;/strong&gt; write a comment "# function computing the average", let the tool suggest code, READ it before accepting.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&lt;strong&gt;Memory:&lt;/strong&gt; the assistant_memoire.py version keeps the last 6 exchanges: try "and in Arabic?" after a question.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&lt;strong&gt;Limit:&lt;/strong&gt; the assistant writes fast but does not understand your assignment — only your test (run + edge cases) validates.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Comment en profiter au maximum</a:t>
            </a:r>
            <a:r>
              <a:t>  ·  How to get the most out of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Le programmeur augmenté : l'IA propose, vous disposez. Chaque ligne générée est relue, exécutée et testée — c'est ce qui distingue l'étudiant de l'opérateur de copier-coller.</a:t>
            </a:r>
          </a:p>
          <a:p>
            <a:pPr>
              <a:defRPr sz="2000"/>
            </a:pPr>
            <a:r>
              <a:t>&lt;strong&gt;✅ Explique-moi d'abord :&lt;/strong&gt; toujours comprendre avant de rendre.</a:t>
            </a:r>
          </a:p>
          <a:p>
            <a:pPr>
              <a:defRPr sz="2000"/>
            </a:pPr>
            <a:r>
              <a:t>&lt;strong&gt;✅ Une erreur = une leçon :&lt;/strong&gt; noter la cause dans un carnet de bugs.</a:t>
            </a:r>
          </a:p>
          <a:p>
            <a:pPr>
              <a:defRPr sz="2000"/>
            </a:pPr>
            <a:r>
              <a:t>&lt;strong&gt;✅ Versionnez :&lt;/strong&gt; garder assistant_chat.py puis assistant_memoire.py (voir la progression).</a:t>
            </a:r>
          </a:p>
          <a:p>
            <a:pPr>
              <a:defRPr sz="2000"/>
            </a:pPr>
            <a:r>
              <a:t>&lt;strong&gt;✅ Testez les limites :&lt;/strong&gt; question vide, très longue, en arabe dialectal — que se passe-t-il ?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The augmented programmer: AI proposes, you decide. Every generated line is reread, run and tested — that is what distinguishes a student from a copy-paste operator.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Explain-first:&lt;/strong&gt; always understand before submitting.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One error = one lesson:&lt;/strong&gt; note the cause in a bug notebook.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&lt;strong&gt;✅ Version:&lt;/strong&gt; keep assistant_chat.py then assistant_memoire.py (see progress).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📺 À regarder pour comprendre</a:t>
            </a:r>
            <a:r>
              <a:t>  ·  Recommended videos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▶️ Playlist IA de Mohammad Dawoud (introduction, ML, réseaux de neurones) (ar)</a:t>
            </a:r>
          </a:p>
          <a:p>
            <a:pPr>
              <a:defRPr sz="2000"/>
            </a:pPr>
            <a:r>
              <a:t>▶️ But what is a neural network? (3Blue1Brown) (en)</a:t>
            </a:r>
          </a:p>
          <a:p>
            <a:pPr>
              <a:defRPr sz="2000"/>
            </a:pPr>
            <a:r>
              <a:t>▶️ Apprendre Python + utiliser l'API Gemini (tutoriel) (fr)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https://www.youtube.com/watch?v=H5WUwwivEaI&amp;list=PLbR_CTcUs1088jfqbbO5AqwODO9MgYA85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https://www.youtube.com/watch?v=aircAruvnKk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https://www.youtube.com/results?search_query=gemini+api+python+tutorial+debutant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✏️ Exercice guidé (15 min)</a:t>
            </a:r>
            <a:r>
              <a:t>  ·  Guided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1) Exécutez assistant_chat.py et posez 3 questions de cours. 2) Créez assistant_memoire.py (ajout de l'historique). 3) Testez la mémoire : question puis « résume ta réponse précédente en 1 phrase ».</a:t>
            </a:r>
          </a:p>
          <a:p>
            <a:pPr>
              <a:defRPr sz="2000"/>
            </a:pPr>
            <a:r>
              <a:t>—</a:t>
            </a:r>
          </a:p>
          <a:p>
            <a:pPr>
              <a:defRPr sz="2000"/>
            </a:pPr>
            <a:r>
              <a:t>▶ Solution :</a:t>
            </a:r>
          </a:p>
          <a:p>
            <a:pPr>
              <a:defRPr sz="2000"/>
            </a:pPr>
            <a:r>
              <a:t>Version 1 répond à chaque question isolément (oublie le contexte). Version 2 avec historique répond correctement aux suites (« et en arabe ? », « résume »). Si erreur d'API : vérifier la clé, le Wi-Fi et le nom du modèle (gemini-2.0-flash).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1) Run assistant_chat.py and ask 3 lesson questions. 2) Create assistant_memoire.py (add history). 3) Test memory: ask then "summarise your previous answer in 1 sentence".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Version 1 answers each question in isolation (forgets context). Version 2 with history correctly answers follow-ups ("and in Arabic?", "summarise"). On API error: check the key, Wi-Fi and model name (gemini-2.0-flash).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Fiche de synthèse — points clés</a:t>
            </a:r>
            <a:r>
              <a:t>  ·  Summary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Explique-moi &gt; fais-moi : comprendre avant de rendre.</a:t>
            </a:r>
          </a:p>
          <a:p>
            <a:pPr>
              <a:defRPr sz="2000"/>
            </a:pPr>
            <a:r>
              <a:t>Débogage : lire l'erreur, demander le POURQUOI, puis corriger.</a:t>
            </a:r>
          </a:p>
          <a:p>
            <a:pPr>
              <a:defRPr sz="2000"/>
            </a:pPr>
            <a:r>
              <a:t>API = guichet : clé gratuite sur ai.google.dev, jamais partagée.</a:t>
            </a:r>
          </a:p>
          <a:p>
            <a:pPr>
              <a:defRPr sz="2000"/>
            </a:pPr>
            <a:r>
              <a:t>15 lignes suffisent : assistant_chat.py dialogue avec Gemini.</a:t>
            </a:r>
          </a:p>
          <a:p>
            <a:pPr>
              <a:defRPr sz="2000"/>
            </a:pPr>
            <a:r>
              <a:t>Mémoire = renvoyer les 6 derniers échanges au modèle.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Explain-to-me &gt; do-for-me: understand before submitting.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Debugging: read the error, ask WHY, then fix.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API = counter: free key on ai.google.dev, never shared.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🧠 Quiz éclair (3 questions)</a:t>
            </a:r>
            <a:r>
              <a:t>  ·  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Q1. Quel est le meilleur premier prompt face à un code incompris ?</a:t>
            </a:r>
            <a:br/>
            <a:r>
              <a:t>   ✅ « Explique ce code ligne par ligne, comme à un débutant »</a:t>
            </a:r>
          </a:p>
          <a:p>
            <a:pPr>
              <a:defRPr sz="2000"/>
            </a:pPr>
            <a:r>
              <a:t>Q2. Face à une erreur Python, quel est le bon ordre ?</a:t>
            </a:r>
            <a:br/>
            <a:r>
              <a:t>   ✅ Lire l'erreur → demander le POURQUOI → corriger → vérifier</a:t>
            </a:r>
          </a:p>
          <a:p>
            <a:pPr>
              <a:defRPr sz="2000"/>
            </a:pPr>
            <a:r>
              <a:t>Q3. Où obtenir une clé Gemini et comment la traiter ?</a:t>
            </a:r>
            <a:br/>
            <a:r>
              <a:t>   ✅ Sur ai.google.dev, comme un mot de passe jamais partagé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What is the best first prompt facing misunderstood code?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Facing a Python error, what is the right order?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Where to get a Gemini key and how to treat it?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À retenir</a:t>
            </a:r>
            <a:r>
              <a:t>  · 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Explique-moi &gt; fais-moi : la compréhension d'abord.</a:t>
            </a:r>
          </a:p>
          <a:p>
            <a:pPr>
              <a:defRPr sz="2000"/>
            </a:pPr>
            <a:r>
              <a:t>Déboguer : lire, POURQUOI, corriger, vérifier.</a:t>
            </a:r>
          </a:p>
          <a:p>
            <a:pPr>
              <a:defRPr sz="2000"/>
            </a:pPr>
            <a:r>
              <a:t>Clé sur ai.google.dev, jamais partagée, jamais sur GitHub.</a:t>
            </a:r>
          </a:p>
          <a:p>
            <a:pPr>
              <a:defRPr sz="2000"/>
            </a:pPr>
            <a:r>
              <a:t>assistant_chat.py : 15 lignes pour parler à Gemini.</a:t>
            </a:r>
          </a:p>
          <a:p>
            <a:pPr>
              <a:defRPr sz="2000"/>
            </a:pPr>
            <a:r>
              <a:t>La mémoire, c'est le script qui rappelle la conversation au modèle.</a:t>
            </a:r>
          </a:p>
          <a:p/>
          <a:p>
            <a:pPr>
              <a:defRPr sz="1300" i="1">
                <a:solidFill>
                  <a:srgbClr val="78899C"/>
                </a:solidFill>
              </a:defRPr>
            </a:pPr>
            <a:r>
              <a:t>English summary: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Explain-to-me &gt; do-for-me: understanding first.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Debug: read, WHY, fix, verify.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Key on ai.google.dev, never shared, never on GitHub.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assistant_chat.py: 15 lines to talk to Gemini.</a:t>
            </a:r>
          </a:p>
          <a:p>
            <a:pPr lvl="1">
              <a:defRPr sz="1300">
                <a:solidFill>
                  <a:srgbClr val="546E7A"/>
                </a:solidFill>
              </a:defRPr>
            </a:pPr>
            <a:r>
              <a:t>• Memory is the script reminding the model of the conversation.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Séance 07 — IA et programmation — mini-projet Python</a:t>
            </a:r>
          </a:p>
          <a:p>
            <a:r>
              <a:rPr sz="2000">
                <a:solidFill>
                  <a:srgbClr val="ECEFF1"/>
                </a:solidFill>
              </a:rPr>
              <a:t>AI and programming — Python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023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CEFF1"/>
                </a:solidFill>
              </a:rPr>
              <a:t>Module « Intelligence Artificielle » — 2ème année PEP · ENS
Dr. Madani BELACEL — Université de Mostaganem
Prochaine séance : à venir.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