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05 — Préparer un exposé de A à Z avec l'IA</a:t>
            </a:r>
          </a:p>
          <a:p>
            <a:r>
              <a:rPr sz="2000">
                <a:solidFill>
                  <a:srgbClr val="ECEFF1"/>
                </a:solidFill>
              </a:rPr>
              <a:t>Preparing a presentation from A to Z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  <a:r>
              <a:t>  · 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Découper un exposé en 6 étapes gérables.</a:t>
            </a:r>
          </a:p>
          <a:p>
            <a:pPr>
              <a:defRPr sz="2000"/>
            </a:pPr>
            <a:r>
              <a:t>Demander à l'IA un squelette de plan, puis le critiquer et le réorganiser.</a:t>
            </a:r>
          </a:p>
          <a:p>
            <a:pPr>
              <a:defRPr sz="2000"/>
            </a:pPr>
            <a:r>
              <a:t>Trouver des sources réelles (Perplexity, Google Scholar) et vérifiables.</a:t>
            </a:r>
          </a:p>
          <a:p>
            <a:pPr>
              <a:defRPr sz="2000"/>
            </a:pPr>
            <a:r>
              <a:t>Générer des slides avec un outil de présentation IA et imposer un style cohérent.</a:t>
            </a:r>
          </a:p>
          <a:p>
            <a:pPr>
              <a:defRPr sz="2000"/>
            </a:pPr>
            <a:r>
              <a:t>Rédiger un script oral, le minuter et se l'approprier par la répétition.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Break a presentation into 6 manageable steps.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Ask AI for an outline skeleton, then critique and reorganise it.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Find real, verifiable sources (Perplexity, Google Scholar).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Generate slides with an AI presentation tool and impose a consistent style.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Write an oral script, time it and own it through rehearsal.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Déroulé pédagogique (1 h 30)</a:t>
            </a:r>
            <a:r>
              <a:t>  ·  Session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00–10 — Accueil et méthode</a:t>
            </a:r>
          </a:p>
          <a:p>
            <a:pPr>
              <a:defRPr sz="2000"/>
            </a:pPr>
            <a:r>
              <a:t>10–30 — Partie 1 : Cadrage et plan</a:t>
            </a:r>
          </a:p>
          <a:p>
            <a:pPr>
              <a:defRPr sz="2000"/>
            </a:pPr>
            <a:r>
              <a:t>30–50 — Partie 2 : Sources et contenus</a:t>
            </a:r>
          </a:p>
          <a:p>
            <a:pPr>
              <a:defRPr sz="2000"/>
            </a:pPr>
            <a:r>
              <a:t>50–70 — Partie 3 : Slides avec Gamma / Canva</a:t>
            </a:r>
          </a:p>
          <a:p>
            <a:pPr>
              <a:defRPr sz="2000"/>
            </a:pPr>
            <a:r>
              <a:t>70–80 — Partie 4 : Script et répétition</a:t>
            </a:r>
          </a:p>
          <a:p>
            <a:pPr>
              <a:defRPr sz="2000"/>
            </a:pPr>
            <a:r>
              <a:t>80–90 — Synthèse et annonce de la séance 6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Welcome and method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Part 1: Framing and outline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Part 2: Sources and content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Part 3: Slides with Gamma / Canva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Part 4: Script and rehearsal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Wrap-up and preview of session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Accroche (5 min)</a:t>
            </a:r>
            <a:r>
              <a:t>  · 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❓ Un exposé généré en 2 minutes, prêt à présenter… ou un exposé construit en 6 étapes, prêt à convaincre ? Lequel restera dans les mémoires ?</a:t>
            </a:r>
          </a:p>
          <a:p>
            <a:pPr>
              <a:defRPr sz="2000"/>
            </a:pPr>
            <a:r>
              <a:t>🍳 🍳 Un exposé tout-généré, c'est un plat réchauffé : ça se mange, mais personne ne demande la recette. Un exposé construit, c'est un plat cuisiné : on sent la main du chef — votre message.</a:t>
            </a:r>
          </a:p>
          <a:p>
            <a:pPr>
              <a:defRPr sz="2000"/>
            </a:pPr>
            <a:r>
              <a:t>💡 💡 6 étapes : cadrer, plan, sources, slides, script, répéter — l'IA accélère le milieu, jamais le message ni la répétition.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💡 6 steps: frame, outline, sources, slides, script, rehearse — AI speeds the middle, never the message nor rehearsal.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méthode en 6 étapes — le squelette de l'exposé</a:t>
            </a:r>
            <a:r>
              <a:t>  ·  The 6-step method — the presentation skeleton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Un exposé ne se fait pas en une nuit, et ne se génère pas en un prompt. On le construit en étapes ; l'IA accélère les étapes 2, 3 et 4, mais jamais les étapes 1 et 6, qui sont les vôtres.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 presentation is not made in one night, and not generated in one prompt. You build it in steps; AI speeds up steps 2, 3 and 4, but never steps 1 and 6, which are yours.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plan : générer, critiquer, réorganiser</a:t>
            </a:r>
            <a:r>
              <a:t>  ·  The outline: generate, critique, reorganise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L'IA fournit une matière première : une liste d'idées classées. C'est vous qui décidez de l'ordre logique, de ce qui manque et de ce qui est superflu — selon le message que vous voulez porter.</a:t>
            </a:r>
          </a:p>
          <a:p>
            <a:pPr>
              <a:defRPr sz="2000"/>
            </a:pPr>
            <a:r>
              <a:t>&lt;strong&gt;Prompt squelette :&lt;/strong&gt; « Sujet : [X]. Public : [enseignants/étudiants]. Durée : 10 min. Propose un plan en 3 parties et 2 sections, avec un objectif par partie. »</a:t>
            </a:r>
          </a:p>
          <a:p>
            <a:pPr>
              <a:defRPr sz="2000"/>
            </a:pPr>
            <a:r>
              <a:t>&lt;strong&gt;Skeleton prompt:&lt;/strong&gt; "Topic: [X]. Audience: [teachers/students]. Duration: 10 min. Suggest an outline in 3 parts and 2 sections, with one goal per part."</a:t>
            </a:r>
          </a:p>
          <a:p>
            <a:pPr>
              <a:defRPr sz="2000"/>
            </a:pPr>
            <a:r>
              <a:t>&lt;strong&gt;تعليمة الهيكل:&lt;/strong&gt; « الموضوع: [X]. الجمهور: [أساتذة/طلبة]. المدة: 10 دقائق. اقترح خطة بثلاثة أجزاء وقسمين، بهدف لكل جزء »</a:t>
            </a:r>
          </a:p>
          <a:p>
            <a:pPr>
              <a:defRPr sz="2000"/>
            </a:pPr>
            <a:r>
              <a:t>&lt;strong&gt;Critique :&lt;/strong&gt; « où est la partie la plus faible ? Que manque-t-il pour un étudiant PEP 2A ? »</a:t>
            </a:r>
          </a:p>
          <a:p>
            <a:pPr>
              <a:defRPr sz="2000"/>
            </a:pPr>
            <a:r>
              <a:t>&lt;strong&gt;Critique:&lt;/strong&gt; "which part is the weakest? What is missing for a PEP 2A student?"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AI provides raw material: a list of sorted ideas. You decide the logical order, what is missing and what is superfluous — according to the message you want to carry.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&lt;strong&gt;Plan :&lt;/strong&gt; "Topic: [X]. Audience: [teachers/students]. Duration: 10 min. Suggest an outline in 3 parts and 2 sections, with one goal per part."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&lt;strong&gt;Critique:&lt;/strong&gt; "which part is the weakest? What is missing for a PEP 2A student?"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&lt;strong&gt;Timing:&lt;/strong&gt; "allocate a time to each part for 10 minutes".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et contenus : la feuille de notes</a:t>
            </a:r>
            <a:r>
              <a:t>  ·  Sources and content: the notes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Chaque partie de l'exposé s'appuie sur au moins une source réelle. Préparez une « feuille de notes » : une page par partie avec les idées, une question, les sources et un exemple.</a:t>
            </a:r>
          </a:p>
          <a:p>
            <a:pPr>
              <a:defRPr sz="2000"/>
            </a:pPr>
            <a:r>
              <a:t>&lt;strong&gt;Perplexity :&lt;/strong&gt; une synthèse sourcée par question (« quelles études 2021-2026 sur X ? »).</a:t>
            </a:r>
          </a:p>
          <a:p>
            <a:pPr>
              <a:defRPr sz="2000"/>
            </a:pPr>
            <a:r>
              <a:t>&lt;strong&gt;Google Scholar :&lt;/strong&gt; retrouver les articles cités et leurs dates.</a:t>
            </a:r>
          </a:p>
          <a:p>
            <a:pPr>
              <a:defRPr sz="2000"/>
            </a:pPr>
            <a:r>
              <a:t>&lt;strong&gt;Consensus :&lt;/strong&gt; question factuelle sur l'efficacité d'une méthode.</a:t>
            </a:r>
          </a:p>
          <a:p>
            <a:pPr>
              <a:defRPr sz="2000"/>
            </a:pPr>
            <a:r>
              <a:t>&lt;strong&gt;Cours et polycopiés :&lt;/strong&gt; la base que l'IA ne connaît pas — recouperz.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Each part of the presentation relies on at least one real source. Prepare a "notes sheet": one page per part with ideas, a question, the sources and an example.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&lt;strong&gt;Perplexity:&lt;/strong&gt; a sourced synthesis per question ("which 2021-2026 studies on X?").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&lt;strong&gt;Google Scholar:&lt;/strong&gt; find back the cited papers and their dates.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&lt;strong&gt;Consensus:&lt;/strong&gt; factual question about the effectiveness of a method.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Slides et script : moins de mots, plus de sens</a:t>
            </a:r>
            <a:r>
              <a:t>  ·  Slides and script: fewer words, more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Un diaporama n'est pas le support de lecture du public : c'est l'appui visuel de VOTRE parole. Une slide = une idée = peu de mots. Le détail est dans votre script oral.</a:t>
            </a:r>
          </a:p>
          <a:p>
            <a:pPr>
              <a:defRPr sz="2000"/>
            </a:pPr>
            <a:r>
              <a:t>&lt;strong&gt;Gamma :&lt;/strong&gt; saisir le plan + les notes → générer un projet → choisir un thème sobre → corriger.</a:t>
            </a:r>
          </a:p>
          <a:p>
            <a:pPr>
              <a:defRPr sz="2000"/>
            </a:pPr>
            <a:r>
              <a:t>&lt;strong&gt;Canva :&lt;/strong&gt; modèles et « Magic Design » pour les visuels ; attention à la lisibilité.</a:t>
            </a:r>
          </a:p>
          <a:p>
            <a:pPr>
              <a:defRPr sz="2000"/>
            </a:pPr>
            <a:r>
              <a:t>&lt;strong&gt;Nettoyage :&lt;/strong&gt; supprimer la moitié des mots générés ; &lt;strong&gt;1 idée par slide&lt;/strong&gt;, une image, un graphique si utile.</a:t>
            </a:r>
          </a:p>
          <a:p>
            <a:pPr>
              <a:defRPr sz="2000"/>
            </a:pPr>
            <a:r>
              <a:t>&lt;strong&gt;Script oral :&lt;/strong&gt; « transforme le contenu de cette slide en 45 secondes de parole naturelle » puis répétez.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 slideshow is not the audience's reading support: it is the visual support of YOUR speech. One slide = one idea = few words. The detail lives in your oral script.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&lt;strong&gt;Gamma:&lt;/strong&gt; enter the outline + notes → generate a draft → pick a sober theme → fix.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&lt;strong&gt;Canva:&lt;/strong&gt; templates and "Magic Design" for visuals; mind readability.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&lt;strong&gt;Cleanup:&lt;/strong&gt; delete half the generated words; &lt;strong&gt;1 idea per slide&lt;/strong&gt;, one image, a chart if useful.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répétition : le tuteur qui vous écoute</a:t>
            </a:r>
            <a:r>
              <a:t>  ·  Rehearsal: the tutor who listens to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Vous pouvez aussi demander à l'IA de jouer le public : répondre aux questions, pointer les passages confus, reformuler votre introduction.</a:t>
            </a:r>
          </a:p>
          <a:p>
            <a:pPr>
              <a:defRPr sz="2000"/>
            </a:pPr>
            <a:r>
              <a:t>&lt;strong&gt;Brouillon :&lt;/strong&gt; « Voici mon script [coller]. Joue le professeur qui pose des questions. »</a:t>
            </a:r>
          </a:p>
          <a:p>
            <a:pPr>
              <a:defRPr sz="2000"/>
            </a:pPr>
            <a:r>
              <a:t>&lt;strong&gt;Feedback :&lt;/strong&gt; « quelles phrases sont trop longues ? où ai-je oublié un exemple ? »</a:t>
            </a:r>
          </a:p>
          <a:p>
            <a:pPr>
              <a:defRPr sz="2000"/>
            </a:pPr>
            <a:r>
              <a:t>&lt;strong&gt;Répétition chronométrée :&lt;/strong&gt; lisez à voix haute, notez les 10 premières secondes — elles donnent le ton.</a:t>
            </a:r>
          </a:p>
          <a:p>
            <a:pPr>
              <a:defRPr sz="2000"/>
            </a:pPr>
            <a:r>
              <a:t>&lt;strong&gt;Mémorisation :&lt;/strong&gt; cachez le script, retrouvez chaque slide avec une phrase clé.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You can also ask AI to play the audience: answer questions, point out confusing passages, rephrase your introduction.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&lt;strong&gt;Draft:&lt;/strong&gt; "Here is my script [paste]. Play the teacher asking questions."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&lt;strong&gt;Feedback:&lt;/strong&gt; "which sentences are too long? where did I forget an example?"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&lt;strong&gt;Timed rehearsal:&lt;/strong&gt; read aloud, master the first 10 seconds — they set the tone.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en profiter au maximum</a:t>
            </a:r>
            <a:r>
              <a:t>  ·  How to get the most out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L'IA est excellente pour produire de la matière (squelettes, textes, slides) ; elle est mauvaise pour décider de votre message. Profitez-en en inversant la charge : c'est vous qui critiquez, l'IA qui régénère.</a:t>
            </a:r>
          </a:p>
          <a:p>
            <a:pPr>
              <a:defRPr sz="2000"/>
            </a:pPr>
            <a:r>
              <a:t>&lt;strong&gt;✅ Cachez le public :&lt;/strong&gt; « pour des professeurs de CP non informaticiens » évite le jargon.</a:t>
            </a:r>
          </a:p>
          <a:p>
            <a:pPr>
              <a:defRPr sz="2000"/>
            </a:pPr>
            <a:r>
              <a:t>&lt;strong&gt;✅ Nourrissez le modèle :&lt;/strong&gt; collez vos notes et vos sources ; donnez une slide d'exemple.</a:t>
            </a:r>
          </a:p>
          <a:p>
            <a:pPr>
              <a:defRPr sz="2000"/>
            </a:pPr>
            <a:r>
              <a:t>&lt;strong&gt;✅ Traitez le plan comme un post-it :&lt;/strong&gt; on le déplace, on l'abandonne, on en crée d'autres.</a:t>
            </a:r>
          </a:p>
          <a:p>
            <a:pPr>
              <a:defRPr sz="2000"/>
            </a:pPr>
            <a:r>
              <a:t>&lt;strong&gt;✅ Réutilisez vos présentations :&lt;/strong&gt; « résume ces 10 slides en une fiche de révision ».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AI is excellent at producing material (skeletons, texts, slides); it is bad at deciding your message. Profit from it by reversing the load: you critique, AI regenerates.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Define the audience:&lt;/strong&gt; "for non-IT Year-1 teachers" avoids jargon.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Feed the model:&lt;/strong&gt; paste your notes and sources; give a sample slide.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Treat the outline like a post-it:&lt;/strong&gt; move it, drop it, create new 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📺 À regarder pour comprendre</a:t>
            </a:r>
            <a:r>
              <a:t>  ·  Recommended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▶️ Gamma : générer un exposé complet en 10 minutes (tutoriel) (fr)</a:t>
            </a:r>
          </a:p>
          <a:p>
            <a:pPr>
              <a:defRPr sz="2000"/>
            </a:pPr>
            <a:r>
              <a:t>▶️ كيف تلقي عرضاً أمام الجمهور دون خوف؟ (ar)</a:t>
            </a:r>
          </a:p>
          <a:p>
            <a:pPr>
              <a:defRPr sz="2000"/>
            </a:pPr>
            <a:r>
              <a:t>▶️ Canva Magic Design pour des slides magnifiques (tutoriel) (fr)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https://www.youtube.com/results?search_query=gamma+app+tutoriel+francais+presentation+expose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https://www.youtube.com/results?search_query=فن+الإلقاء+أمام+الجمهور+للطلبة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https://www.youtube.com/results?search_query=canva+magic+design+tutoriel+francais+slides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✏️ Exercice guidé (15 min)</a:t>
            </a:r>
            <a:r>
              <a:t>  ·  Guided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Avec votre sujet : 1) générez un squelette (3 parties, 2 sections) ; 2) critiquez-le (supprimer, fusionner, déplacer) ; 3) produisez 5 slides nettoyées (moitié des mots).</a:t>
            </a:r>
          </a:p>
          <a:p>
            <a:pPr>
              <a:defRPr sz="2000"/>
            </a:pPr>
            <a:r>
              <a:t>—</a:t>
            </a:r>
          </a:p>
          <a:p>
            <a:pPr>
              <a:defRPr sz="2000"/>
            </a:pPr>
            <a:r>
              <a:t>▶ Solution :</a:t>
            </a:r>
          </a:p>
          <a:p>
            <a:pPr>
              <a:defRPr sz="2000"/>
            </a:pPr>
            <a:r>
              <a:t>Réussi si : plan réorganisé visiblement (ratures/flèches), 5 slides à 1 idée chacune, test voisin réussi (il comprend sans lire), et 3 sources vérifiées notées.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With your topic: 1) generate a skeleton (3 parts, 2 sections); 2) critique it (delete, merge, move); 3) produce 5 cleaned slides (half the words).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Success if: visibly reorganised outline (crossings/arrows), 5 slides with 1 idea each, neighbour test passed (they get it without reading), and 3 verified sources noted.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Fiche de synthèse — points clés</a:t>
            </a:r>
            <a:r>
              <a:t>  ·  Summary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6 étapes : cadrer, plan, sources, slides, script, répéter.</a:t>
            </a:r>
          </a:p>
          <a:p>
            <a:pPr>
              <a:defRPr sz="2000"/>
            </a:pPr>
            <a:r>
              <a:t>Plan généré puis réorganisé PAR VOUS (barrer, déplacer).</a:t>
            </a:r>
          </a:p>
          <a:p>
            <a:pPr>
              <a:defRPr sz="2000"/>
            </a:pPr>
            <a:r>
              <a:t>1 slide = 1 idée = très peu de mots (test du téléprompteur).</a:t>
            </a:r>
          </a:p>
          <a:p>
            <a:pPr>
              <a:defRPr sz="2000"/>
            </a:pPr>
            <a:r>
              <a:t>Aucune statistique sans source vérifiée (règle des 3).</a:t>
            </a:r>
          </a:p>
          <a:p>
            <a:pPr>
              <a:defRPr sz="2000"/>
            </a:pPr>
            <a:r>
              <a:t>Répéter à voix haute, chronométré, sans écran.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6 steps: frame, outline, sources, slides, script, rehearse.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Generated outline then reorganised BY YOU (cross, move).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1 slide = 1 idea = very few words (teleprompter test).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Quiz éclair (3 questions)</a:t>
            </a:r>
            <a:r>
              <a:t>  ·  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Q1. Pourquoi réorganiser le plan généré ?</a:t>
            </a:r>
            <a:br/>
            <a:r>
              <a:t>   ✅ Pour qu'il devienne VÔTRE : défendable et mémorisable</a:t>
            </a:r>
          </a:p>
          <a:p>
            <a:pPr>
              <a:defRPr sz="2000"/>
            </a:pPr>
            <a:r>
              <a:t>Q2. Que dit le test du téléprompteur ?</a:t>
            </a:r>
            <a:br/>
            <a:r>
              <a:t>   ✅ Si le public doit lire pour comprendre : raté — 1 idée, peu de mots</a:t>
            </a:r>
          </a:p>
          <a:p>
            <a:pPr>
              <a:defRPr sz="2000"/>
            </a:pPr>
            <a:r>
              <a:t>Q3. Combien de sources vérifiées minimum avant les slides ?</a:t>
            </a:r>
            <a:br/>
            <a:r>
              <a:t>   ✅ 3 (titre, auteurs, année retrouvés)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Why reorganise the generated outline?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What does the teleprompter test say?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How many verified sources minimum before slides?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  <a:r>
              <a:t>  · 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6 étapes : cadrer, plan, sources, slides, script, répéter.</a:t>
            </a:r>
          </a:p>
          <a:p>
            <a:pPr>
              <a:defRPr sz="2000"/>
            </a:pPr>
            <a:r>
              <a:t>Le plan généré par l'IA doit être réorganisé par vous : il devient alors le vôtre.</a:t>
            </a:r>
          </a:p>
          <a:p>
            <a:pPr>
              <a:defRPr sz="2000"/>
            </a:pPr>
            <a:r>
              <a:t>Une slide = une idée = très peu de mots ; le détail est dans le script oral.</a:t>
            </a:r>
          </a:p>
          <a:p>
            <a:pPr>
              <a:defRPr sz="2000"/>
            </a:pPr>
            <a:r>
              <a:t>Répéter à voix haute et chronométré : la seule manière de posséder son exposé.</a:t>
            </a:r>
          </a:p>
          <a:p>
            <a:pPr>
              <a:defRPr sz="2000"/>
            </a:pPr>
            <a:r>
              <a:t>Aucune statistique ou graphique généré sans source vérifiée ne monte en cours.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6 steps: frame, outline, sources, slides, script, rehearse.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The AI-generated outline must be reorganised by you: it then becomes yours.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One slide = one idea = very few words; the detail lives in the oral script.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Rehearse aloud and timed: the only way to own your presentation.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No generated statistic or chart without a verified source goes into the class.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05 — Préparer un exposé de A à Z avec l'IA</a:t>
            </a:r>
          </a:p>
          <a:p>
            <a:r>
              <a:rPr sz="2000">
                <a:solidFill>
                  <a:srgbClr val="ECEFF1"/>
                </a:solidFill>
              </a:rPr>
              <a:t>Preparing a presentation from A to Z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
Prochaine séance : à venir.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