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Séance 02 — Panorama des 12+ outils d'IA pour l'étudiant</a:t>
            </a:r>
          </a:p>
          <a:p>
            <a:r>
              <a:rPr sz="2000">
                <a:solidFill>
                  <a:srgbClr val="ECEFF1"/>
                </a:solidFill>
              </a:rPr>
              <a:t>Overview of 12+ AI tools for students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CEFF1"/>
                </a:solidFill>
              </a:rPr>
              <a:t>Module « Intelligence Artificielle » — 2ème année PEP · ENS
Dr. Madani BELACEL — Université de Mostaganem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de la séance</a:t>
            </a:r>
            <a:r>
              <a:t>  · 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Ouvrir Perplexity sans créer de compte et y poser ta première question sourcée.</a:t>
            </a:r>
          </a:p>
          <a:p>
            <a:pPr>
              <a:defRPr sz="2000"/>
            </a:pPr>
            <a:r>
              <a:t>Tester 3 outils (ChatGPT, Perplexity, Canva) sur la même question et comparer.</a:t>
            </a:r>
          </a:p>
          <a:p>
            <a:pPr>
              <a:defRPr sz="2000"/>
            </a:pPr>
            <a:r>
              <a:t>Prescrire le bon outil pour 3 situations avec l'arbre de décision.</a:t>
            </a:r>
          </a:p>
          <a:p>
            <a:pPr>
              <a:defRPr sz="2000"/>
            </a:pPr>
            <a:r>
              <a:t>Choisir tes 4 outils favoris (1 par famille) et justifier chaque choix.</a:t>
            </a:r>
          </a:p>
          <a:p>
            <a:pPr>
              <a:defRPr sz="2000"/>
            </a:pPr>
            <a:r>
              <a:t>Éviter les 3 erreurs de débutant : sirop unique, confiance aveugle, abonnement aveugle.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Open Perplexity with no account and ask your first sourced question there.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Test 3 tools (ChatGPT, Perplexity, Canva) on the same question and compare.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Prescribe the right tool for 3 situations with the decision tree.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Pick your 4 favourite tools (1 per family) and justify each pick.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Avoid 3 beginner mistakes: single syrup, blind trust, blind subscription.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Déroulé pédagogique (1 h 30)</a:t>
            </a:r>
            <a:r>
              <a:t>  ·  Session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00–05 — 🚀 Action immédiate : Perplexity sans compte</a:t>
            </a:r>
          </a:p>
          <a:p>
            <a:pPr>
              <a:defRPr sz="2000"/>
            </a:pPr>
            <a:r>
              <a:t>05–25 — 📋 Recette : tester 3 outils sur 1 question</a:t>
            </a:r>
          </a:p>
          <a:p>
            <a:pPr>
              <a:defRPr sz="2000"/>
            </a:pPr>
            <a:r>
              <a:t>25–50 — 🛠️ Démo : l'arbre de décision du pharmacien</a:t>
            </a:r>
          </a:p>
          <a:p>
            <a:pPr>
              <a:defRPr sz="2000"/>
            </a:pPr>
            <a:r>
              <a:t>50–70 — 🧪 Mission : tableau comparatif + 4 favoris</a:t>
            </a:r>
          </a:p>
          <a:p>
            <a:pPr>
              <a:defRPr sz="2000"/>
            </a:pPr>
            <a:r>
              <a:t>70–80 — ⚠️ Erreurs : sirop unique et confiance aveugle</a:t>
            </a:r>
          </a:p>
          <a:p>
            <a:pPr>
              <a:defRPr sz="2000"/>
            </a:pPr>
            <a:r>
              <a:t>80–90 — ✅ Checklist, quiz et annonce de la séance 3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🚀 Instant action: Perplexity with no account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📋 Recipe: test 3 tools on 1 question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🛠️ Demo: the pharmacist's decision tree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🧪 Mission: comparison table + 4 favourites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⚠️ Mistakes: single syrup and blind trust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✅ Checklist, quiz and preview of session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Ce que vous saurez faire à la fin</a:t>
            </a:r>
            <a:r>
              <a:t>  ·  🎯 What you will be able to do by the 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Aujourd'hui, pas de théorie : tu vas TOUCHER à 3 outils. Voici les 3 résultats concrets de la séance.</a:t>
            </a:r>
          </a:p>
          <a:p>
            <a:pPr>
              <a:defRPr sz="2000"/>
            </a:pPr>
            <a:r>
              <a:t>&lt;strong&gt;1.&lt;/strong&gt; Ouvrir Perplexity SANS compte et obtenir une réponse avec des sources cliquables.</a:t>
            </a:r>
          </a:p>
          <a:p>
            <a:pPr>
              <a:defRPr sz="2000"/>
            </a:pPr>
            <a:r>
              <a:t>&lt;strong&gt;2.&lt;/strong&gt; Tester la même question sur 3 outils (ChatGPT, Perplexity, Canva) et dire lequel fait quoi.</a:t>
            </a:r>
          </a:p>
          <a:p>
            <a:pPr>
              <a:defRPr sz="2000"/>
            </a:pPr>
            <a:r>
              <a:t>&lt;strong&gt;3.&lt;/strong&gt; Repartir avec tes 4 outils favoris (1 par famille), chacun justifié en 1 phrase.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Today, no theory: you will TOUCH 3 tools. Here are the 3 concrete results of the session.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&lt;strong&gt;1.&lt;/strong&gt; Open Perplexity with NO account and get an answer with clickable sources.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&lt;strong&gt;2.&lt;/strong&gt; Test the same question on 3 tools (ChatGPT, Perplexity, Canva) and say which does what.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&lt;strong&gt;3.&lt;/strong&gt; Leave with your 4 favourite tools (1 per family), each justified in 1 sentence.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Action immédiate — Perplexity sans compte (5 minutes)</a:t>
            </a:r>
            <a:r>
              <a:t>  ·  🚀 Instant action — Perplexity with no account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Bonne nouvelle : Perplexity marche SANS inscription. En 5 minutes, tu obtiendras ta première réponse SOURCÉE.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Good news: Perplexity works with NO signup. In 5 minutes, you will get your first SOURCED answer.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📋 Recette : 3 outils, 1 question, 1 verdict</a:t>
            </a:r>
            <a:r>
              <a:t>  ·  📋 Recipe: 3 tools, 1 question, 1 verdict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Étape 0 — range d'abord : 4 tiroirs, pas 12 noms. Devant chaque tâche : COMPRENDRE, CHERCHER, CRÉER ou ORGANISER-CODER ? Le tiroir désigne l'outil.</a:t>
            </a:r>
          </a:p>
          <a:p>
            <a:pPr>
              <a:defRPr sz="2000"/>
            </a:pPr>
            <a:r>
              <a:t>Détail complet de chaque outil sur la page « Outils IA » du module. Maintenant, teste : même question, 3 outils, 1 verdict.</a:t>
            </a:r>
          </a:p>
          <a:p>
            <a:pPr>
              <a:defRPr sz="2000"/>
            </a:pPr>
            <a:r>
              <a:t>&lt;strong&gt;ChatGPT (🔵) :&lt;/strong&gt; explication claire + exemple, sans sources. Parfait pour COMPRENDRE vite.</a:t>
            </a:r>
          </a:p>
          <a:p>
            <a:pPr>
              <a:defRPr sz="2000"/>
            </a:pPr>
            <a:r>
              <a:t>&lt;strong&gt;Perplexity (🟢) :&lt;/strong&gt; réponse plus courte MAIS avec 3 liens : parfait pour VÉRIFIER et citer.</a:t>
            </a:r>
          </a:p>
          <a:p>
            <a:pPr>
              <a:defRPr sz="2000"/>
            </a:pPr>
            <a:r>
              <a:t>&lt;strong&gt;Canva IA (🟠) :&lt;/strong&gt; une affiche « différenciation » pour la classe : parfait pour MONTRER.</a:t>
            </a:r>
          </a:p>
          <a:p>
            <a:pPr>
              <a:defRPr sz="2000"/>
            </a:pPr>
            <a:r>
              <a:t>&lt;strong&gt;Leçon :&lt;/strong&gt; comprendre → bleu ; prouver → vert ; montrer → orange. Trois outils, trois métiers.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Step 0 — sort first: 4 drawers, not 12 names. Before each task: UNDERSTAND, SEARCH, CREATE or ORGANISE-CODE? The drawer points to the tool.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Full detail of each tool on the module's "AI Tools" page. Now test: same question, 3 tools, 1 verdict.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&lt;strong&gt;ChatGPT (🔵):&lt;/strong&gt; clear explanation + example, no sources. Perfect to UNDERSTAND fast.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&lt;strong&gt;Perplexity (🟢):&lt;/strong&gt; shorter answer BUT with 3 links: perfect to CHECK and cite.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⚠️ Erreurs fréquentes des pharmaciens débutants</a:t>
            </a:r>
            <a:r>
              <a:t>  ·  ⚠️ Frequent rookie-pharmacist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Vérifie ton tableau comparatif : as-tu commis l'une de ces 3 erreurs ? Corrige-la tout de suite sur ton écran.</a:t>
            </a:r>
          </a:p>
          <a:p>
            <a:pPr>
              <a:defRPr sz="2000"/>
            </a:pPr>
            <a:r>
              <a:t>&lt;strong&gt;❌ Le sirop unique :&lt;/strong&gt; tout demander au même outil. &lt;strong&gt;✅ Prescris&lt;/strong&gt; avec l'arbre : sources ? → 🟢 ; créer ? → 🟠 ; organiser-coder ? → 🟣 ; sinon 🔵.</a:t>
            </a:r>
          </a:p>
          <a:p>
            <a:pPr>
              <a:defRPr sz="2000"/>
            </a:pPr>
            <a:r>
              <a:t>&lt;strong&gt;❌ Croire sans ouvrir :&lt;/strong&gt; la réponse a l'air sûre, mais les liens ? &lt;strong&gt;✅ Ouvre&lt;/strong&gt; au moins 1 source avant de noter quoi que ce soit.</a:t>
            </a:r>
          </a:p>
          <a:p>
            <a:pPr>
              <a:defRPr sz="2000"/>
            </a:pPr>
            <a:r>
              <a:t>&lt;strong&gt;❌ Payer avant d'essayer :&lt;/strong&gt; cliquer « Premium » par impatience. &lt;strong&gt;✅ Épuise&lt;/strong&gt; d'abord le gratuit étudiant (largement suffisant pour ce module).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Check your comparison table: did you make one of these 3 mistakes? Fix it right now on your screen.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&lt;strong&gt;❌ The single syrup:&lt;/strong&gt; asking everything to one tool. &lt;strong&gt;✅ Prescribe&lt;/strong&gt; with the tree: sources? → 🟢; create? → 🟠; organise-code? → 🟣; else 🔵.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&lt;strong&gt;❌ Believing without opening:&lt;/strong&gt; the answer looks sure, but the links? &lt;strong&gt;✅ Open&lt;/strong&gt; at least 1 source before noting anything.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&lt;strong&gt;❌ Paying before trying:&lt;/strong&gt; clicking "Premium" impatiently. &lt;strong&gt;✅ Exhaust&lt;/strong&gt; student free tiers first (plenty for this module).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🧪 Votre mission — ordonnance complète</a:t>
            </a:r>
            <a:r>
              <a:t>  ·  🧪 Your mission — full prescription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En binôme, produisez UNE page : votre ordonnance pour 1 vraie question de cours. À rendre au début de la séance 3.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In pairs, produce ONE page: your prescription for 1 real lesson question. Hand it in at the start of session 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✅ Checklist de validation</a:t>
            </a:r>
            <a:r>
              <a:t>  ·  ✅ Validation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Avant de partir, coche avec ton binôme. Tout doit être coché :</a:t>
            </a:r>
          </a:p>
          <a:p>
            <a:pPr>
              <a:defRPr sz="2000"/>
            </a:pPr>
            <a:r>
              <a:t>☐ J'ai ouvert Perplexity SANS compte et obtenu une réponse sourcée.</a:t>
            </a:r>
          </a:p>
          <a:p>
            <a:pPr>
              <a:defRPr sz="2000"/>
            </a:pPr>
            <a:r>
              <a:t>☐ J'ai testé 1 question sur 2 outils et rempli le tableau comparatif.</a:t>
            </a:r>
          </a:p>
          <a:p>
            <a:pPr>
              <a:defRPr sz="2000"/>
            </a:pPr>
            <a:r>
              <a:t>☐ J'ai prescrit le bon tiroir avec l'arbre (sources ? créer ? organiser ?).</a:t>
            </a:r>
          </a:p>
          <a:p>
            <a:pPr>
              <a:defRPr sz="2000"/>
            </a:pPr>
            <a:r>
              <a:t>☐ J'ai repéré 1 limite (pas de sources, réponse inventée, compte exigé).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Before leaving, tick with your partner. Everything must be ticked: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☐ I opened Perplexity with NO account and got a sourced answer.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☐ I tested 1 question on 2 tools and filled the comparison table.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☐ I prescribed the right drawer with the tree (sources? create? organise?).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📺 À regarder pour comprendre</a:t>
            </a:r>
            <a:r>
              <a:t>  ·  Recommended videos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▶️ Playlist IA de Mohammad Dawoud (référence du module) (ar)</a:t>
            </a:r>
          </a:p>
          <a:p>
            <a:pPr>
              <a:defRPr sz="2000"/>
            </a:pPr>
            <a:r>
              <a:t>▶️ Comparatif assistants IA 2026 : lequel choisir ? (fr)</a:t>
            </a:r>
          </a:p>
          <a:p>
            <a:pPr>
              <a:defRPr sz="2000"/>
            </a:pPr>
            <a:r>
              <a:t>▶️ 10 outils IA pour étudiants : panorama guidé (fr)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https://www.youtube.com/watch?v=H5WUwwivEaI&amp;list=PLbR_CTcUs1088jfqbbO5AqwODO9MgYA85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https://www.youtube.com/results?search_query=comparatif+chatgpt+gemini+claude+2026+francais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https://www.youtube.com/results?search_query=outils+ia+etudiants+universite+tutoriel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Fiche de synthèse — points clés</a:t>
            </a:r>
            <a:r>
              <a:t>  ·  Summary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J'ai ouvert Perplexity SANS compte et obtenu une réponse avec sources cliquables.</a:t>
            </a:r>
          </a:p>
          <a:p>
            <a:pPr>
              <a:defRPr sz="2000"/>
            </a:pPr>
            <a:r>
              <a:t>J'ai testé 1 question sur 2 outils et rempli mon tableau (fort + limite).</a:t>
            </a:r>
          </a:p>
          <a:p>
            <a:pPr>
              <a:defRPr sz="2000"/>
            </a:pPr>
            <a:r>
              <a:t>Je prescris avec l'arbre : sources ? créer ? organiser-coder ? sinon bleu.</a:t>
            </a:r>
          </a:p>
          <a:p>
            <a:pPr>
              <a:defRPr sz="2000"/>
            </a:pPr>
            <a:r>
              <a:t>J'ai mes 4 favoris (1 par tiroir), justifiés en 1 phrase chacun.</a:t>
            </a:r>
          </a:p>
          <a:p>
            <a:pPr>
              <a:defRPr sz="2000"/>
            </a:pPr>
            <a:r>
              <a:t>3 règles d'or partout : vérifier, citer, juger.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I opened Perplexity with NO account and got an answer with clickable sources.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I tested 1 question on 2 tools and filled my table (strength + limit).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I prescribe with the tree: sources? create? organise-code? else blue.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Quiz éclair (3 questions)</a:t>
            </a:r>
            <a:r>
              <a:t>  ·  Quick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Q1. Besoin de SOURCES : quel tiroir ?</a:t>
            </a:r>
            <a:br/>
            <a:r>
              <a:t>   ✅ 🟢 Vert (Perplexity, Scholar)</a:t>
            </a:r>
          </a:p>
          <a:p>
            <a:pPr>
              <a:defRPr sz="2000"/>
            </a:pPr>
            <a:r>
              <a:t>Q2. Slides d'exposé : quel outil ?</a:t>
            </a:r>
            <a:br/>
            <a:r>
              <a:t>   ✅ Gamma (créer à montrer)</a:t>
            </a:r>
          </a:p>
          <a:p>
            <a:pPr>
              <a:defRPr sz="2000"/>
            </a:pPr>
            <a:r>
              <a:t>Q3. Interroger VOS propres PDF : quel outil ?</a:t>
            </a:r>
            <a:br/>
            <a:r>
              <a:t>   ✅ NotebookLM (vert : chercher dans vos documents)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Need SOURCES: which drawer?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Talk slides: which tool?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Question YOUR own PDFs: which tool?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À retenir</a:t>
            </a:r>
            <a:r>
              <a:t>  · 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4 tiroirs : 🔵🟢🟠🟣 valent mieux que 12 noms.</a:t>
            </a:r>
          </a:p>
          <a:p>
            <a:pPr>
              <a:defRPr sz="2000"/>
            </a:pPr>
            <a:r>
              <a:t>Arbre : sources ? créer ? organiser-coder ? sinon bleu.</a:t>
            </a:r>
          </a:p>
          <a:p>
            <a:pPr>
              <a:defRPr sz="2000"/>
            </a:pPr>
            <a:r>
              <a:t>Démo : même question, 3 outils, 3 métiers.</a:t>
            </a:r>
          </a:p>
          <a:p>
            <a:pPr>
              <a:defRPr sz="2000"/>
            </a:pPr>
            <a:r>
              <a:t>Gratuit étudiant d'abord ; 3 règles d'or partout.</a:t>
            </a:r>
          </a:p>
          <a:p>
            <a:pPr>
              <a:defRPr sz="2000"/>
            </a:pPr>
            <a:r>
              <a:t>Page Outils IA en favori : la pharmacie de poche.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4 drawers: 🔵🟢🟠🟣 beat 12 names.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Tree: sources? create? organise-code? else blue.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Demo: same question, 3 tools, 3 jobs.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Student free first; 3 golden rules everywhere.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AI Tools page bookmarked: the pocket pharmacy.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Séance 02 — Panorama des 12+ outils d'IA pour l'étudiant</a:t>
            </a:r>
          </a:p>
          <a:p>
            <a:r>
              <a:rPr sz="2000">
                <a:solidFill>
                  <a:srgbClr val="ECEFF1"/>
                </a:solidFill>
              </a:rPr>
              <a:t>Overview of 12+ AI tools for students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CEFF1"/>
                </a:solidFill>
              </a:rPr>
              <a:t>Module « Intelligence Artificielle » — 2ème année PEP · ENS
Dr. Madani BELACEL — Université de Mostaganem
Prochaine séance : à venir.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