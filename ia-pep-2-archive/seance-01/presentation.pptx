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01 — Qu'est-ce que l'IA ? Introduction et démystification</a:t>
            </a:r>
          </a:p>
          <a:p>
            <a:r>
              <a:rPr sz="2000">
                <a:solidFill>
                  <a:srgbClr val="ECEFF1"/>
                </a:solidFill>
              </a:rPr>
              <a:t>What is AI? Introduction and demystification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Ouvrir ChatGPT ou Gemini et poser ta première question avec un prompt prêt à copier.</a:t>
            </a:r>
          </a:p>
          <a:p>
            <a:pPr>
              <a:defRPr sz="2000"/>
            </a:pPr>
            <a:r>
              <a:t>Obtenir une explication simple de l'IA + 3 exemples que tu utilises sans le savoir.</a:t>
            </a:r>
          </a:p>
          <a:p>
            <a:pPr>
              <a:defRPr sz="2000"/>
            </a:pPr>
            <a:r>
              <a:t>Juger une réponse d'IA : noter ce qui est clair, confus ou douteux.</a:t>
            </a:r>
          </a:p>
          <a:p>
            <a:pPr>
              <a:defRPr sz="2000"/>
            </a:pPr>
            <a:r>
              <a:t>Expliquer l'IA en 1 phrase à un enfant de 12 ans.</a:t>
            </a:r>
          </a:p>
          <a:p>
            <a:pPr>
              <a:defRPr sz="2000"/>
            </a:pPr>
            <a:r>
              <a:t>Appliquer les 3 règles d'or : vérifier, citer, garder ton jugement.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Open ChatGPT or Gemini and ask your first question with a ready-to-copy prompt.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Get a simple explanation of AI + 3 examples you already use unknowingly.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Judge an AI answer: note what is clear, confusing or doubtful.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 AI in 1 sentence to a 12-year-old.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Apply the 3 golden rules: verify, cite, keep your judgement.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🚀 Action immédiate : ta première question</a:t>
            </a:r>
          </a:p>
          <a:p>
            <a:pPr>
              <a:defRPr sz="2000"/>
            </a:pPr>
            <a:r>
              <a:t>05–20 — 📋 Recette pas à pas : 2e question et comparaison</a:t>
            </a:r>
          </a:p>
          <a:p>
            <a:pPr>
              <a:defRPr sz="2000"/>
            </a:pPr>
            <a:r>
              <a:t>20–40 — 🛠️ Démo : erreurs fréquentes et 2e avis</a:t>
            </a:r>
          </a:p>
          <a:p>
            <a:pPr>
              <a:defRPr sz="2000"/>
            </a:pPr>
            <a:r>
              <a:t>40–55 — 🧪 Mission : ta première fiche d'usage</a:t>
            </a:r>
          </a:p>
          <a:p>
            <a:pPr>
              <a:defRPr sz="2000"/>
            </a:pPr>
            <a:r>
              <a:t>55–60 — ✅ Checklist et quiz éclair</a:t>
            </a:r>
          </a:p>
          <a:p>
            <a:pPr>
              <a:defRPr sz="2000"/>
            </a:pPr>
            <a:r>
              <a:t>60–90 — 🤝 Atelier : mission et dialogues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🚀 Instant action: your first question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📋 Step-by-step recipe: 2nd question and comparison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🛠️ Demo: frequent mistakes and 2nd opinion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🧪 Mission: your first usage sheet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✅ Checklist and quick quiz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🤝 Workshop: mission and dialogues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Ce que vous saurez faire à la fin</a:t>
            </a:r>
            <a:r>
              <a:t>  ·  🎯 What you will be able to do by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Pas de cours magistral : dans 10 minutes, tu auras déjà parlé à une IA. Voici les 3 résultats concrets que tu produiras pendant cette séance.</a:t>
            </a:r>
          </a:p>
          <a:p>
            <a:pPr>
              <a:defRPr sz="2000"/>
            </a:pPr>
            <a:r>
              <a:t>&lt;strong&gt;1.&lt;/strong&gt; Poser 2 questions à un chatbot (prompts prêts ci-dessous) et obtenir 2 réponses utilisables.</a:t>
            </a:r>
          </a:p>
          <a:p>
            <a:pPr>
              <a:defRPr sz="2000"/>
            </a:pPr>
            <a:r>
              <a:t>&lt;strong&gt;2.&lt;/strong&gt; Juger chaque réponse : noter 1 chose claire + 1 chose confuse ou douteuse.</a:t>
            </a:r>
          </a:p>
          <a:p>
            <a:pPr>
              <a:defRPr sz="2000"/>
            </a:pPr>
            <a:r>
              <a:t>&lt;strong&gt;3.&lt;/strong&gt; Expliquer l'IA en 1 phrase à un enfant de 12 ans — et prouver que tu as compris.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No lecture: in 10 minutes, you will already have talked to an AI. Here are the 3 concrete results you will produce during this session.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&lt;strong&gt;1.&lt;/strong&gt; Ask a chatbot 2 questions (ready prompts below) and get 2 usable answers.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&lt;strong&gt;2.&lt;/strong&gt; Judge each answer: note 1 clear + 1 confusing or doubtful thing.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&lt;strong&gt;3.&lt;/strong&gt; Explain AI in 1 sentence to a 12-year-old — proving you understood.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Action immédiate — ta première fois (5 minutes)</a:t>
            </a:r>
            <a:r>
              <a:t>  ·  🚀 Instant action — your first time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Sors ton téléphone. Dans 5 minutes, tu auras posé ta première question à une IA. Suis les étapes, ne saute rien.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Take out your phone. In 5 minutes, you will have asked an AI your first question. Follow the steps, skip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Recette pas à pas : 2e question et comparaison</a:t>
            </a:r>
            <a:r>
              <a:t>  ·  📋 Step-by-step recipe: 2nd question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Reste dans le MÊME chat. Tu vas poser une 2e question, observer ce qui change, puis comparer avec la liste du cours.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Stay in the SAME chat. You will ask a 2nd question, watch what changes, then compare with the lesson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Erreurs fréquentes des débutants</a:t>
            </a:r>
            <a:r>
              <a:t>  ·  ⚠️ Frequent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Regarde ton écran : as-tu fait l'une de ces 3 erreurs ? Chacune a sa correction immédiate — teste-la tout de suite.</a:t>
            </a:r>
          </a:p>
          <a:p>
            <a:pPr>
              <a:defRPr sz="2000"/>
            </a:pPr>
            <a:r>
              <a:t>&lt;strong&gt;❌ « Explique-moi tout sur l'IA »&lt;/strong&gt; → réponse de 20 lignes inutilisable. &lt;strong&gt;✅ Dis plutôt :&lt;/strong&gt; sujet + format + pour qui (« explique X en 5 phrases pour un étudiant de 2e année »).</a:t>
            </a:r>
          </a:p>
          <a:p>
            <a:pPr>
              <a:defRPr sz="2000"/>
            </a:pPr>
            <a:r>
              <a:t>&lt;strong&gt;❌ Croire parce que ça a l'air sûr&lt;/strong&gt; → la confiance n'est pas la vérité : l'IA invente parfois (hallucination). &lt;strong&gt;✅ Vérifie&lt;/strong&gt; 1 fait avec ton cours avant de l'utiliser.</a:t>
            </a:r>
          </a:p>
          <a:p>
            <a:pPr>
              <a:defRPr sz="2000"/>
            </a:pPr>
            <a:r>
              <a:t>&lt;strong&gt;❌ Demander AVANT de réfléchir&lt;/strong&gt; → ton cerveau s'éteint. &lt;strong&gt;✅ Pense 1 minute&lt;/strong&gt;, devine la réponse, PUIS compare avec l'IA.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Look at your screen: did you make one of these 3 mistakes? Each has its instant fix — try it right now.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"Explain everything about AI to me"&lt;/strong&gt; → unusable 20-line answer. &lt;strong&gt;✅ Say instead:&lt;/strong&gt; topic + format + for whom ("explain X in 5 sentences for a 2nd-year student").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Believing because it sounds sure&lt;/strong&gt; → confidence is not truth: AI sometimes invents (hallucination). &lt;strong&gt;✅ Check&lt;/strong&gt; 1 fact against your lesson before using it.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&lt;strong&gt;❌ Asking BEFORE thinking&lt;/strong&gt; → your brain switches off. &lt;strong&gt;✅ Think 1 minute&lt;/strong&gt;, guess the answer, THEN compare with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Votre mission — le livrable</a:t>
            </a:r>
            <a:r>
              <a:t>  ·  🧪 Your mission — the 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En binôme, produisez UNE page (papier ou document) : c'est ce que vous rendrez au début de la séance 2.</a:t>
            </a:r>
          </a:p>
          <a:p>
            <a:pPr>
              <a:defRPr sz="2000"/>
            </a:pPr>
            <a:r>
              <a:t>&lt;strong&gt;1.&lt;/strong&gt; Les 2 prompts utilisés, copiés mot pour mot.</a:t>
            </a:r>
          </a:p>
          <a:p>
            <a:pPr>
              <a:defRPr sz="2000"/>
            </a:pPr>
            <a:r>
              <a:t>&lt;strong&gt;2.&lt;/strong&gt; Les 2 réponses, résumées en 2 phrases chacune.</a:t>
            </a:r>
          </a:p>
          <a:p>
            <a:pPr>
              <a:defRPr sz="2000"/>
            </a:pPr>
            <a:r>
              <a:t>&lt;strong&gt;3.&lt;/strong&gt; Votre avis en 3 lignes : qu'est-ce qui est clair ? utile ? douteux ?</a:t>
            </a:r>
          </a:p>
          <a:p>
            <a:pPr>
              <a:defRPr sz="2000"/>
            </a:pPr>
            <a:r>
              <a:t>&lt;strong&gt;4.&lt;/strong&gt; Votre phrase de 12 ans : « L'IA, c'est… ».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 pairs, produce ONE page (paper or document): you will hand it in at the start of session 2.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&lt;strong&gt;1.&lt;/strong&gt; The 2 used prompts, copied word for word.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&lt;strong&gt;2.&lt;/strong&gt; The 2 answers, summarised in 2 sentences each.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&lt;strong&gt;3.&lt;/strong&gt; Your review in 3 lines: what is clear? useful? doubtful?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Checklist de validation</a:t>
            </a:r>
            <a:r>
              <a:t>  ·  ✅ Validation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Avant de partir, coche avec ton binôme. Tout doit être coché :</a:t>
            </a:r>
          </a:p>
          <a:p>
            <a:pPr>
              <a:defRPr sz="2000"/>
            </a:pPr>
            <a:r>
              <a:t>☐ J'ai ouvert ChatGPT ou Gemini (outil ouvert, compte créé).</a:t>
            </a:r>
          </a:p>
          <a:p>
            <a:pPr>
              <a:defRPr sz="2000"/>
            </a:pPr>
            <a:r>
              <a:t>☐ J'ai posé au moins 2 questions (prompts 1 et 2 envoyés).</a:t>
            </a:r>
          </a:p>
          <a:p>
            <a:pPr>
              <a:defRPr sz="2000"/>
            </a:pPr>
            <a:r>
              <a:t>☐ J'ai obtenu un résultat utilisable (1 chose claire notée).</a:t>
            </a:r>
          </a:p>
          <a:p>
            <a:pPr>
              <a:defRPr sz="2000"/>
            </a:pPr>
            <a:r>
              <a:t>☐ J'ai identifié 1 erreur ou limite (trop long, exemple raté, doute sur un fait).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Before leaving, tick with your partner. Everything must be ticked: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opened ChatGPT or Gemini (tool open, account created).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asked at least 2 questions (prompts 1 and 2 sent).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☐ I got a usable result (1 clear thing noted).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ما هو الذكاء الاصطناعي؟ شرح مبسط للمبتدئين (AI بالعربي) (ar)</a:t>
            </a:r>
          </a:p>
          <a:p>
            <a:pPr>
              <a:defRPr sz="2000"/>
            </a:pPr>
            <a:r>
              <a:t>▶️ ما هو الذكاء الاصطناعي؟ شرح مبسط (ar)</a:t>
            </a:r>
          </a:p>
          <a:p>
            <a:pPr>
              <a:defRPr sz="2000"/>
            </a:pPr>
            <a:r>
              <a:t>▶️ The Age of A.I. (Kurzgesagt) (en)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https://www.youtube.com/watch?v=wdbb-X5qH4w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https://www.youtube.com/watch?v=vCKHeYQp8nk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https://www.youtube.com/watch?v=UwsrzCVZAb8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J'ai ouvert un chatbot et posé 2 vraies questions (prompts 1 et 2).</a:t>
            </a:r>
          </a:p>
          <a:p>
            <a:pPr>
              <a:defRPr sz="2000"/>
            </a:pPr>
            <a:r>
              <a:t>Je sais juger une réponse : 1 chose claire + 1 chose confuse ou douteuse.</a:t>
            </a:r>
          </a:p>
          <a:p>
            <a:pPr>
              <a:defRPr sz="2000"/>
            </a:pPr>
            <a:r>
              <a:t>Je connais les 3 erreurs qui tuent un bon usage (vague, confiance aveugle, zéro réflexion).</a:t>
            </a:r>
          </a:p>
          <a:p>
            <a:pPr>
              <a:defRPr sz="2000"/>
            </a:pPr>
            <a:r>
              <a:t>J'ai produit ma fiche d'usage : prompts + réponses + avis en 3 lignes.</a:t>
            </a:r>
          </a:p>
          <a:p>
            <a:pPr>
              <a:defRPr sz="2000"/>
            </a:pPr>
            <a:r>
              <a:t>3 règles d'or : vérifier, citer, garder ton jugement.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opened a chatbot and asked 2 real questions (prompts 1 and 2).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can judge an answer: 1 clear + 1 confusing or doubtful thing.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 know the 3 mistakes killing good use (vague, blind trust, zero thinking).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Comment un chatbot produit-il sa réponse ?</a:t>
            </a:r>
            <a:br/>
            <a:r>
              <a:t>   ✅ Il prédit le mot le plus probable, mot après mot</a:t>
            </a:r>
          </a:p>
          <a:p>
            <a:pPr>
              <a:defRPr sz="2000"/>
            </a:pPr>
            <a:r>
              <a:t>Q2. Qu'est-ce qu'une « hallucination » d'IA ?</a:t>
            </a:r>
            <a:br/>
            <a:r>
              <a:t>   ✅ Une information inventée dite avec assurance</a:t>
            </a:r>
          </a:p>
          <a:p>
            <a:pPr>
              <a:defRPr sz="2000"/>
            </a:pPr>
            <a:r>
              <a:t>Q3. ChatGPT, aujourd'hui, c'est…</a:t>
            </a:r>
            <a:br/>
            <a:r>
              <a:t>   ✅ Une IA faible (étroite)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How does a chatbot produce its answer?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an AI "hallucination"?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ChatGPT, today, is…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L'IA = programme qui apprend à partir d'exemples pour imiter des capacités humaines.</a:t>
            </a:r>
          </a:p>
          <a:p>
            <a:pPr>
              <a:defRPr sz="2000"/>
            </a:pPr>
            <a:r>
              <a:t>Un chatbot prédit le mot suivant ; il peut être convaincant sans être vrai. Hallucinations : fréquentes.</a:t>
            </a:r>
          </a:p>
          <a:p>
            <a:pPr>
              <a:defRPr sz="2000"/>
            </a:pPr>
            <a:r>
              <a:t>5 usages pour tes études : rechercher, résumer, rédiger, réviser, organiser.</a:t>
            </a:r>
          </a:p>
          <a:p>
            <a:pPr>
              <a:defRPr sz="2000"/>
            </a:pPr>
            <a:r>
              <a:t>L'IA ne pense pas, ne ressent pas, n'apprend rien à ta place : la compréhension reste ton travail.</a:t>
            </a:r>
          </a:p>
          <a:p>
            <a:pPr>
              <a:defRPr sz="2000"/>
            </a:pPr>
            <a:r>
              <a:t>3 règles d'or : vérifier, citer, garder ton jugement.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= a program that learns from examples to imitate human abilities.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chatbot predicts the next word; it can be convincing without being true. Hallucinations: common.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5 uses for your studies: search, summarise, write, revise, organise.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does not think, does not feel, learns nothing for you: understanding remains your work.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3 golden rules: verify, cite, keep your judgement.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01 — Qu'est-ce que l'IA ? Introduction et démystification</a:t>
            </a:r>
          </a:p>
          <a:p>
            <a:r>
              <a:rPr sz="2000">
                <a:solidFill>
                  <a:srgbClr val="ECEFF1"/>
                </a:solidFill>
              </a:rPr>
              <a:t>What is AI? Introduction and demystification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